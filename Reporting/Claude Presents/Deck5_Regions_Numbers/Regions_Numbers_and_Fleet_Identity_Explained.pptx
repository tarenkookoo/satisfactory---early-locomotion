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502920"/>
            <a:ext cx="6355080" cy="2926080"/>
          </a:xfrm>
        </p:spPr>
        <p:txBody>
          <a:bodyPr wrap="square" anchor="b" lIns="0" rIns="0" tIns="0" bIns="0">
            <a:noAutofit/>
          </a:bodyPr>
          <a:lstStyle/>
          <a:p>
            <a:pPr algn="l"/>
            <a:r>
              <a:rPr sz="5400" b="1" i="0" lang="en-GB">
                <a:solidFill>
                  <a:srgbClr val="F2F2F2"/>
                </a:solidFill>
                <a:latin typeface="Arial"/>
              </a:rPr>
              <a:t>Regions, Running Numbers and Fleet Identity</a:t>
            </a:r>
          </a:p>
        </p:txBody>
      </p:sp>
      <p:pic>
        <p:nvPicPr>
          <p:cNvPr id="3" name="R01_pannier_visual_probe_v004" descr="Early test model of a tank engine (a yellow 'visual probe') on a short length of track. Not final art."/>
          <p:cNvPicPr>
            <a:picLocks noChangeAspect="1"/>
          </p:cNvPicPr>
          <p:nvPr/>
        </p:nvPicPr>
        <p:blipFill>
          <a:blip r:embed="rId2"/>
          <a:srcRect l="31466" r="25745"/>
          <a:stretch>
            <a:fillRect/>
          </a:stretch>
        </p:blipFill>
        <p:spPr>
          <a:xfrm>
            <a:off x="7132320" y="457200"/>
            <a:ext cx="4507992" cy="5852160"/>
          </a:xfrm>
          <a:prstGeom prst="roundRect">
            <a:avLst>
              <a:gd name="adj" fmla="val 1622"/>
            </a:avLst>
          </a:prstGeom>
        </p:spPr>
      </p:pic>
      <p:sp>
        <p:nvSpPr>
          <p:cNvPr id="4" name="CREDIT"/>
          <p:cNvSpPr txBox="1"/>
          <p:nvPr/>
        </p:nvSpPr>
        <p:spPr>
          <a:xfrm>
            <a:off x="7132320" y="6364224"/>
            <a:ext cx="4507992" cy="201168"/>
          </a:xfrm>
          <a:prstGeom prst="rect">
            <a:avLst/>
          </a:prstGeom>
          <a:noFill/>
        </p:spPr>
        <p:txBody>
          <a:bodyPr wrap="square" anchor="t" lIns="0" tIns="0" rIns="0" bIns="0">
            <a:noAutofit/>
          </a:bodyPr>
          <a:lstStyle/>
          <a:p>
            <a:pPr algn="l"/>
            <a:r>
              <a:rPr sz="1000" b="0" i="0" lang="en-GB">
                <a:solidFill>
                  <a:srgbClr val="A9B0B8"/>
                </a:solidFill>
                <a:latin typeface="Arial"/>
              </a:rPr>
              <a:t>Early Locomotion project render. Early test model, not final art.</a:t>
            </a:r>
          </a:p>
        </p:txBody>
      </p:sp>
      <p:sp>
        <p:nvSpPr>
          <p:cNvPr id="5" name="orange rule"/>
          <p:cNvSpPr/>
          <p:nvPr/>
        </p:nvSpPr>
        <p:spPr>
          <a:xfrm>
            <a:off x="548640" y="3611880"/>
            <a:ext cx="1645920" cy="73152"/>
          </a:xfrm>
          <a:prstGeom prst="rect">
            <a:avLst/>
          </a:prstGeom>
          <a:solidFill>
            <a:srgbClr val="F28C28"/>
          </a:solidFill>
          <a:ln>
            <a:noFill/>
          </a:ln>
        </p:spPr>
        <p:txBody>
          <a:bodyPr rtlCol="0" anchor="ctr"/>
          <a:lstStyle/>
          <a:p>
            <a:pPr algn="ctr"/>
          </a:p>
        </p:txBody>
      </p:sp>
      <p:sp>
        <p:nvSpPr>
          <p:cNvPr id="6" name="CAPTION"/>
          <p:cNvSpPr txBox="1"/>
          <p:nvPr/>
        </p:nvSpPr>
        <p:spPr>
          <a:xfrm>
            <a:off x="548640" y="3886200"/>
            <a:ext cx="5943600" cy="1188720"/>
          </a:xfrm>
          <a:prstGeom prst="rect">
            <a:avLst/>
          </a:prstGeom>
          <a:noFill/>
        </p:spPr>
        <p:txBody>
          <a:bodyPr wrap="square" anchor="t" lIns="0" tIns="0" rIns="0" bIns="0">
            <a:noAutofit/>
          </a:bodyPr>
          <a:lstStyle/>
          <a:p>
            <a:pPr algn="l"/>
            <a:r>
              <a:rPr sz="2000" b="0" i="0" lang="en-GB">
                <a:solidFill>
                  <a:srgbClr val="F2F2F2"/>
                </a:solidFill>
                <a:latin typeface="Arial"/>
              </a:rPr>
              <a:t>How the mod gives every engine a look, a number and a hidden identity.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How to read this guide</a:t>
            </a:r>
          </a:p>
        </p:txBody>
      </p:sp>
      <p:grpSp>
        <p:nvGrpSpPr>
          <p:cNvPr id="3" name="Tag legend" descr="Legend: five tags and what each means. Agreed is decided, Proposed is suggested, Provisional is a test number, Undecided is an open question, Background is a real-world fact."/>
          <p:cNvGrpSpPr/>
          <p:nvPr/>
        </p:nvGrpSpPr>
        <p:grpSpPr>
          <a:xfrm>
            <a:off x="548640" y="1371600"/>
            <a:ext cx="7315200" cy="4069080"/>
            <a:chOff x="548640" y="1371600"/>
            <a:chExt cx="7315200" cy="4069080"/>
          </a:xfrm>
        </p:grpSpPr>
        <p:sp>
          <p:nvSpPr>
            <p:cNvPr id="4" name="legend panel"/>
            <p:cNvSpPr/>
            <p:nvPr/>
          </p:nvSpPr>
          <p:spPr>
            <a:xfrm>
              <a:off x="548640" y="1371600"/>
              <a:ext cx="7315200" cy="4069080"/>
            </a:xfrm>
            <a:prstGeom prst="roundRect">
              <a:avLst>
                <a:gd name="adj" fmla="val 1797"/>
              </a:avLst>
            </a:prstGeom>
            <a:solidFill>
              <a:srgbClr val="2B2F36"/>
            </a:solidFill>
            <a:ln>
              <a:noFill/>
            </a:ln>
          </p:spPr>
          <p:txBody>
            <a:bodyPr rtlCol="0" anchor="ctr"/>
            <a:lstStyle/>
            <a:p>
              <a:pPr algn="ctr"/>
            </a:p>
          </p:txBody>
        </p:sp>
        <p:sp>
          <p:nvSpPr>
            <p:cNvPr id="5" name="CHIP LEGEND"/>
            <p:cNvSpPr/>
            <p:nvPr/>
          </p:nvSpPr>
          <p:spPr>
            <a:xfrm>
              <a:off x="868680" y="1572768"/>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sp>
          <p:nvSpPr>
            <p:cNvPr id="6" name="LEGEND TEXT"/>
            <p:cNvSpPr txBox="1"/>
            <p:nvPr/>
          </p:nvSpPr>
          <p:spPr>
            <a:xfrm>
              <a:off x="2743200" y="1481328"/>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Decided.</a:t>
              </a:r>
            </a:p>
          </p:txBody>
        </p:sp>
        <p:sp>
          <p:nvSpPr>
            <p:cNvPr id="7" name="CHIP LEGEND"/>
            <p:cNvSpPr/>
            <p:nvPr/>
          </p:nvSpPr>
          <p:spPr>
            <a:xfrm>
              <a:off x="868680" y="2359152"/>
              <a:ext cx="1554480" cy="365760"/>
            </a:xfrm>
            <a:prstGeom prst="roundRect">
              <a:avLst>
                <a:gd name="adj" fmla="val 300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8" name="LEGEND TEXT"/>
            <p:cNvSpPr txBox="1"/>
            <p:nvPr/>
          </p:nvSpPr>
          <p:spPr>
            <a:xfrm>
              <a:off x="2743200" y="2267712"/>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Suggested, not confirmed.</a:t>
              </a:r>
            </a:p>
          </p:txBody>
        </p:sp>
        <p:sp>
          <p:nvSpPr>
            <p:cNvPr id="9" name="CHIP LEGEND"/>
            <p:cNvSpPr/>
            <p:nvPr/>
          </p:nvSpPr>
          <p:spPr>
            <a:xfrm>
              <a:off x="868680" y="3145536"/>
              <a:ext cx="1554480" cy="365760"/>
            </a:xfrm>
            <a:prstGeom prst="roundRect">
              <a:avLst>
                <a:gd name="adj" fmla="val 300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sp>
          <p:nvSpPr>
            <p:cNvPr id="10" name="LEGEND TEXT"/>
            <p:cNvSpPr txBox="1"/>
            <p:nvPr/>
          </p:nvSpPr>
          <p:spPr>
            <a:xfrm>
              <a:off x="2743200" y="3054096"/>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A test number that may change.</a:t>
              </a:r>
            </a:p>
          </p:txBody>
        </p:sp>
        <p:sp>
          <p:nvSpPr>
            <p:cNvPr id="11" name="CHIP LEGEND"/>
            <p:cNvSpPr/>
            <p:nvPr/>
          </p:nvSpPr>
          <p:spPr>
            <a:xfrm>
              <a:off x="868680" y="3931920"/>
              <a:ext cx="1554480" cy="365760"/>
            </a:xfrm>
            <a:prstGeom prst="roundRect">
              <a:avLst>
                <a:gd name="adj" fmla="val 30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sp>
          <p:nvSpPr>
            <p:cNvPr id="12" name="LEGEND TEXT"/>
            <p:cNvSpPr txBox="1"/>
            <p:nvPr/>
          </p:nvSpPr>
          <p:spPr>
            <a:xfrm>
              <a:off x="2743200" y="3840480"/>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Still an open question.</a:t>
              </a:r>
            </a:p>
          </p:txBody>
        </p:sp>
        <p:sp>
          <p:nvSpPr>
            <p:cNvPr id="13" name="CHIP LEGEND"/>
            <p:cNvSpPr/>
            <p:nvPr/>
          </p:nvSpPr>
          <p:spPr>
            <a:xfrm>
              <a:off x="868680" y="4718304"/>
              <a:ext cx="1554480" cy="365760"/>
            </a:xfrm>
            <a:prstGeom prst="roundRect">
              <a:avLst>
                <a:gd name="adj" fmla="val 30000"/>
              </a:avLst>
            </a:prstGeom>
            <a:solidFill>
              <a:srgbClr val="4A515B"/>
            </a:solidFill>
            <a:ln>
              <a:noFill/>
            </a:ln>
          </p:spPr>
          <p:txBody>
            <a:bodyPr rtlCol="0" anchor="ctr" wrap="square" lIns="54864" tIns="0" rIns="54864" bIns="0">
              <a:noAutofit/>
            </a:bodyPr>
            <a:lstStyle/>
            <a:p>
              <a:pPr algn="ctr"/>
              <a:r>
                <a:rPr sz="1400" b="1" i="0" lang="en-GB">
                  <a:solidFill>
                    <a:srgbClr val="F2F2F2"/>
                  </a:solidFill>
                  <a:latin typeface="Arial"/>
                </a:rPr>
                <a:t>BACKGROUND</a:t>
              </a:r>
            </a:p>
          </p:txBody>
        </p:sp>
        <p:sp>
          <p:nvSpPr>
            <p:cNvPr id="14" name="LEGEND TEXT"/>
            <p:cNvSpPr txBox="1"/>
            <p:nvPr/>
          </p:nvSpPr>
          <p:spPr>
            <a:xfrm>
              <a:off x="2743200" y="4626864"/>
              <a:ext cx="4937760" cy="548640"/>
            </a:xfrm>
            <a:prstGeom prst="rect">
              <a:avLst/>
            </a:prstGeom>
            <a:noFill/>
          </p:spPr>
          <p:txBody>
            <a:bodyPr wrap="square" anchor="ctr" lIns="18288" tIns="9144" rIns="18288" bIns="9144">
              <a:noAutofit/>
            </a:bodyPr>
            <a:lstStyle/>
            <a:p>
              <a:pPr algn="l"/>
              <a:r>
                <a:rPr sz="2000" b="0" i="0" lang="en-GB">
                  <a:solidFill>
                    <a:srgbClr val="F2F2F2"/>
                  </a:solidFill>
                  <a:latin typeface="Arial"/>
                </a:rPr>
                <a:t>A real-world fact.</a:t>
              </a:r>
            </a:p>
          </p:txBody>
        </p:sp>
      </p:grpSp>
      <p:grpSp>
        <p:nvGrpSpPr>
          <p:cNvPr id="15" name="Corner sketch" descr="Sketch of a slide with a tag in its top-right corner."/>
          <p:cNvGrpSpPr/>
          <p:nvPr/>
        </p:nvGrpSpPr>
        <p:grpSpPr>
          <a:xfrm>
            <a:off x="8412480" y="1737360"/>
            <a:ext cx="3200400" cy="1801368"/>
            <a:chOff x="8412480" y="1737360"/>
            <a:chExt cx="3200400" cy="1801368"/>
          </a:xfrm>
        </p:grpSpPr>
        <p:sp>
          <p:nvSpPr>
            <p:cNvPr id="16" name="slide sketch"/>
            <p:cNvSpPr/>
            <p:nvPr/>
          </p:nvSpPr>
          <p:spPr>
            <a:xfrm>
              <a:off x="8412480" y="1737360"/>
              <a:ext cx="3200400" cy="1801368"/>
            </a:xfrm>
            <a:prstGeom prst="roundRect">
              <a:avLst>
                <a:gd name="adj" fmla="val 4060"/>
              </a:avLst>
            </a:prstGeom>
            <a:solidFill>
              <a:srgbClr val="1E2126"/>
            </a:solidFill>
            <a:ln w="25400">
              <a:solidFill>
                <a:srgbClr val="9AA0A6"/>
              </a:solidFill>
            </a:ln>
          </p:spPr>
          <p:txBody>
            <a:bodyPr rtlCol="0" anchor="ctr"/>
            <a:lstStyle/>
            <a:p>
              <a:pPr algn="ctr"/>
            </a:p>
          </p:txBody>
        </p:sp>
        <p:sp>
          <p:nvSpPr>
            <p:cNvPr id="17" name="title line"/>
            <p:cNvSpPr/>
            <p:nvPr/>
          </p:nvSpPr>
          <p:spPr>
            <a:xfrm>
              <a:off x="8641080" y="1965960"/>
              <a:ext cx="1371600" cy="109728"/>
            </a:xfrm>
            <a:prstGeom prst="rect">
              <a:avLst/>
            </a:prstGeom>
            <a:solidFill>
              <a:srgbClr val="4A515B"/>
            </a:solidFill>
            <a:ln>
              <a:noFill/>
            </a:ln>
          </p:spPr>
          <p:txBody>
            <a:bodyPr rtlCol="0" anchor="ctr"/>
            <a:lstStyle/>
            <a:p>
              <a:pPr algn="ctr"/>
            </a:p>
          </p:txBody>
        </p:sp>
        <p:sp>
          <p:nvSpPr>
            <p:cNvPr id="18" name="body line"/>
            <p:cNvSpPr/>
            <p:nvPr/>
          </p:nvSpPr>
          <p:spPr>
            <a:xfrm>
              <a:off x="8641080" y="2286000"/>
              <a:ext cx="2011680" cy="73152"/>
            </a:xfrm>
            <a:prstGeom prst="rect">
              <a:avLst/>
            </a:prstGeom>
            <a:solidFill>
              <a:srgbClr val="4A515B"/>
            </a:solidFill>
            <a:ln>
              <a:noFill/>
            </a:ln>
          </p:spPr>
          <p:txBody>
            <a:bodyPr rtlCol="0" anchor="ctr"/>
            <a:lstStyle/>
            <a:p>
              <a:pPr algn="ctr"/>
            </a:p>
          </p:txBody>
        </p:sp>
        <p:sp>
          <p:nvSpPr>
            <p:cNvPr id="19" name="body line"/>
            <p:cNvSpPr/>
            <p:nvPr/>
          </p:nvSpPr>
          <p:spPr>
            <a:xfrm>
              <a:off x="8641080" y="2468880"/>
              <a:ext cx="1645920" cy="73152"/>
            </a:xfrm>
            <a:prstGeom prst="rect">
              <a:avLst/>
            </a:prstGeom>
            <a:solidFill>
              <a:srgbClr val="4A515B"/>
            </a:solidFill>
            <a:ln>
              <a:noFill/>
            </a:ln>
          </p:spPr>
          <p:txBody>
            <a:bodyPr rtlCol="0" anchor="ctr"/>
            <a:lstStyle/>
            <a:p>
              <a:pPr algn="ctr"/>
            </a:p>
          </p:txBody>
        </p:sp>
        <p:sp>
          <p:nvSpPr>
            <p:cNvPr id="20" name="tag sketch"/>
            <p:cNvSpPr/>
            <p:nvPr/>
          </p:nvSpPr>
          <p:spPr>
            <a:xfrm>
              <a:off x="10698480" y="1920240"/>
              <a:ext cx="731520" cy="237744"/>
            </a:xfrm>
            <a:prstGeom prst="roundRect">
              <a:avLst>
                <a:gd name="adj" fmla="val 30769"/>
              </a:avLst>
            </a:prstGeom>
            <a:solidFill>
              <a:srgbClr val="3FB950"/>
            </a:solidFill>
            <a:ln>
              <a:noFill/>
            </a:ln>
          </p:spPr>
          <p:txBody>
            <a:bodyPr rtlCol="0" anchor="ctr"/>
            <a:lstStyle/>
            <a:p>
              <a:pPr algn="ctr"/>
            </a:p>
          </p:txBody>
        </p:sp>
        <p:cxnSp>
          <p:nvCxnSpPr>
            <p:cNvPr id="21" name="pointer"/>
            <p:cNvCxnSpPr/>
            <p:nvPr/>
          </p:nvCxnSpPr>
          <p:spPr>
            <a:xfrm flipV="1">
              <a:off x="10058400" y="2194560"/>
              <a:ext cx="822960" cy="548640"/>
            </a:xfrm>
            <a:prstGeom prst="line">
              <a:avLst/>
            </a:prstGeom>
            <a:ln w="28575">
              <a:solidFill>
                <a:srgbClr val="F28C28"/>
              </a:solidFill>
              <a:tailEnd type="triangle" w="med" len="med"/>
            </a:ln>
          </p:spPr>
        </p:cxnSp>
      </p:grpSp>
      <p:sp>
        <p:nvSpPr>
          <p:cNvPr id="2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3"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4"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Every idea carries a tag in the top-right corner.</a:t>
            </a:r>
          </a:p>
        </p:txBody>
      </p:sp>
      <p:sp>
        <p:nvSpPr>
          <p:cNvPr id="25"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One world, one style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World card" descr="A world card with a selector offering three example regional styles: British, North American and Continental European. One style is chosen for the whole world."/>
          <p:cNvGrpSpPr/>
          <p:nvPr/>
        </p:nvGrpSpPr>
        <p:grpSpPr>
          <a:xfrm>
            <a:off x="1371600" y="1417320"/>
            <a:ext cx="9418320" cy="3154680"/>
            <a:chOff x="1371600" y="1417320"/>
            <a:chExt cx="9418320" cy="3154680"/>
          </a:xfrm>
        </p:grpSpPr>
        <p:sp>
          <p:nvSpPr>
            <p:cNvPr id="5" name="world card"/>
            <p:cNvSpPr/>
            <p:nvPr/>
          </p:nvSpPr>
          <p:spPr>
            <a:xfrm>
              <a:off x="1371600" y="1417320"/>
              <a:ext cx="9418320" cy="3154680"/>
            </a:xfrm>
            <a:prstGeom prst="roundRect">
              <a:avLst>
                <a:gd name="adj" fmla="val 3478"/>
              </a:avLst>
            </a:prstGeom>
            <a:solidFill>
              <a:srgbClr val="2B2F36"/>
            </a:solidFill>
            <a:ln w="19050">
              <a:solidFill>
                <a:srgbClr val="4A515B"/>
              </a:solidFill>
            </a:ln>
          </p:spPr>
          <p:txBody>
            <a:bodyPr rtlCol="0" anchor="ctr"/>
            <a:lstStyle/>
            <a:p>
              <a:pPr algn="ctr"/>
            </a:p>
          </p:txBody>
        </p:sp>
        <p:sp>
          <p:nvSpPr>
            <p:cNvPr id="6" name="globe"/>
            <p:cNvSpPr/>
            <p:nvPr/>
          </p:nvSpPr>
          <p:spPr>
            <a:xfrm>
              <a:off x="1920240" y="2103120"/>
              <a:ext cx="1828800" cy="1828800"/>
            </a:xfrm>
            <a:prstGeom prst="ellipse">
              <a:avLst/>
            </a:prstGeom>
            <a:solidFill>
              <a:srgbClr val="2D5F8B"/>
            </a:solidFill>
            <a:ln w="25400">
              <a:solidFill>
                <a:srgbClr val="9AA0A6"/>
              </a:solidFill>
            </a:ln>
          </p:spPr>
          <p:txBody>
            <a:bodyPr rtlCol="0" anchor="ctr"/>
            <a:lstStyle/>
            <a:p>
              <a:pPr algn="ctr"/>
            </a:p>
          </p:txBody>
        </p:sp>
        <p:sp>
          <p:nvSpPr>
            <p:cNvPr id="7" name="meridian"/>
            <p:cNvSpPr/>
            <p:nvPr/>
          </p:nvSpPr>
          <p:spPr>
            <a:xfrm>
              <a:off x="2423160" y="2103120"/>
              <a:ext cx="822960" cy="1828800"/>
            </a:xfrm>
            <a:prstGeom prst="ellipse">
              <a:avLst/>
            </a:prstGeom>
            <a:noFill/>
            <a:ln w="15875">
              <a:solidFill>
                <a:srgbClr val="AEB3B7"/>
              </a:solidFill>
            </a:ln>
          </p:spPr>
          <p:txBody>
            <a:bodyPr rtlCol="0" anchor="ctr"/>
            <a:lstStyle/>
            <a:p>
              <a:pPr algn="ctr"/>
            </a:p>
          </p:txBody>
        </p:sp>
        <p:cxnSp>
          <p:nvCxnSpPr>
            <p:cNvPr id="8" name="axis"/>
            <p:cNvCxnSpPr/>
            <p:nvPr/>
          </p:nvCxnSpPr>
          <p:spPr>
            <a:xfrm>
              <a:off x="2834640" y="2103120"/>
              <a:ext cx="0" cy="1828800"/>
            </a:xfrm>
            <a:prstGeom prst="line">
              <a:avLst/>
            </a:prstGeom>
            <a:ln w="15875">
              <a:solidFill>
                <a:srgbClr val="AEB3B7"/>
              </a:solidFill>
            </a:ln>
          </p:spPr>
        </p:cxnSp>
        <p:cxnSp>
          <p:nvCxnSpPr>
            <p:cNvPr id="9" name="equator"/>
            <p:cNvCxnSpPr/>
            <p:nvPr/>
          </p:nvCxnSpPr>
          <p:spPr>
            <a:xfrm>
              <a:off x="1920240" y="3017520"/>
              <a:ext cx="1828799" cy="0"/>
            </a:xfrm>
            <a:prstGeom prst="line">
              <a:avLst/>
            </a:prstGeom>
            <a:ln w="15875">
              <a:solidFill>
                <a:srgbClr val="AEB3B7"/>
              </a:solidFill>
            </a:ln>
          </p:spPr>
        </p:cxnSp>
        <p:sp>
          <p:nvSpPr>
            <p:cNvPr id="10" name="land"/>
            <p:cNvSpPr/>
            <p:nvPr/>
          </p:nvSpPr>
          <p:spPr>
            <a:xfrm>
              <a:off x="2331720" y="2468879"/>
              <a:ext cx="594360" cy="502921"/>
            </a:xfrm>
            <a:custGeom>
              <a:avLst/>
              <a:gdLst/>
              <a:ahLst/>
              <a:cxnLst/>
              <a:rect l="l" t="t" r="r" b="b"/>
              <a:pathLst>
                <a:path w="594360" h="502921">
                  <a:moveTo>
                    <a:pt x="0" y="228600"/>
                  </a:moveTo>
                  <a:lnTo>
                    <a:pt x="320040" y="0"/>
                  </a:lnTo>
                  <a:lnTo>
                    <a:pt x="594360" y="228600"/>
                  </a:lnTo>
                  <a:lnTo>
                    <a:pt x="411480" y="502921"/>
                  </a:lnTo>
                  <a:lnTo>
                    <a:pt x="45720" y="502921"/>
                  </a:lnTo>
                  <a:close/>
                </a:path>
              </a:pathLst>
            </a:custGeom>
            <a:solidFill>
              <a:srgbClr val="4F8F5B"/>
            </a:solidFill>
            <a:ln>
              <a:noFill/>
            </a:ln>
          </p:spPr>
          <p:txBody>
            <a:bodyPr rtlCol="0" anchor="ctr"/>
            <a:lstStyle/>
            <a:p>
              <a:pPr algn="ctr"/>
            </a:p>
          </p:txBody>
        </p:sp>
        <p:sp>
          <p:nvSpPr>
            <p:cNvPr id="11" name="land"/>
            <p:cNvSpPr/>
            <p:nvPr/>
          </p:nvSpPr>
          <p:spPr>
            <a:xfrm>
              <a:off x="2971800" y="3108960"/>
              <a:ext cx="411480" cy="457200"/>
            </a:xfrm>
            <a:custGeom>
              <a:avLst/>
              <a:gdLst/>
              <a:ahLst/>
              <a:cxnLst/>
              <a:rect l="l" t="t" r="r" b="b"/>
              <a:pathLst>
                <a:path w="411480" h="457200">
                  <a:moveTo>
                    <a:pt x="45720" y="0"/>
                  </a:moveTo>
                  <a:lnTo>
                    <a:pt x="411480" y="91440"/>
                  </a:lnTo>
                  <a:lnTo>
                    <a:pt x="274320" y="457200"/>
                  </a:lnTo>
                  <a:lnTo>
                    <a:pt x="0" y="320040"/>
                  </a:lnTo>
                  <a:close/>
                </a:path>
              </a:pathLst>
            </a:custGeom>
            <a:solidFill>
              <a:srgbClr val="4F8F5B"/>
            </a:solidFill>
            <a:ln>
              <a:noFill/>
            </a:ln>
          </p:spPr>
          <p:txBody>
            <a:bodyPr rtlCol="0" anchor="ctr"/>
            <a:lstStyle/>
            <a:p>
              <a:pPr algn="ctr"/>
            </a:p>
          </p:txBody>
        </p:sp>
        <p:sp>
          <p:nvSpPr>
            <p:cNvPr id="12" name="card heading"/>
            <p:cNvSpPr txBox="1"/>
            <p:nvPr/>
          </p:nvSpPr>
          <p:spPr>
            <a:xfrm>
              <a:off x="4297680" y="1600200"/>
              <a:ext cx="3657600" cy="365760"/>
            </a:xfrm>
            <a:prstGeom prst="rect">
              <a:avLst/>
            </a:prstGeom>
            <a:noFill/>
          </p:spPr>
          <p:txBody>
            <a:bodyPr wrap="square" anchor="ctr" lIns="18288" tIns="9144" rIns="18288" bIns="9144">
              <a:noAutofit/>
            </a:bodyPr>
            <a:lstStyle/>
            <a:p>
              <a:pPr algn="l"/>
              <a:r>
                <a:rPr sz="1800" b="1" i="0" lang="en-GB">
                  <a:solidFill>
                    <a:srgbClr val="A9B0B8"/>
                  </a:solidFill>
                  <a:latin typeface="Arial"/>
                </a:rPr>
                <a:t>World style</a:t>
              </a:r>
            </a:p>
          </p:txBody>
        </p:sp>
        <p:sp>
          <p:nvSpPr>
            <p:cNvPr id="13" name="style chip"/>
            <p:cNvSpPr/>
            <p:nvPr/>
          </p:nvSpPr>
          <p:spPr>
            <a:xfrm>
              <a:off x="4297680" y="2057400"/>
              <a:ext cx="4480560" cy="566928"/>
            </a:xfrm>
            <a:prstGeom prst="roundRect">
              <a:avLst>
                <a:gd name="adj" fmla="val 50000"/>
              </a:avLst>
            </a:prstGeom>
            <a:solidFill>
              <a:srgbClr val="343A43"/>
            </a:solidFill>
            <a:ln w="38100">
              <a:solidFill>
                <a:srgbClr val="F28C28"/>
              </a:solidFill>
            </a:ln>
          </p:spPr>
          <p:txBody>
            <a:bodyPr rtlCol="0" anchor="ctr"/>
            <a:lstStyle/>
            <a:p>
              <a:pPr algn="ctr"/>
            </a:p>
          </p:txBody>
        </p:sp>
        <p:sp>
          <p:nvSpPr>
            <p:cNvPr id="14" name="radio"/>
            <p:cNvSpPr/>
            <p:nvPr/>
          </p:nvSpPr>
          <p:spPr>
            <a:xfrm>
              <a:off x="4526280" y="2203704"/>
              <a:ext cx="274320" cy="274320"/>
            </a:xfrm>
            <a:prstGeom prst="ellipse">
              <a:avLst/>
            </a:prstGeom>
            <a:solidFill>
              <a:srgbClr val="F28C28"/>
            </a:solidFill>
            <a:ln w="25400">
              <a:solidFill>
                <a:srgbClr val="F28C28"/>
              </a:solidFill>
            </a:ln>
          </p:spPr>
          <p:txBody>
            <a:bodyPr rtlCol="0" anchor="ctr"/>
            <a:lstStyle/>
            <a:p>
              <a:pPr algn="ctr"/>
            </a:p>
          </p:txBody>
        </p:sp>
        <p:sp>
          <p:nvSpPr>
            <p:cNvPr id="15" name="style name"/>
            <p:cNvSpPr txBox="1"/>
            <p:nvPr/>
          </p:nvSpPr>
          <p:spPr>
            <a:xfrm>
              <a:off x="4983480" y="2057400"/>
              <a:ext cx="3566160" cy="566928"/>
            </a:xfrm>
            <a:prstGeom prst="rect">
              <a:avLst/>
            </a:prstGeom>
            <a:noFill/>
          </p:spPr>
          <p:txBody>
            <a:bodyPr wrap="square" anchor="ctr" lIns="18288" tIns="9144" rIns="18288" bIns="9144">
              <a:noAutofit/>
            </a:bodyPr>
            <a:lstStyle/>
            <a:p>
              <a:pPr algn="l"/>
              <a:r>
                <a:rPr sz="2000" b="1" i="0" lang="en-GB">
                  <a:solidFill>
                    <a:srgbClr val="F2F2F2"/>
                  </a:solidFill>
                  <a:latin typeface="Arial"/>
                </a:rPr>
                <a:t>British</a:t>
              </a:r>
            </a:p>
          </p:txBody>
        </p:sp>
        <p:sp>
          <p:nvSpPr>
            <p:cNvPr id="16" name="style chip"/>
            <p:cNvSpPr/>
            <p:nvPr/>
          </p:nvSpPr>
          <p:spPr>
            <a:xfrm>
              <a:off x="4297680" y="2770632"/>
              <a:ext cx="4480560" cy="566928"/>
            </a:xfrm>
            <a:prstGeom prst="roundRect">
              <a:avLst>
                <a:gd name="adj" fmla="val 50000"/>
              </a:avLst>
            </a:prstGeom>
            <a:solidFill>
              <a:srgbClr val="343A43"/>
            </a:solidFill>
            <a:ln w="19050">
              <a:solidFill>
                <a:srgbClr val="4A515B"/>
              </a:solidFill>
            </a:ln>
          </p:spPr>
          <p:txBody>
            <a:bodyPr rtlCol="0" anchor="ctr"/>
            <a:lstStyle/>
            <a:p>
              <a:pPr algn="ctr"/>
            </a:p>
          </p:txBody>
        </p:sp>
        <p:sp>
          <p:nvSpPr>
            <p:cNvPr id="17" name="radio"/>
            <p:cNvSpPr/>
            <p:nvPr/>
          </p:nvSpPr>
          <p:spPr>
            <a:xfrm>
              <a:off x="4526280" y="2916936"/>
              <a:ext cx="274320" cy="274320"/>
            </a:xfrm>
            <a:prstGeom prst="ellipse">
              <a:avLst/>
            </a:prstGeom>
            <a:noFill/>
            <a:ln w="25400">
              <a:solidFill>
                <a:srgbClr val="9AA0A6"/>
              </a:solidFill>
            </a:ln>
          </p:spPr>
          <p:txBody>
            <a:bodyPr rtlCol="0" anchor="ctr"/>
            <a:lstStyle/>
            <a:p>
              <a:pPr algn="ctr"/>
            </a:p>
          </p:txBody>
        </p:sp>
        <p:sp>
          <p:nvSpPr>
            <p:cNvPr id="18" name="style name"/>
            <p:cNvSpPr txBox="1"/>
            <p:nvPr/>
          </p:nvSpPr>
          <p:spPr>
            <a:xfrm>
              <a:off x="4983480" y="2770632"/>
              <a:ext cx="3566160" cy="566928"/>
            </a:xfrm>
            <a:prstGeom prst="rect">
              <a:avLst/>
            </a:prstGeom>
            <a:noFill/>
          </p:spPr>
          <p:txBody>
            <a:bodyPr wrap="square" anchor="ctr" lIns="18288" tIns="9144" rIns="18288" bIns="9144">
              <a:noAutofit/>
            </a:bodyPr>
            <a:lstStyle/>
            <a:p>
              <a:pPr algn="l"/>
              <a:r>
                <a:rPr sz="2000" b="1" i="0" lang="en-GB">
                  <a:solidFill>
                    <a:srgbClr val="F2F2F2"/>
                  </a:solidFill>
                  <a:latin typeface="Arial"/>
                </a:rPr>
                <a:t>North American</a:t>
              </a:r>
            </a:p>
          </p:txBody>
        </p:sp>
        <p:sp>
          <p:nvSpPr>
            <p:cNvPr id="19" name="style chip"/>
            <p:cNvSpPr/>
            <p:nvPr/>
          </p:nvSpPr>
          <p:spPr>
            <a:xfrm>
              <a:off x="4297680" y="3483864"/>
              <a:ext cx="4480560" cy="566928"/>
            </a:xfrm>
            <a:prstGeom prst="roundRect">
              <a:avLst>
                <a:gd name="adj" fmla="val 50000"/>
              </a:avLst>
            </a:prstGeom>
            <a:solidFill>
              <a:srgbClr val="343A43"/>
            </a:solidFill>
            <a:ln w="19050">
              <a:solidFill>
                <a:srgbClr val="4A515B"/>
              </a:solidFill>
            </a:ln>
          </p:spPr>
          <p:txBody>
            <a:bodyPr rtlCol="0" anchor="ctr"/>
            <a:lstStyle/>
            <a:p>
              <a:pPr algn="ctr"/>
            </a:p>
          </p:txBody>
        </p:sp>
        <p:sp>
          <p:nvSpPr>
            <p:cNvPr id="20" name="radio"/>
            <p:cNvSpPr/>
            <p:nvPr/>
          </p:nvSpPr>
          <p:spPr>
            <a:xfrm>
              <a:off x="4526280" y="3630168"/>
              <a:ext cx="274320" cy="274320"/>
            </a:xfrm>
            <a:prstGeom prst="ellipse">
              <a:avLst/>
            </a:prstGeom>
            <a:noFill/>
            <a:ln w="25400">
              <a:solidFill>
                <a:srgbClr val="9AA0A6"/>
              </a:solidFill>
            </a:ln>
          </p:spPr>
          <p:txBody>
            <a:bodyPr rtlCol="0" anchor="ctr"/>
            <a:lstStyle/>
            <a:p>
              <a:pPr algn="ctr"/>
            </a:p>
          </p:txBody>
        </p:sp>
        <p:sp>
          <p:nvSpPr>
            <p:cNvPr id="21" name="style name"/>
            <p:cNvSpPr txBox="1"/>
            <p:nvPr/>
          </p:nvSpPr>
          <p:spPr>
            <a:xfrm>
              <a:off x="4983480" y="3483864"/>
              <a:ext cx="3566160" cy="566928"/>
            </a:xfrm>
            <a:prstGeom prst="rect">
              <a:avLst/>
            </a:prstGeom>
            <a:noFill/>
          </p:spPr>
          <p:txBody>
            <a:bodyPr wrap="square" anchor="ctr" lIns="18288" tIns="9144" rIns="18288" bIns="9144">
              <a:noAutofit/>
            </a:bodyPr>
            <a:lstStyle/>
            <a:p>
              <a:pPr algn="l"/>
              <a:r>
                <a:rPr sz="2000" b="1" i="0" lang="en-GB">
                  <a:solidFill>
                    <a:srgbClr val="F2F2F2"/>
                  </a:solidFill>
                  <a:latin typeface="Arial"/>
                </a:rPr>
                <a:t>Continental European</a:t>
              </a:r>
            </a:p>
          </p:txBody>
        </p:sp>
        <p:sp>
          <p:nvSpPr>
            <p:cNvPr id="22" name="examples label"/>
            <p:cNvSpPr txBox="1"/>
            <p:nvPr/>
          </p:nvSpPr>
          <p:spPr>
            <a:xfrm>
              <a:off x="4297680" y="4160520"/>
              <a:ext cx="2743200" cy="274320"/>
            </a:xfrm>
            <a:prstGeom prst="rect">
              <a:avLst/>
            </a:prstGeom>
            <a:noFill/>
          </p:spPr>
          <p:txBody>
            <a:bodyPr wrap="square" anchor="ctr" lIns="18288" tIns="9144" rIns="18288" bIns="9144">
              <a:noAutofit/>
            </a:bodyPr>
            <a:lstStyle/>
            <a:p>
              <a:pPr algn="l"/>
              <a:r>
                <a:rPr sz="1400" b="0" i="0" lang="en-GB">
                  <a:solidFill>
                    <a:srgbClr val="A9B0B8"/>
                  </a:solidFill>
                  <a:latin typeface="Arial"/>
                </a:rPr>
                <a:t>Examples only</a:t>
              </a:r>
            </a:p>
          </p:txBody>
        </p:sp>
        <p:sp>
          <p:nvSpPr>
            <p:cNvPr id="23" name="platform"/>
            <p:cNvSpPr/>
            <p:nvPr/>
          </p:nvSpPr>
          <p:spPr>
            <a:xfrm>
              <a:off x="9098280" y="3685032"/>
              <a:ext cx="1463040" cy="109728"/>
            </a:xfrm>
            <a:prstGeom prst="rect">
              <a:avLst/>
            </a:prstGeom>
            <a:solidFill>
              <a:srgbClr val="5A606A"/>
            </a:solidFill>
            <a:ln w="12700">
              <a:solidFill>
                <a:srgbClr val="9AA0A6"/>
              </a:solidFill>
            </a:ln>
          </p:spPr>
          <p:txBody>
            <a:bodyPr rtlCol="0" anchor="ctr"/>
            <a:lstStyle/>
            <a:p>
              <a:pPr algn="ctr"/>
            </a:p>
          </p:txBody>
        </p:sp>
        <p:sp>
          <p:nvSpPr>
            <p:cNvPr id="24" name="building"/>
            <p:cNvSpPr/>
            <p:nvPr/>
          </p:nvSpPr>
          <p:spPr>
            <a:xfrm>
              <a:off x="9244584" y="3136392"/>
              <a:ext cx="950976" cy="548640"/>
            </a:xfrm>
            <a:prstGeom prst="rect">
              <a:avLst/>
            </a:prstGeom>
            <a:solidFill>
              <a:srgbClr val="2BB5B0"/>
            </a:solidFill>
            <a:ln>
              <a:noFill/>
            </a:ln>
          </p:spPr>
          <p:txBody>
            <a:bodyPr rtlCol="0" anchor="ctr"/>
            <a:lstStyle/>
            <a:p>
              <a:pPr algn="ctr"/>
            </a:p>
          </p:txBody>
        </p:sp>
        <p:sp>
          <p:nvSpPr>
            <p:cNvPr id="25" name="gable roof"/>
            <p:cNvSpPr/>
            <p:nvPr/>
          </p:nvSpPr>
          <p:spPr>
            <a:xfrm>
              <a:off x="9189719" y="2770632"/>
              <a:ext cx="1060705" cy="365760"/>
            </a:xfrm>
            <a:custGeom>
              <a:avLst/>
              <a:gdLst/>
              <a:ahLst/>
              <a:cxnLst/>
              <a:rect l="l" t="t" r="r" b="b"/>
              <a:pathLst>
                <a:path w="1060705" h="365760">
                  <a:moveTo>
                    <a:pt x="0" y="365760"/>
                  </a:moveTo>
                  <a:lnTo>
                    <a:pt x="530353" y="0"/>
                  </a:lnTo>
                  <a:lnTo>
                    <a:pt x="1060705" y="365760"/>
                  </a:lnTo>
                  <a:close/>
                </a:path>
              </a:pathLst>
            </a:custGeom>
            <a:solidFill>
              <a:srgbClr val="1B7572"/>
            </a:solidFill>
            <a:ln>
              <a:noFill/>
            </a:ln>
          </p:spPr>
          <p:txBody>
            <a:bodyPr rtlCol="0" anchor="ctr"/>
            <a:lstStyle/>
            <a:p>
              <a:pPr algn="ctr"/>
            </a:p>
          </p:txBody>
        </p:sp>
        <p:sp>
          <p:nvSpPr>
            <p:cNvPr id="26" name="chimney"/>
            <p:cNvSpPr/>
            <p:nvPr/>
          </p:nvSpPr>
          <p:spPr>
            <a:xfrm>
              <a:off x="9976104" y="2807208"/>
              <a:ext cx="100584" cy="237744"/>
            </a:xfrm>
            <a:prstGeom prst="rect">
              <a:avLst/>
            </a:prstGeom>
            <a:solidFill>
              <a:srgbClr val="3A3F47"/>
            </a:solidFill>
            <a:ln>
              <a:noFill/>
            </a:ln>
          </p:spPr>
          <p:txBody>
            <a:bodyPr rtlCol="0" anchor="ctr"/>
            <a:lstStyle/>
            <a:p>
              <a:pPr algn="ctr"/>
            </a:p>
          </p:txBody>
        </p:sp>
        <p:sp>
          <p:nvSpPr>
            <p:cNvPr id="27" name="window"/>
            <p:cNvSpPr/>
            <p:nvPr/>
          </p:nvSpPr>
          <p:spPr>
            <a:xfrm>
              <a:off x="9336024" y="3282696"/>
              <a:ext cx="182880" cy="182880"/>
            </a:xfrm>
            <a:prstGeom prst="rect">
              <a:avLst/>
            </a:prstGeom>
            <a:solidFill>
              <a:srgbClr val="1B1D21"/>
            </a:solidFill>
            <a:ln>
              <a:noFill/>
            </a:ln>
          </p:spPr>
          <p:txBody>
            <a:bodyPr rtlCol="0" anchor="ctr"/>
            <a:lstStyle/>
            <a:p>
              <a:pPr algn="ctr"/>
            </a:p>
          </p:txBody>
        </p:sp>
        <p:sp>
          <p:nvSpPr>
            <p:cNvPr id="28" name="window"/>
            <p:cNvSpPr/>
            <p:nvPr/>
          </p:nvSpPr>
          <p:spPr>
            <a:xfrm>
              <a:off x="9902952" y="3282696"/>
              <a:ext cx="182880" cy="182880"/>
            </a:xfrm>
            <a:prstGeom prst="rect">
              <a:avLst/>
            </a:prstGeom>
            <a:solidFill>
              <a:srgbClr val="1B1D21"/>
            </a:solidFill>
            <a:ln>
              <a:noFill/>
            </a:ln>
          </p:spPr>
          <p:txBody>
            <a:bodyPr rtlCol="0" anchor="ctr"/>
            <a:lstStyle/>
            <a:p>
              <a:pPr algn="ctr"/>
            </a:p>
          </p:txBody>
        </p:sp>
        <p:sp>
          <p:nvSpPr>
            <p:cNvPr id="29" name="door"/>
            <p:cNvSpPr/>
            <p:nvPr/>
          </p:nvSpPr>
          <p:spPr>
            <a:xfrm>
              <a:off x="9628632" y="3246120"/>
              <a:ext cx="164592" cy="438912"/>
            </a:xfrm>
            <a:prstGeom prst="rect">
              <a:avLst/>
            </a:prstGeom>
            <a:solidFill>
              <a:srgbClr val="176360"/>
            </a:solidFill>
            <a:ln>
              <a:noFill/>
            </a:ln>
          </p:spPr>
          <p:txBody>
            <a:bodyPr rtlCol="0" anchor="ctr"/>
            <a:lstStyle/>
            <a:p>
              <a:pPr algn="ctr"/>
            </a:p>
          </p:txBody>
        </p:sp>
      </p:grpSp>
      <p:sp>
        <p:nvSpPr>
          <p:cNvPr id="30" name="ICHIP"/>
          <p:cNvSpPr/>
          <p:nvPr/>
        </p:nvSpPr>
        <p:spPr>
          <a:xfrm>
            <a:off x="1371600" y="4846320"/>
            <a:ext cx="3274613"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Launch regions: undecided (OQ06)</a:t>
            </a:r>
          </a:p>
        </p:txBody>
      </p:sp>
      <p:sp>
        <p:nvSpPr>
          <p:cNvPr id="3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2"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3"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The world picks one regional style. It is not a personal setting.</a:t>
            </a:r>
          </a:p>
        </p:txBody>
      </p:sp>
      <p:sp>
        <p:nvSpPr>
          <p:cNvPr id="34"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Why not per player?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wo players, two styles" descr="Two player screens side by side. Each shows a different station style, and a red cross between them says this is not allowed."/>
          <p:cNvGrpSpPr/>
          <p:nvPr/>
        </p:nvGrpSpPr>
        <p:grpSpPr>
          <a:xfrm>
            <a:off x="1737360" y="1417320"/>
            <a:ext cx="8732520" cy="2825496"/>
            <a:chOff x="1737360" y="1417320"/>
            <a:chExt cx="8732520" cy="2825496"/>
          </a:xfrm>
        </p:grpSpPr>
        <p:sp>
          <p:nvSpPr>
            <p:cNvPr id="5" name="monitor frame"/>
            <p:cNvSpPr/>
            <p:nvPr/>
          </p:nvSpPr>
          <p:spPr>
            <a:xfrm>
              <a:off x="1737360" y="1417320"/>
              <a:ext cx="3566160" cy="2148840"/>
            </a:xfrm>
            <a:prstGeom prst="roundRect">
              <a:avLst>
                <a:gd name="adj" fmla="val 4255"/>
              </a:avLst>
            </a:prstGeom>
            <a:solidFill>
              <a:srgbClr val="343A43"/>
            </a:solidFill>
            <a:ln w="31750">
              <a:solidFill>
                <a:srgbClr val="9AA0A6"/>
              </a:solidFill>
            </a:ln>
          </p:spPr>
          <p:txBody>
            <a:bodyPr rtlCol="0" anchor="ctr"/>
            <a:lstStyle/>
            <a:p>
              <a:pPr algn="ctr"/>
            </a:p>
          </p:txBody>
        </p:sp>
        <p:sp>
          <p:nvSpPr>
            <p:cNvPr id="6" name="screen"/>
            <p:cNvSpPr/>
            <p:nvPr/>
          </p:nvSpPr>
          <p:spPr>
            <a:xfrm>
              <a:off x="1847088" y="1527048"/>
              <a:ext cx="3346704" cy="1929384"/>
            </a:xfrm>
            <a:prstGeom prst="roundRect">
              <a:avLst>
                <a:gd name="adj" fmla="val 1895"/>
              </a:avLst>
            </a:prstGeom>
            <a:solidFill>
              <a:srgbClr val="1E2126"/>
            </a:solidFill>
            <a:ln>
              <a:noFill/>
            </a:ln>
          </p:spPr>
          <p:txBody>
            <a:bodyPr rtlCol="0" anchor="ctr"/>
            <a:lstStyle/>
            <a:p>
              <a:pPr algn="ctr"/>
            </a:p>
          </p:txBody>
        </p:sp>
        <p:sp>
          <p:nvSpPr>
            <p:cNvPr id="7" name="monitor stand"/>
            <p:cNvSpPr/>
            <p:nvPr/>
          </p:nvSpPr>
          <p:spPr>
            <a:xfrm>
              <a:off x="3108959" y="3566160"/>
              <a:ext cx="822961" cy="256032"/>
            </a:xfrm>
            <a:custGeom>
              <a:avLst/>
              <a:gdLst/>
              <a:ahLst/>
              <a:cxnLst/>
              <a:rect l="l" t="t" r="r" b="b"/>
              <a:pathLst>
                <a:path w="822961" h="256032">
                  <a:moveTo>
                    <a:pt x="137161" y="0"/>
                  </a:moveTo>
                  <a:lnTo>
                    <a:pt x="685800" y="0"/>
                  </a:lnTo>
                  <a:lnTo>
                    <a:pt x="822961" y="256032"/>
                  </a:lnTo>
                  <a:lnTo>
                    <a:pt x="0" y="256032"/>
                  </a:lnTo>
                  <a:close/>
                </a:path>
              </a:pathLst>
            </a:custGeom>
            <a:solidFill>
              <a:srgbClr val="343A43"/>
            </a:solidFill>
            <a:ln w="25400">
              <a:solidFill>
                <a:srgbClr val="9AA0A6"/>
              </a:solidFill>
            </a:ln>
          </p:spPr>
          <p:txBody>
            <a:bodyPr rtlCol="0" anchor="ctr"/>
            <a:lstStyle/>
            <a:p>
              <a:pPr algn="ctr"/>
            </a:p>
          </p:txBody>
        </p:sp>
        <p:sp>
          <p:nvSpPr>
            <p:cNvPr id="8" name="monitor base"/>
            <p:cNvSpPr/>
            <p:nvPr/>
          </p:nvSpPr>
          <p:spPr>
            <a:xfrm>
              <a:off x="2880359" y="3803904"/>
              <a:ext cx="1280160" cy="64008"/>
            </a:xfrm>
            <a:prstGeom prst="rect">
              <a:avLst/>
            </a:prstGeom>
            <a:solidFill>
              <a:srgbClr val="343A43"/>
            </a:solidFill>
            <a:ln w="19050">
              <a:solidFill>
                <a:srgbClr val="9AA0A6"/>
              </a:solidFill>
            </a:ln>
          </p:spPr>
          <p:txBody>
            <a:bodyPr rtlCol="0" anchor="ctr"/>
            <a:lstStyle/>
            <a:p>
              <a:pPr algn="ctr"/>
            </a:p>
          </p:txBody>
        </p:sp>
        <p:sp>
          <p:nvSpPr>
            <p:cNvPr id="9" name="rail"/>
            <p:cNvSpPr/>
            <p:nvPr/>
          </p:nvSpPr>
          <p:spPr>
            <a:xfrm>
              <a:off x="1984248" y="2999232"/>
              <a:ext cx="3072384" cy="64008"/>
            </a:xfrm>
            <a:prstGeom prst="rect">
              <a:avLst/>
            </a:prstGeom>
            <a:solidFill>
              <a:srgbClr val="9AA0A6"/>
            </a:solidFill>
            <a:ln>
              <a:noFill/>
            </a:ln>
          </p:spPr>
          <p:txBody>
            <a:bodyPr rtlCol="0" anchor="ctr"/>
            <a:lstStyle/>
            <a:p>
              <a:pPr algn="ctr"/>
            </a:p>
          </p:txBody>
        </p:sp>
        <p:sp>
          <p:nvSpPr>
            <p:cNvPr id="10" name="platform"/>
            <p:cNvSpPr/>
            <p:nvPr/>
          </p:nvSpPr>
          <p:spPr>
            <a:xfrm>
              <a:off x="2642616" y="2867558"/>
              <a:ext cx="1755648" cy="131673"/>
            </a:xfrm>
            <a:prstGeom prst="rect">
              <a:avLst/>
            </a:prstGeom>
            <a:solidFill>
              <a:srgbClr val="5A606A"/>
            </a:solidFill>
            <a:ln w="12700">
              <a:solidFill>
                <a:srgbClr val="9AA0A6"/>
              </a:solidFill>
            </a:ln>
          </p:spPr>
          <p:txBody>
            <a:bodyPr rtlCol="0" anchor="ctr"/>
            <a:lstStyle/>
            <a:p>
              <a:pPr algn="ctr"/>
            </a:p>
          </p:txBody>
        </p:sp>
        <p:sp>
          <p:nvSpPr>
            <p:cNvPr id="11" name="building"/>
            <p:cNvSpPr/>
            <p:nvPr/>
          </p:nvSpPr>
          <p:spPr>
            <a:xfrm>
              <a:off x="2818180" y="2209190"/>
              <a:ext cx="1141171" cy="658368"/>
            </a:xfrm>
            <a:prstGeom prst="rect">
              <a:avLst/>
            </a:prstGeom>
            <a:solidFill>
              <a:srgbClr val="2BB5B0"/>
            </a:solidFill>
            <a:ln>
              <a:noFill/>
            </a:ln>
          </p:spPr>
          <p:txBody>
            <a:bodyPr rtlCol="0" anchor="ctr"/>
            <a:lstStyle/>
            <a:p>
              <a:pPr algn="ctr"/>
            </a:p>
          </p:txBody>
        </p:sp>
        <p:sp>
          <p:nvSpPr>
            <p:cNvPr id="12" name="gable roof"/>
            <p:cNvSpPr/>
            <p:nvPr/>
          </p:nvSpPr>
          <p:spPr>
            <a:xfrm>
              <a:off x="2752344" y="1770278"/>
              <a:ext cx="1272844" cy="438912"/>
            </a:xfrm>
            <a:custGeom>
              <a:avLst/>
              <a:gdLst/>
              <a:ahLst/>
              <a:cxnLst/>
              <a:rect l="l" t="t" r="r" b="b"/>
              <a:pathLst>
                <a:path w="1272844" h="438912">
                  <a:moveTo>
                    <a:pt x="0" y="438912"/>
                  </a:moveTo>
                  <a:lnTo>
                    <a:pt x="636422" y="0"/>
                  </a:lnTo>
                  <a:lnTo>
                    <a:pt x="1272844" y="438912"/>
                  </a:lnTo>
                  <a:close/>
                </a:path>
              </a:pathLst>
            </a:custGeom>
            <a:solidFill>
              <a:srgbClr val="1B7572"/>
            </a:solidFill>
            <a:ln>
              <a:noFill/>
            </a:ln>
          </p:spPr>
          <p:txBody>
            <a:bodyPr rtlCol="0" anchor="ctr"/>
            <a:lstStyle/>
            <a:p>
              <a:pPr algn="ctr"/>
            </a:p>
          </p:txBody>
        </p:sp>
        <p:sp>
          <p:nvSpPr>
            <p:cNvPr id="13" name="chimney"/>
            <p:cNvSpPr/>
            <p:nvPr/>
          </p:nvSpPr>
          <p:spPr>
            <a:xfrm>
              <a:off x="3696004" y="1814169"/>
              <a:ext cx="120700" cy="285292"/>
            </a:xfrm>
            <a:prstGeom prst="rect">
              <a:avLst/>
            </a:prstGeom>
            <a:solidFill>
              <a:srgbClr val="3A3F47"/>
            </a:solidFill>
            <a:ln>
              <a:noFill/>
            </a:ln>
          </p:spPr>
          <p:txBody>
            <a:bodyPr rtlCol="0" anchor="ctr"/>
            <a:lstStyle/>
            <a:p>
              <a:pPr algn="ctr"/>
            </a:p>
          </p:txBody>
        </p:sp>
        <p:sp>
          <p:nvSpPr>
            <p:cNvPr id="14" name="window"/>
            <p:cNvSpPr/>
            <p:nvPr/>
          </p:nvSpPr>
          <p:spPr>
            <a:xfrm>
              <a:off x="2927908" y="2384755"/>
              <a:ext cx="219456" cy="219456"/>
            </a:xfrm>
            <a:prstGeom prst="rect">
              <a:avLst/>
            </a:prstGeom>
            <a:solidFill>
              <a:srgbClr val="1B1D21"/>
            </a:solidFill>
            <a:ln>
              <a:noFill/>
            </a:ln>
          </p:spPr>
          <p:txBody>
            <a:bodyPr rtlCol="0" anchor="ctr"/>
            <a:lstStyle/>
            <a:p>
              <a:pPr algn="ctr"/>
            </a:p>
          </p:txBody>
        </p:sp>
        <p:sp>
          <p:nvSpPr>
            <p:cNvPr id="15" name="window"/>
            <p:cNvSpPr/>
            <p:nvPr/>
          </p:nvSpPr>
          <p:spPr>
            <a:xfrm>
              <a:off x="3608222" y="2384755"/>
              <a:ext cx="219456" cy="219456"/>
            </a:xfrm>
            <a:prstGeom prst="rect">
              <a:avLst/>
            </a:prstGeom>
            <a:solidFill>
              <a:srgbClr val="1B1D21"/>
            </a:solidFill>
            <a:ln>
              <a:noFill/>
            </a:ln>
          </p:spPr>
          <p:txBody>
            <a:bodyPr rtlCol="0" anchor="ctr"/>
            <a:lstStyle/>
            <a:p>
              <a:pPr algn="ctr"/>
            </a:p>
          </p:txBody>
        </p:sp>
        <p:sp>
          <p:nvSpPr>
            <p:cNvPr id="16" name="door"/>
            <p:cNvSpPr/>
            <p:nvPr/>
          </p:nvSpPr>
          <p:spPr>
            <a:xfrm>
              <a:off x="3279038" y="2340864"/>
              <a:ext cx="197510" cy="526694"/>
            </a:xfrm>
            <a:prstGeom prst="rect">
              <a:avLst/>
            </a:prstGeom>
            <a:solidFill>
              <a:srgbClr val="176360"/>
            </a:solidFill>
            <a:ln>
              <a:noFill/>
            </a:ln>
          </p:spPr>
          <p:txBody>
            <a:bodyPr rtlCol="0" anchor="ctr"/>
            <a:lstStyle/>
            <a:p>
              <a:pPr algn="ctr"/>
            </a:p>
          </p:txBody>
        </p:sp>
        <p:sp>
          <p:nvSpPr>
            <p:cNvPr id="17" name="player label"/>
            <p:cNvSpPr txBox="1"/>
            <p:nvPr/>
          </p:nvSpPr>
          <p:spPr>
            <a:xfrm>
              <a:off x="1737360" y="3913632"/>
              <a:ext cx="356616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Player 1</a:t>
              </a:r>
            </a:p>
          </p:txBody>
        </p:sp>
        <p:sp>
          <p:nvSpPr>
            <p:cNvPr id="18" name="monitor frame"/>
            <p:cNvSpPr/>
            <p:nvPr/>
          </p:nvSpPr>
          <p:spPr>
            <a:xfrm>
              <a:off x="6903720" y="1417320"/>
              <a:ext cx="3566160" cy="2148840"/>
            </a:xfrm>
            <a:prstGeom prst="roundRect">
              <a:avLst>
                <a:gd name="adj" fmla="val 4255"/>
              </a:avLst>
            </a:prstGeom>
            <a:solidFill>
              <a:srgbClr val="343A43"/>
            </a:solidFill>
            <a:ln w="31750">
              <a:solidFill>
                <a:srgbClr val="9AA0A6"/>
              </a:solidFill>
            </a:ln>
          </p:spPr>
          <p:txBody>
            <a:bodyPr rtlCol="0" anchor="ctr"/>
            <a:lstStyle/>
            <a:p>
              <a:pPr algn="ctr"/>
            </a:p>
          </p:txBody>
        </p:sp>
        <p:sp>
          <p:nvSpPr>
            <p:cNvPr id="19" name="screen"/>
            <p:cNvSpPr/>
            <p:nvPr/>
          </p:nvSpPr>
          <p:spPr>
            <a:xfrm>
              <a:off x="7013448" y="1527048"/>
              <a:ext cx="3346704" cy="1929384"/>
            </a:xfrm>
            <a:prstGeom prst="roundRect">
              <a:avLst>
                <a:gd name="adj" fmla="val 1895"/>
              </a:avLst>
            </a:prstGeom>
            <a:solidFill>
              <a:srgbClr val="1E2126"/>
            </a:solidFill>
            <a:ln>
              <a:noFill/>
            </a:ln>
          </p:spPr>
          <p:txBody>
            <a:bodyPr rtlCol="0" anchor="ctr"/>
            <a:lstStyle/>
            <a:p>
              <a:pPr algn="ctr"/>
            </a:p>
          </p:txBody>
        </p:sp>
        <p:sp>
          <p:nvSpPr>
            <p:cNvPr id="20" name="monitor stand"/>
            <p:cNvSpPr/>
            <p:nvPr/>
          </p:nvSpPr>
          <p:spPr>
            <a:xfrm>
              <a:off x="8275320" y="3566160"/>
              <a:ext cx="822960" cy="256032"/>
            </a:xfrm>
            <a:custGeom>
              <a:avLst/>
              <a:gdLst/>
              <a:ahLst/>
              <a:cxnLst/>
              <a:rect l="l" t="t" r="r" b="b"/>
              <a:pathLst>
                <a:path w="822960" h="256032">
                  <a:moveTo>
                    <a:pt x="137160" y="0"/>
                  </a:moveTo>
                  <a:lnTo>
                    <a:pt x="685800" y="0"/>
                  </a:lnTo>
                  <a:lnTo>
                    <a:pt x="822960" y="256032"/>
                  </a:lnTo>
                  <a:lnTo>
                    <a:pt x="0" y="256032"/>
                  </a:lnTo>
                  <a:close/>
                </a:path>
              </a:pathLst>
            </a:custGeom>
            <a:solidFill>
              <a:srgbClr val="343A43"/>
            </a:solidFill>
            <a:ln w="25400">
              <a:solidFill>
                <a:srgbClr val="9AA0A6"/>
              </a:solidFill>
            </a:ln>
          </p:spPr>
          <p:txBody>
            <a:bodyPr rtlCol="0" anchor="ctr"/>
            <a:lstStyle/>
            <a:p>
              <a:pPr algn="ctr"/>
            </a:p>
          </p:txBody>
        </p:sp>
        <p:sp>
          <p:nvSpPr>
            <p:cNvPr id="21" name="monitor base"/>
            <p:cNvSpPr/>
            <p:nvPr/>
          </p:nvSpPr>
          <p:spPr>
            <a:xfrm>
              <a:off x="8046720" y="3803904"/>
              <a:ext cx="1280160" cy="64008"/>
            </a:xfrm>
            <a:prstGeom prst="rect">
              <a:avLst/>
            </a:prstGeom>
            <a:solidFill>
              <a:srgbClr val="343A43"/>
            </a:solidFill>
            <a:ln w="19050">
              <a:solidFill>
                <a:srgbClr val="9AA0A6"/>
              </a:solidFill>
            </a:ln>
          </p:spPr>
          <p:txBody>
            <a:bodyPr rtlCol="0" anchor="ctr"/>
            <a:lstStyle/>
            <a:p>
              <a:pPr algn="ctr"/>
            </a:p>
          </p:txBody>
        </p:sp>
        <p:sp>
          <p:nvSpPr>
            <p:cNvPr id="22" name="rail"/>
            <p:cNvSpPr/>
            <p:nvPr/>
          </p:nvSpPr>
          <p:spPr>
            <a:xfrm>
              <a:off x="7150608" y="2999232"/>
              <a:ext cx="3072384" cy="64008"/>
            </a:xfrm>
            <a:prstGeom prst="rect">
              <a:avLst/>
            </a:prstGeom>
            <a:solidFill>
              <a:srgbClr val="9AA0A6"/>
            </a:solidFill>
            <a:ln>
              <a:noFill/>
            </a:ln>
          </p:spPr>
          <p:txBody>
            <a:bodyPr rtlCol="0" anchor="ctr"/>
            <a:lstStyle/>
            <a:p>
              <a:pPr algn="ctr"/>
            </a:p>
          </p:txBody>
        </p:sp>
        <p:sp>
          <p:nvSpPr>
            <p:cNvPr id="23" name="platform"/>
            <p:cNvSpPr/>
            <p:nvPr/>
          </p:nvSpPr>
          <p:spPr>
            <a:xfrm>
              <a:off x="7808975" y="2867558"/>
              <a:ext cx="1755648" cy="131673"/>
            </a:xfrm>
            <a:prstGeom prst="rect">
              <a:avLst/>
            </a:prstGeom>
            <a:solidFill>
              <a:srgbClr val="5A606A"/>
            </a:solidFill>
            <a:ln w="12700">
              <a:solidFill>
                <a:srgbClr val="9AA0A6"/>
              </a:solidFill>
            </a:ln>
          </p:spPr>
          <p:txBody>
            <a:bodyPr rtlCol="0" anchor="ctr"/>
            <a:lstStyle/>
            <a:p>
              <a:pPr algn="ctr"/>
            </a:p>
          </p:txBody>
        </p:sp>
        <p:sp>
          <p:nvSpPr>
            <p:cNvPr id="24" name="building"/>
            <p:cNvSpPr/>
            <p:nvPr/>
          </p:nvSpPr>
          <p:spPr>
            <a:xfrm>
              <a:off x="7984540" y="2318918"/>
              <a:ext cx="1185062" cy="548640"/>
            </a:xfrm>
            <a:prstGeom prst="rect">
              <a:avLst/>
            </a:prstGeom>
            <a:solidFill>
              <a:srgbClr val="D6619B"/>
            </a:solidFill>
            <a:ln>
              <a:noFill/>
            </a:ln>
          </p:spPr>
          <p:txBody>
            <a:bodyPr rtlCol="0" anchor="ctr"/>
            <a:lstStyle/>
            <a:p>
              <a:pPr algn="ctr"/>
            </a:p>
          </p:txBody>
        </p:sp>
        <p:sp>
          <p:nvSpPr>
            <p:cNvPr id="25" name="false front"/>
            <p:cNvSpPr/>
            <p:nvPr/>
          </p:nvSpPr>
          <p:spPr>
            <a:xfrm>
              <a:off x="7984540" y="2055571"/>
              <a:ext cx="1185062" cy="263347"/>
            </a:xfrm>
            <a:prstGeom prst="rect">
              <a:avLst/>
            </a:prstGeom>
            <a:solidFill>
              <a:srgbClr val="DE80AF"/>
            </a:solidFill>
            <a:ln>
              <a:noFill/>
            </a:ln>
          </p:spPr>
          <p:txBody>
            <a:bodyPr rtlCol="0" anchor="ctr"/>
            <a:lstStyle/>
            <a:p>
              <a:pPr algn="ctr"/>
            </a:p>
          </p:txBody>
        </p:sp>
        <p:sp>
          <p:nvSpPr>
            <p:cNvPr id="26" name="roof"/>
            <p:cNvSpPr/>
            <p:nvPr/>
          </p:nvSpPr>
          <p:spPr>
            <a:xfrm>
              <a:off x="7940649" y="2296972"/>
              <a:ext cx="1272844" cy="65836"/>
            </a:xfrm>
            <a:prstGeom prst="rect">
              <a:avLst/>
            </a:prstGeom>
            <a:solidFill>
              <a:srgbClr val="803A5D"/>
            </a:solidFill>
            <a:ln>
              <a:noFill/>
            </a:ln>
          </p:spPr>
          <p:txBody>
            <a:bodyPr rtlCol="0" anchor="ctr"/>
            <a:lstStyle/>
            <a:p>
              <a:pPr algn="ctr"/>
            </a:p>
          </p:txBody>
        </p:sp>
        <p:sp>
          <p:nvSpPr>
            <p:cNvPr id="27" name="window"/>
            <p:cNvSpPr/>
            <p:nvPr/>
          </p:nvSpPr>
          <p:spPr>
            <a:xfrm>
              <a:off x="8116214" y="2494483"/>
              <a:ext cx="219456" cy="219456"/>
            </a:xfrm>
            <a:prstGeom prst="rect">
              <a:avLst/>
            </a:prstGeom>
            <a:solidFill>
              <a:srgbClr val="1B1D21"/>
            </a:solidFill>
            <a:ln>
              <a:noFill/>
            </a:ln>
          </p:spPr>
          <p:txBody>
            <a:bodyPr rtlCol="0" anchor="ctr"/>
            <a:lstStyle/>
            <a:p>
              <a:pPr algn="ctr"/>
            </a:p>
          </p:txBody>
        </p:sp>
        <p:sp>
          <p:nvSpPr>
            <p:cNvPr id="28" name="window"/>
            <p:cNvSpPr/>
            <p:nvPr/>
          </p:nvSpPr>
          <p:spPr>
            <a:xfrm>
              <a:off x="8774582" y="2494483"/>
              <a:ext cx="219456" cy="219456"/>
            </a:xfrm>
            <a:prstGeom prst="rect">
              <a:avLst/>
            </a:prstGeom>
            <a:solidFill>
              <a:srgbClr val="1B1D21"/>
            </a:solidFill>
            <a:ln>
              <a:noFill/>
            </a:ln>
          </p:spPr>
          <p:txBody>
            <a:bodyPr rtlCol="0" anchor="ctr"/>
            <a:lstStyle/>
            <a:p>
              <a:pPr algn="ctr"/>
            </a:p>
          </p:txBody>
        </p:sp>
        <p:sp>
          <p:nvSpPr>
            <p:cNvPr id="29" name="door"/>
            <p:cNvSpPr/>
            <p:nvPr/>
          </p:nvSpPr>
          <p:spPr>
            <a:xfrm>
              <a:off x="8445398" y="2450592"/>
              <a:ext cx="219456" cy="482803"/>
            </a:xfrm>
            <a:prstGeom prst="rect">
              <a:avLst/>
            </a:prstGeom>
            <a:solidFill>
              <a:srgbClr val="753555"/>
            </a:solidFill>
            <a:ln>
              <a:noFill/>
            </a:ln>
          </p:spPr>
          <p:txBody>
            <a:bodyPr rtlCol="0" anchor="ctr"/>
            <a:lstStyle/>
            <a:p>
              <a:pPr algn="ctr"/>
            </a:p>
          </p:txBody>
        </p:sp>
        <p:sp>
          <p:nvSpPr>
            <p:cNvPr id="30" name="tank"/>
            <p:cNvSpPr/>
            <p:nvPr/>
          </p:nvSpPr>
          <p:spPr>
            <a:xfrm>
              <a:off x="9257385" y="1638604"/>
              <a:ext cx="307238" cy="285292"/>
            </a:xfrm>
            <a:prstGeom prst="roundRect">
              <a:avLst>
                <a:gd name="adj" fmla="val 7692"/>
              </a:avLst>
            </a:prstGeom>
            <a:solidFill>
              <a:srgbClr val="4DA3FF"/>
            </a:solidFill>
            <a:ln>
              <a:noFill/>
            </a:ln>
          </p:spPr>
          <p:txBody>
            <a:bodyPr rtlCol="0" anchor="ctr"/>
            <a:lstStyle/>
            <a:p>
              <a:pPr algn="ctr"/>
            </a:p>
          </p:txBody>
        </p:sp>
        <p:sp>
          <p:nvSpPr>
            <p:cNvPr id="31" name="tank leg"/>
            <p:cNvSpPr/>
            <p:nvPr/>
          </p:nvSpPr>
          <p:spPr>
            <a:xfrm>
              <a:off x="9279331" y="1923897"/>
              <a:ext cx="21945" cy="943660"/>
            </a:xfrm>
            <a:prstGeom prst="rect">
              <a:avLst/>
            </a:prstGeom>
            <a:solidFill>
              <a:srgbClr val="9AA0A6"/>
            </a:solidFill>
            <a:ln>
              <a:noFill/>
            </a:ln>
          </p:spPr>
          <p:txBody>
            <a:bodyPr rtlCol="0" anchor="ctr"/>
            <a:lstStyle/>
            <a:p>
              <a:pPr algn="ctr"/>
            </a:p>
          </p:txBody>
        </p:sp>
        <p:sp>
          <p:nvSpPr>
            <p:cNvPr id="32" name="tank leg"/>
            <p:cNvSpPr/>
            <p:nvPr/>
          </p:nvSpPr>
          <p:spPr>
            <a:xfrm>
              <a:off x="9520732" y="1923897"/>
              <a:ext cx="21945" cy="943660"/>
            </a:xfrm>
            <a:prstGeom prst="rect">
              <a:avLst/>
            </a:prstGeom>
            <a:solidFill>
              <a:srgbClr val="9AA0A6"/>
            </a:solidFill>
            <a:ln>
              <a:noFill/>
            </a:ln>
          </p:spPr>
          <p:txBody>
            <a:bodyPr rtlCol="0" anchor="ctr"/>
            <a:lstStyle/>
            <a:p>
              <a:pPr algn="ctr"/>
            </a:p>
          </p:txBody>
        </p:sp>
        <p:sp>
          <p:nvSpPr>
            <p:cNvPr id="33" name="player label"/>
            <p:cNvSpPr txBox="1"/>
            <p:nvPr/>
          </p:nvSpPr>
          <p:spPr>
            <a:xfrm>
              <a:off x="6903720" y="3913632"/>
              <a:ext cx="356616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Player 2</a:t>
              </a:r>
            </a:p>
          </p:txBody>
        </p:sp>
        <p:sp>
          <p:nvSpPr>
            <p:cNvPr id="34" name="cross disc"/>
            <p:cNvSpPr/>
            <p:nvPr/>
          </p:nvSpPr>
          <p:spPr>
            <a:xfrm>
              <a:off x="5669280" y="2057400"/>
              <a:ext cx="868680" cy="868680"/>
            </a:xfrm>
            <a:prstGeom prst="ellipse">
              <a:avLst/>
            </a:prstGeom>
            <a:solidFill>
              <a:srgbClr val="1E2126"/>
            </a:solidFill>
            <a:ln w="38100">
              <a:solidFill>
                <a:srgbClr val="E5484D"/>
              </a:solidFill>
            </a:ln>
          </p:spPr>
          <p:txBody>
            <a:bodyPr rtlCol="0" anchor="ctr"/>
            <a:lstStyle/>
            <a:p>
              <a:pPr algn="ctr"/>
            </a:p>
          </p:txBody>
        </p:sp>
        <p:cxnSp>
          <p:nvCxnSpPr>
            <p:cNvPr id="35" name="cross"/>
            <p:cNvCxnSpPr/>
            <p:nvPr/>
          </p:nvCxnSpPr>
          <p:spPr>
            <a:xfrm>
              <a:off x="5884164" y="2272284"/>
              <a:ext cx="438912" cy="438912"/>
            </a:xfrm>
            <a:prstGeom prst="line">
              <a:avLst/>
            </a:prstGeom>
            <a:ln w="101600">
              <a:solidFill>
                <a:srgbClr val="E5484D"/>
              </a:solidFill>
            </a:ln>
          </p:spPr>
        </p:cxnSp>
        <p:cxnSp>
          <p:nvCxnSpPr>
            <p:cNvPr id="36" name="cross"/>
            <p:cNvCxnSpPr/>
            <p:nvPr/>
          </p:nvCxnSpPr>
          <p:spPr>
            <a:xfrm flipV="1">
              <a:off x="5884164" y="2272284"/>
              <a:ext cx="438912" cy="438912"/>
            </a:xfrm>
            <a:prstGeom prst="line">
              <a:avLst/>
            </a:prstGeom>
            <a:ln w="101600">
              <a:solidFill>
                <a:srgbClr val="E5484D"/>
              </a:solidFill>
            </a:ln>
          </p:spPr>
        </p:cxnSp>
      </p:grpSp>
      <p:grpSp>
        <p:nvGrpSpPr>
          <p:cNvPr id="37" name="One shared world style" descr="One shared world card with a single style for every player, marked with a tick."/>
          <p:cNvGrpSpPr/>
          <p:nvPr/>
        </p:nvGrpSpPr>
        <p:grpSpPr>
          <a:xfrm>
            <a:off x="3108960" y="4434840"/>
            <a:ext cx="5943600" cy="1097280"/>
            <a:chOff x="3108960" y="4434840"/>
            <a:chExt cx="5943600" cy="1097280"/>
          </a:xfrm>
        </p:grpSpPr>
        <p:sp>
          <p:nvSpPr>
            <p:cNvPr id="38" name="shared world card"/>
            <p:cNvSpPr/>
            <p:nvPr/>
          </p:nvSpPr>
          <p:spPr>
            <a:xfrm>
              <a:off x="3108960" y="4434840"/>
              <a:ext cx="5943600" cy="1097280"/>
            </a:xfrm>
            <a:prstGeom prst="roundRect">
              <a:avLst>
                <a:gd name="adj" fmla="val 10000"/>
              </a:avLst>
            </a:prstGeom>
            <a:solidFill>
              <a:srgbClr val="2B2F36"/>
            </a:solidFill>
            <a:ln w="25400">
              <a:solidFill>
                <a:srgbClr val="3FB950"/>
              </a:solidFill>
            </a:ln>
          </p:spPr>
          <p:txBody>
            <a:bodyPr rtlCol="0" anchor="ctr"/>
            <a:lstStyle/>
            <a:p>
              <a:pPr algn="ctr"/>
            </a:p>
          </p:txBody>
        </p:sp>
        <p:sp>
          <p:nvSpPr>
            <p:cNvPr id="39" name="globe"/>
            <p:cNvSpPr/>
            <p:nvPr/>
          </p:nvSpPr>
          <p:spPr>
            <a:xfrm>
              <a:off x="3611880" y="4572000"/>
              <a:ext cx="822960" cy="822960"/>
            </a:xfrm>
            <a:prstGeom prst="ellipse">
              <a:avLst/>
            </a:prstGeom>
            <a:solidFill>
              <a:srgbClr val="2D5F8B"/>
            </a:solidFill>
            <a:ln w="25400">
              <a:solidFill>
                <a:srgbClr val="9AA0A6"/>
              </a:solidFill>
            </a:ln>
          </p:spPr>
          <p:txBody>
            <a:bodyPr rtlCol="0" anchor="ctr"/>
            <a:lstStyle/>
            <a:p>
              <a:pPr algn="ctr"/>
            </a:p>
          </p:txBody>
        </p:sp>
        <p:sp>
          <p:nvSpPr>
            <p:cNvPr id="40" name="meridian"/>
            <p:cNvSpPr/>
            <p:nvPr/>
          </p:nvSpPr>
          <p:spPr>
            <a:xfrm>
              <a:off x="3838194" y="4572000"/>
              <a:ext cx="370332" cy="822960"/>
            </a:xfrm>
            <a:prstGeom prst="ellipse">
              <a:avLst/>
            </a:prstGeom>
            <a:noFill/>
            <a:ln w="15875">
              <a:solidFill>
                <a:srgbClr val="AEB3B7"/>
              </a:solidFill>
            </a:ln>
          </p:spPr>
          <p:txBody>
            <a:bodyPr rtlCol="0" anchor="ctr"/>
            <a:lstStyle/>
            <a:p>
              <a:pPr algn="ctr"/>
            </a:p>
          </p:txBody>
        </p:sp>
        <p:cxnSp>
          <p:nvCxnSpPr>
            <p:cNvPr id="41" name="axis"/>
            <p:cNvCxnSpPr/>
            <p:nvPr/>
          </p:nvCxnSpPr>
          <p:spPr>
            <a:xfrm>
              <a:off x="4023360" y="4572000"/>
              <a:ext cx="0" cy="822960"/>
            </a:xfrm>
            <a:prstGeom prst="line">
              <a:avLst/>
            </a:prstGeom>
            <a:ln w="15875">
              <a:solidFill>
                <a:srgbClr val="AEB3B7"/>
              </a:solidFill>
            </a:ln>
          </p:spPr>
        </p:cxnSp>
        <p:cxnSp>
          <p:nvCxnSpPr>
            <p:cNvPr id="42" name="equator"/>
            <p:cNvCxnSpPr/>
            <p:nvPr/>
          </p:nvCxnSpPr>
          <p:spPr>
            <a:xfrm>
              <a:off x="3611880" y="4983480"/>
              <a:ext cx="822960" cy="0"/>
            </a:xfrm>
            <a:prstGeom prst="line">
              <a:avLst/>
            </a:prstGeom>
            <a:ln w="15875">
              <a:solidFill>
                <a:srgbClr val="AEB3B7"/>
              </a:solidFill>
            </a:ln>
          </p:spPr>
        </p:cxnSp>
        <p:sp>
          <p:nvSpPr>
            <p:cNvPr id="43" name="land"/>
            <p:cNvSpPr/>
            <p:nvPr/>
          </p:nvSpPr>
          <p:spPr>
            <a:xfrm>
              <a:off x="3797046" y="4736592"/>
              <a:ext cx="267462" cy="226314"/>
            </a:xfrm>
            <a:custGeom>
              <a:avLst/>
              <a:gdLst/>
              <a:ahLst/>
              <a:cxnLst/>
              <a:rect l="l" t="t" r="r" b="b"/>
              <a:pathLst>
                <a:path w="267462" h="226314">
                  <a:moveTo>
                    <a:pt x="0" y="102870"/>
                  </a:moveTo>
                  <a:lnTo>
                    <a:pt x="144018" y="0"/>
                  </a:lnTo>
                  <a:lnTo>
                    <a:pt x="267462" y="102870"/>
                  </a:lnTo>
                  <a:lnTo>
                    <a:pt x="185166" y="226314"/>
                  </a:lnTo>
                  <a:lnTo>
                    <a:pt x="20574" y="226314"/>
                  </a:lnTo>
                  <a:close/>
                </a:path>
              </a:pathLst>
            </a:custGeom>
            <a:solidFill>
              <a:srgbClr val="4F8F5B"/>
            </a:solidFill>
            <a:ln>
              <a:noFill/>
            </a:ln>
          </p:spPr>
          <p:txBody>
            <a:bodyPr rtlCol="0" anchor="ctr"/>
            <a:lstStyle/>
            <a:p>
              <a:pPr algn="ctr"/>
            </a:p>
          </p:txBody>
        </p:sp>
        <p:sp>
          <p:nvSpPr>
            <p:cNvPr id="44" name="land"/>
            <p:cNvSpPr/>
            <p:nvPr/>
          </p:nvSpPr>
          <p:spPr>
            <a:xfrm>
              <a:off x="4085082" y="5024628"/>
              <a:ext cx="185166" cy="205740"/>
            </a:xfrm>
            <a:custGeom>
              <a:avLst/>
              <a:gdLst/>
              <a:ahLst/>
              <a:cxnLst/>
              <a:rect l="l" t="t" r="r" b="b"/>
              <a:pathLst>
                <a:path w="185166" h="205740">
                  <a:moveTo>
                    <a:pt x="20574" y="0"/>
                  </a:moveTo>
                  <a:lnTo>
                    <a:pt x="185166" y="41148"/>
                  </a:lnTo>
                  <a:lnTo>
                    <a:pt x="123444" y="205740"/>
                  </a:lnTo>
                  <a:lnTo>
                    <a:pt x="0" y="144018"/>
                  </a:lnTo>
                  <a:close/>
                </a:path>
              </a:pathLst>
            </a:custGeom>
            <a:solidFill>
              <a:srgbClr val="4F8F5B"/>
            </a:solidFill>
            <a:ln>
              <a:noFill/>
            </a:ln>
          </p:spPr>
          <p:txBody>
            <a:bodyPr rtlCol="0" anchor="ctr"/>
            <a:lstStyle/>
            <a:p>
              <a:pPr algn="ctr"/>
            </a:p>
          </p:txBody>
        </p:sp>
        <p:sp>
          <p:nvSpPr>
            <p:cNvPr id="45" name="shared label"/>
            <p:cNvSpPr txBox="1"/>
            <p:nvPr/>
          </p:nvSpPr>
          <p:spPr>
            <a:xfrm>
              <a:off x="4617720" y="4434840"/>
              <a:ext cx="3474720" cy="1097280"/>
            </a:xfrm>
            <a:prstGeom prst="rect">
              <a:avLst/>
            </a:prstGeom>
            <a:noFill/>
          </p:spPr>
          <p:txBody>
            <a:bodyPr wrap="square" anchor="ctr" lIns="18288" tIns="9144" rIns="18288" bIns="9144">
              <a:noAutofit/>
            </a:bodyPr>
            <a:lstStyle/>
            <a:p>
              <a:pPr algn="l"/>
              <a:r>
                <a:rPr sz="2000" b="1" i="0" lang="en-GB">
                  <a:solidFill>
                    <a:srgbClr val="F2F2F2"/>
                  </a:solidFill>
                  <a:latin typeface="Arial"/>
                </a:rPr>
                <a:t>One shared world style</a:t>
              </a:r>
            </a:p>
          </p:txBody>
        </p:sp>
        <p:sp>
          <p:nvSpPr>
            <p:cNvPr id="46" name="tick"/>
            <p:cNvSpPr/>
            <p:nvPr/>
          </p:nvSpPr>
          <p:spPr>
            <a:xfrm>
              <a:off x="8092440" y="4800600"/>
              <a:ext cx="457200" cy="356616"/>
            </a:xfrm>
            <a:custGeom>
              <a:avLst/>
              <a:gdLst/>
              <a:ahLst/>
              <a:cxnLst/>
              <a:rect l="l" t="t" r="r" b="b"/>
              <a:pathLst>
                <a:path w="457200" h="356616">
                  <a:moveTo>
                    <a:pt x="0" y="182880"/>
                  </a:moveTo>
                  <a:lnTo>
                    <a:pt x="173735" y="356616"/>
                  </a:lnTo>
                  <a:lnTo>
                    <a:pt x="457200" y="0"/>
                  </a:lnTo>
                </a:path>
              </a:pathLst>
            </a:custGeom>
            <a:noFill/>
            <a:ln w="76200">
              <a:solidFill>
                <a:srgbClr val="3FB950"/>
              </a:solidFill>
            </a:ln>
          </p:spPr>
          <p:txBody>
            <a:bodyPr rtlCol="0" anchor="ctr"/>
            <a:lstStyle/>
            <a:p>
              <a:pPr algn="ctr"/>
            </a:p>
          </p:txBody>
        </p:sp>
      </p:grpSp>
      <p:sp>
        <p:nvSpPr>
          <p:cNvPr id="4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48"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49"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Two players seeing different stations would be confusing. So the style belongs to the world.</a:t>
            </a:r>
          </a:p>
        </p:txBody>
      </p:sp>
      <p:sp>
        <p:nvSpPr>
          <p:cNvPr id="50"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What changes with the region</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Before and after strip" descr="A before and after strip. A station, an engine and a wagon each change their look when the region changes, and stock you already own changes too."/>
          <p:cNvGrpSpPr/>
          <p:nvPr/>
        </p:nvGrpSpPr>
        <p:grpSpPr>
          <a:xfrm>
            <a:off x="548640" y="1261872"/>
            <a:ext cx="11018520" cy="3813048"/>
            <a:chOff x="548640" y="1261872"/>
            <a:chExt cx="11018520" cy="3813048"/>
          </a:xfrm>
        </p:grpSpPr>
        <p:sp>
          <p:nvSpPr>
            <p:cNvPr id="5" name="column heading"/>
            <p:cNvSpPr txBox="1"/>
            <p:nvPr/>
          </p:nvSpPr>
          <p:spPr>
            <a:xfrm>
              <a:off x="1783080" y="1261872"/>
              <a:ext cx="310896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Station</a:t>
              </a:r>
            </a:p>
          </p:txBody>
        </p:sp>
        <p:sp>
          <p:nvSpPr>
            <p:cNvPr id="6" name="column heading"/>
            <p:cNvSpPr txBox="1"/>
            <p:nvPr/>
          </p:nvSpPr>
          <p:spPr>
            <a:xfrm>
              <a:off x="5120640" y="1261872"/>
              <a:ext cx="310896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Engine</a:t>
              </a:r>
            </a:p>
          </p:txBody>
        </p:sp>
        <p:sp>
          <p:nvSpPr>
            <p:cNvPr id="7" name="column heading"/>
            <p:cNvSpPr txBox="1"/>
            <p:nvPr/>
          </p:nvSpPr>
          <p:spPr>
            <a:xfrm>
              <a:off x="8458200" y="1261872"/>
              <a:ext cx="310896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Wagon</a:t>
              </a:r>
            </a:p>
          </p:txBody>
        </p:sp>
        <p:sp>
          <p:nvSpPr>
            <p:cNvPr id="8" name="row heading"/>
            <p:cNvSpPr txBox="1"/>
            <p:nvPr/>
          </p:nvSpPr>
          <p:spPr>
            <a:xfrm>
              <a:off x="548640" y="1737360"/>
              <a:ext cx="1188720" cy="1417320"/>
            </a:xfrm>
            <a:prstGeom prst="rect">
              <a:avLst/>
            </a:prstGeom>
            <a:noFill/>
          </p:spPr>
          <p:txBody>
            <a:bodyPr wrap="square" anchor="ctr" lIns="18288" tIns="9144" rIns="18288" bIns="9144">
              <a:noAutofit/>
            </a:bodyPr>
            <a:lstStyle/>
            <a:p>
              <a:pPr algn="l"/>
              <a:r>
                <a:rPr sz="1800" b="1" i="0" lang="en-GB">
                  <a:solidFill>
                    <a:srgbClr val="F2F2F2"/>
                  </a:solidFill>
                  <a:latin typeface="Arial"/>
                </a:rPr>
                <a:t>Before</a:t>
              </a:r>
            </a:p>
          </p:txBody>
        </p:sp>
        <p:sp>
          <p:nvSpPr>
            <p:cNvPr id="9" name="row heading"/>
            <p:cNvSpPr txBox="1"/>
            <p:nvPr/>
          </p:nvSpPr>
          <p:spPr>
            <a:xfrm>
              <a:off x="548640" y="3657600"/>
              <a:ext cx="1188720" cy="1417320"/>
            </a:xfrm>
            <a:prstGeom prst="rect">
              <a:avLst/>
            </a:prstGeom>
            <a:noFill/>
          </p:spPr>
          <p:txBody>
            <a:bodyPr wrap="square" anchor="ctr" lIns="18288" tIns="9144" rIns="18288" bIns="9144">
              <a:noAutofit/>
            </a:bodyPr>
            <a:lstStyle/>
            <a:p>
              <a:pPr algn="l"/>
              <a:r>
                <a:rPr sz="1800" b="1" i="0" lang="en-GB">
                  <a:solidFill>
                    <a:srgbClr val="F2F2F2"/>
                  </a:solidFill>
                  <a:latin typeface="Arial"/>
                </a:rPr>
                <a:t>After</a:t>
              </a:r>
            </a:p>
          </p:txBody>
        </p:sp>
        <p:sp>
          <p:nvSpPr>
            <p:cNvPr id="10" name="panel"/>
            <p:cNvSpPr/>
            <p:nvPr/>
          </p:nvSpPr>
          <p:spPr>
            <a:xfrm>
              <a:off x="1783080" y="1737360"/>
              <a:ext cx="3108960" cy="1417320"/>
            </a:xfrm>
            <a:prstGeom prst="roundRect">
              <a:avLst>
                <a:gd name="adj" fmla="val 6451"/>
              </a:avLst>
            </a:prstGeom>
            <a:solidFill>
              <a:srgbClr val="2B2F36"/>
            </a:solidFill>
            <a:ln w="19050">
              <a:solidFill>
                <a:srgbClr val="4A515B"/>
              </a:solidFill>
            </a:ln>
          </p:spPr>
          <p:txBody>
            <a:bodyPr rtlCol="0" anchor="ctr"/>
            <a:lstStyle/>
            <a:p>
              <a:pPr algn="ctr"/>
            </a:p>
          </p:txBody>
        </p:sp>
        <p:sp>
          <p:nvSpPr>
            <p:cNvPr id="11" name="panel"/>
            <p:cNvSpPr/>
            <p:nvPr/>
          </p:nvSpPr>
          <p:spPr>
            <a:xfrm>
              <a:off x="5120640" y="1737360"/>
              <a:ext cx="3108960" cy="1417320"/>
            </a:xfrm>
            <a:prstGeom prst="roundRect">
              <a:avLst>
                <a:gd name="adj" fmla="val 6451"/>
              </a:avLst>
            </a:prstGeom>
            <a:solidFill>
              <a:srgbClr val="2B2F36"/>
            </a:solidFill>
            <a:ln w="19050">
              <a:solidFill>
                <a:srgbClr val="4A515B"/>
              </a:solidFill>
            </a:ln>
          </p:spPr>
          <p:txBody>
            <a:bodyPr rtlCol="0" anchor="ctr"/>
            <a:lstStyle/>
            <a:p>
              <a:pPr algn="ctr"/>
            </a:p>
          </p:txBody>
        </p:sp>
        <p:sp>
          <p:nvSpPr>
            <p:cNvPr id="12" name="panel"/>
            <p:cNvSpPr/>
            <p:nvPr/>
          </p:nvSpPr>
          <p:spPr>
            <a:xfrm>
              <a:off x="8458200" y="1737360"/>
              <a:ext cx="3108960" cy="1417320"/>
            </a:xfrm>
            <a:prstGeom prst="roundRect">
              <a:avLst>
                <a:gd name="adj" fmla="val 6451"/>
              </a:avLst>
            </a:prstGeom>
            <a:solidFill>
              <a:srgbClr val="2B2F36"/>
            </a:solidFill>
            <a:ln w="19050">
              <a:solidFill>
                <a:srgbClr val="4A515B"/>
              </a:solidFill>
            </a:ln>
          </p:spPr>
          <p:txBody>
            <a:bodyPr rtlCol="0" anchor="ctr"/>
            <a:lstStyle/>
            <a:p>
              <a:pPr algn="ctr"/>
            </a:p>
          </p:txBody>
        </p:sp>
        <p:sp>
          <p:nvSpPr>
            <p:cNvPr id="13" name="rail"/>
            <p:cNvSpPr/>
            <p:nvPr/>
          </p:nvSpPr>
          <p:spPr>
            <a:xfrm>
              <a:off x="1965960" y="2944368"/>
              <a:ext cx="2743200" cy="45720"/>
            </a:xfrm>
            <a:prstGeom prst="rect">
              <a:avLst/>
            </a:prstGeom>
            <a:solidFill>
              <a:srgbClr val="9AA0A6"/>
            </a:solidFill>
            <a:ln>
              <a:noFill/>
            </a:ln>
          </p:spPr>
          <p:txBody>
            <a:bodyPr rtlCol="0" anchor="ctr"/>
            <a:lstStyle/>
            <a:p>
              <a:pPr algn="ctr"/>
            </a:p>
          </p:txBody>
        </p:sp>
        <p:sp>
          <p:nvSpPr>
            <p:cNvPr id="14" name="rail"/>
            <p:cNvSpPr/>
            <p:nvPr/>
          </p:nvSpPr>
          <p:spPr>
            <a:xfrm>
              <a:off x="5303520" y="2944368"/>
              <a:ext cx="2743200" cy="45720"/>
            </a:xfrm>
            <a:prstGeom prst="rect">
              <a:avLst/>
            </a:prstGeom>
            <a:solidFill>
              <a:srgbClr val="9AA0A6"/>
            </a:solidFill>
            <a:ln>
              <a:noFill/>
            </a:ln>
          </p:spPr>
          <p:txBody>
            <a:bodyPr rtlCol="0" anchor="ctr"/>
            <a:lstStyle/>
            <a:p>
              <a:pPr algn="ctr"/>
            </a:p>
          </p:txBody>
        </p:sp>
        <p:sp>
          <p:nvSpPr>
            <p:cNvPr id="15" name="rail"/>
            <p:cNvSpPr/>
            <p:nvPr/>
          </p:nvSpPr>
          <p:spPr>
            <a:xfrm>
              <a:off x="8641080" y="2944368"/>
              <a:ext cx="2743200" cy="45720"/>
            </a:xfrm>
            <a:prstGeom prst="rect">
              <a:avLst/>
            </a:prstGeom>
            <a:solidFill>
              <a:srgbClr val="9AA0A6"/>
            </a:solidFill>
            <a:ln>
              <a:noFill/>
            </a:ln>
          </p:spPr>
          <p:txBody>
            <a:bodyPr rtlCol="0" anchor="ctr"/>
            <a:lstStyle/>
            <a:p>
              <a:pPr algn="ctr"/>
            </a:p>
          </p:txBody>
        </p:sp>
        <p:sp>
          <p:nvSpPr>
            <p:cNvPr id="16" name="platform"/>
            <p:cNvSpPr/>
            <p:nvPr/>
          </p:nvSpPr>
          <p:spPr>
            <a:xfrm>
              <a:off x="2642615" y="2840126"/>
              <a:ext cx="1389888" cy="104241"/>
            </a:xfrm>
            <a:prstGeom prst="rect">
              <a:avLst/>
            </a:prstGeom>
            <a:solidFill>
              <a:srgbClr val="5A606A"/>
            </a:solidFill>
            <a:ln w="12700">
              <a:solidFill>
                <a:srgbClr val="9AA0A6"/>
              </a:solidFill>
            </a:ln>
          </p:spPr>
          <p:txBody>
            <a:bodyPr rtlCol="0" anchor="ctr"/>
            <a:lstStyle/>
            <a:p>
              <a:pPr algn="ctr"/>
            </a:p>
          </p:txBody>
        </p:sp>
        <p:sp>
          <p:nvSpPr>
            <p:cNvPr id="17" name="building"/>
            <p:cNvSpPr/>
            <p:nvPr/>
          </p:nvSpPr>
          <p:spPr>
            <a:xfrm>
              <a:off x="2781604" y="2318918"/>
              <a:ext cx="903427" cy="521208"/>
            </a:xfrm>
            <a:prstGeom prst="rect">
              <a:avLst/>
            </a:prstGeom>
            <a:solidFill>
              <a:srgbClr val="2BB5B0"/>
            </a:solidFill>
            <a:ln>
              <a:noFill/>
            </a:ln>
          </p:spPr>
          <p:txBody>
            <a:bodyPr rtlCol="0" anchor="ctr"/>
            <a:lstStyle/>
            <a:p>
              <a:pPr algn="ctr"/>
            </a:p>
          </p:txBody>
        </p:sp>
        <p:sp>
          <p:nvSpPr>
            <p:cNvPr id="18" name="gable roof"/>
            <p:cNvSpPr/>
            <p:nvPr/>
          </p:nvSpPr>
          <p:spPr>
            <a:xfrm>
              <a:off x="2729484" y="1971446"/>
              <a:ext cx="1007668" cy="347472"/>
            </a:xfrm>
            <a:custGeom>
              <a:avLst/>
              <a:gdLst/>
              <a:ahLst/>
              <a:cxnLst/>
              <a:rect l="l" t="t" r="r" b="b"/>
              <a:pathLst>
                <a:path w="1007668" h="347472">
                  <a:moveTo>
                    <a:pt x="0" y="347472"/>
                  </a:moveTo>
                  <a:lnTo>
                    <a:pt x="503834" y="0"/>
                  </a:lnTo>
                  <a:lnTo>
                    <a:pt x="1007668" y="347472"/>
                  </a:lnTo>
                  <a:close/>
                </a:path>
              </a:pathLst>
            </a:custGeom>
            <a:solidFill>
              <a:srgbClr val="1B7572"/>
            </a:solidFill>
            <a:ln>
              <a:noFill/>
            </a:ln>
          </p:spPr>
          <p:txBody>
            <a:bodyPr rtlCol="0" anchor="ctr"/>
            <a:lstStyle/>
            <a:p>
              <a:pPr algn="ctr"/>
            </a:p>
          </p:txBody>
        </p:sp>
        <p:sp>
          <p:nvSpPr>
            <p:cNvPr id="19" name="chimney"/>
            <p:cNvSpPr/>
            <p:nvPr/>
          </p:nvSpPr>
          <p:spPr>
            <a:xfrm>
              <a:off x="3476548" y="2006193"/>
              <a:ext cx="95554" cy="225856"/>
            </a:xfrm>
            <a:prstGeom prst="rect">
              <a:avLst/>
            </a:prstGeom>
            <a:solidFill>
              <a:srgbClr val="3A3F47"/>
            </a:solidFill>
            <a:ln>
              <a:noFill/>
            </a:ln>
          </p:spPr>
          <p:txBody>
            <a:bodyPr rtlCol="0" anchor="ctr"/>
            <a:lstStyle/>
            <a:p>
              <a:pPr algn="ctr"/>
            </a:p>
          </p:txBody>
        </p:sp>
        <p:sp>
          <p:nvSpPr>
            <p:cNvPr id="20" name="window"/>
            <p:cNvSpPr/>
            <p:nvPr/>
          </p:nvSpPr>
          <p:spPr>
            <a:xfrm>
              <a:off x="2868472" y="2457907"/>
              <a:ext cx="173736" cy="173736"/>
            </a:xfrm>
            <a:prstGeom prst="rect">
              <a:avLst/>
            </a:prstGeom>
            <a:solidFill>
              <a:srgbClr val="1B1D21"/>
            </a:solidFill>
            <a:ln>
              <a:noFill/>
            </a:ln>
          </p:spPr>
          <p:txBody>
            <a:bodyPr rtlCol="0" anchor="ctr"/>
            <a:lstStyle/>
            <a:p>
              <a:pPr algn="ctr"/>
            </a:p>
          </p:txBody>
        </p:sp>
        <p:sp>
          <p:nvSpPr>
            <p:cNvPr id="21" name="window"/>
            <p:cNvSpPr/>
            <p:nvPr/>
          </p:nvSpPr>
          <p:spPr>
            <a:xfrm>
              <a:off x="3407054" y="2457907"/>
              <a:ext cx="173736" cy="173736"/>
            </a:xfrm>
            <a:prstGeom prst="rect">
              <a:avLst/>
            </a:prstGeom>
            <a:solidFill>
              <a:srgbClr val="1B1D21"/>
            </a:solidFill>
            <a:ln>
              <a:noFill/>
            </a:ln>
          </p:spPr>
          <p:txBody>
            <a:bodyPr rtlCol="0" anchor="ctr"/>
            <a:lstStyle/>
            <a:p>
              <a:pPr algn="ctr"/>
            </a:p>
          </p:txBody>
        </p:sp>
        <p:sp>
          <p:nvSpPr>
            <p:cNvPr id="22" name="door"/>
            <p:cNvSpPr/>
            <p:nvPr/>
          </p:nvSpPr>
          <p:spPr>
            <a:xfrm>
              <a:off x="3146450" y="2423159"/>
              <a:ext cx="156362" cy="416966"/>
            </a:xfrm>
            <a:prstGeom prst="rect">
              <a:avLst/>
            </a:prstGeom>
            <a:solidFill>
              <a:srgbClr val="176360"/>
            </a:solidFill>
            <a:ln>
              <a:noFill/>
            </a:ln>
          </p:spPr>
          <p:txBody>
            <a:bodyPr rtlCol="0" anchor="ctr"/>
            <a:lstStyle/>
            <a:p>
              <a:pPr algn="ctr"/>
            </a:p>
          </p:txBody>
        </p:sp>
        <p:sp>
          <p:nvSpPr>
            <p:cNvPr id="23" name="tender frame"/>
            <p:cNvSpPr/>
            <p:nvPr/>
          </p:nvSpPr>
          <p:spPr>
            <a:xfrm>
              <a:off x="5447538" y="2745486"/>
              <a:ext cx="562355" cy="61721"/>
            </a:xfrm>
            <a:prstGeom prst="rect">
              <a:avLst/>
            </a:prstGeom>
            <a:solidFill>
              <a:srgbClr val="3A3F47"/>
            </a:solidFill>
            <a:ln w="9525">
              <a:solidFill>
                <a:srgbClr val="9AA0A6"/>
              </a:solidFill>
            </a:ln>
          </p:spPr>
          <p:txBody>
            <a:bodyPr rtlCol="0" anchor="ctr"/>
            <a:lstStyle/>
            <a:p>
              <a:pPr algn="ctr"/>
            </a:p>
          </p:txBody>
        </p:sp>
        <p:sp>
          <p:nvSpPr>
            <p:cNvPr id="24" name="tender body"/>
            <p:cNvSpPr/>
            <p:nvPr/>
          </p:nvSpPr>
          <p:spPr>
            <a:xfrm>
              <a:off x="5447538" y="2519172"/>
              <a:ext cx="562355" cy="226314"/>
            </a:xfrm>
            <a:prstGeom prst="roundRect">
              <a:avLst>
                <a:gd name="adj" fmla="val 3030"/>
              </a:avLst>
            </a:prstGeom>
            <a:solidFill>
              <a:srgbClr val="2BB5B0"/>
            </a:solidFill>
            <a:ln>
              <a:noFill/>
            </a:ln>
          </p:spPr>
          <p:txBody>
            <a:bodyPr rtlCol="0" anchor="ctr"/>
            <a:lstStyle/>
            <a:p>
              <a:pPr algn="ctr"/>
            </a:p>
          </p:txBody>
        </p:sp>
        <p:sp>
          <p:nvSpPr>
            <p:cNvPr id="25" name="tender coal"/>
            <p:cNvSpPr/>
            <p:nvPr/>
          </p:nvSpPr>
          <p:spPr>
            <a:xfrm>
              <a:off x="5468112" y="2423160"/>
              <a:ext cx="521208" cy="96012"/>
            </a:xfrm>
            <a:custGeom>
              <a:avLst/>
              <a:gdLst/>
              <a:ahLst/>
              <a:cxnLst/>
              <a:rect l="l" t="t" r="r" b="b"/>
              <a:pathLst>
                <a:path w="521208" h="96012">
                  <a:moveTo>
                    <a:pt x="0" y="96012"/>
                  </a:moveTo>
                  <a:lnTo>
                    <a:pt x="102869" y="6858"/>
                  </a:lnTo>
                  <a:lnTo>
                    <a:pt x="308610" y="0"/>
                  </a:lnTo>
                  <a:lnTo>
                    <a:pt x="521208" y="96012"/>
                  </a:lnTo>
                  <a:close/>
                </a:path>
              </a:pathLst>
            </a:custGeom>
            <a:solidFill>
              <a:srgbClr val="1B1D21"/>
            </a:solidFill>
            <a:ln w="12700">
              <a:solidFill>
                <a:srgbClr val="6B7078"/>
              </a:solidFill>
            </a:ln>
          </p:spPr>
          <p:txBody>
            <a:bodyPr rtlCol="0" anchor="ctr"/>
            <a:lstStyle/>
            <a:p>
              <a:pPr algn="ctr"/>
            </a:p>
          </p:txBody>
        </p:sp>
        <p:sp>
          <p:nvSpPr>
            <p:cNvPr id="26" name="coupling"/>
            <p:cNvSpPr/>
            <p:nvPr/>
          </p:nvSpPr>
          <p:spPr>
            <a:xfrm>
              <a:off x="6009894" y="2663189"/>
              <a:ext cx="48006" cy="20573"/>
            </a:xfrm>
            <a:prstGeom prst="rect">
              <a:avLst/>
            </a:prstGeom>
            <a:solidFill>
              <a:srgbClr val="9AA0A6"/>
            </a:solidFill>
            <a:ln>
              <a:noFill/>
            </a:ln>
          </p:spPr>
          <p:txBody>
            <a:bodyPr rtlCol="0" anchor="ctr"/>
            <a:lstStyle/>
            <a:p>
              <a:pPr algn="ctr"/>
            </a:p>
          </p:txBody>
        </p:sp>
        <p:sp>
          <p:nvSpPr>
            <p:cNvPr id="27" name="wheel"/>
            <p:cNvSpPr/>
            <p:nvPr/>
          </p:nvSpPr>
          <p:spPr>
            <a:xfrm>
              <a:off x="5488686" y="2752344"/>
              <a:ext cx="192024" cy="192024"/>
            </a:xfrm>
            <a:prstGeom prst="ellipse">
              <a:avLst/>
            </a:prstGeom>
            <a:solidFill>
              <a:srgbClr val="1B1D21"/>
            </a:solidFill>
            <a:ln w="19050">
              <a:solidFill>
                <a:srgbClr val="9AA0A6"/>
              </a:solidFill>
            </a:ln>
          </p:spPr>
          <p:txBody>
            <a:bodyPr rtlCol="0" anchor="ctr"/>
            <a:lstStyle/>
            <a:p>
              <a:pPr algn="ctr"/>
            </a:p>
          </p:txBody>
        </p:sp>
        <p:sp>
          <p:nvSpPr>
            <p:cNvPr id="28" name="hub"/>
            <p:cNvSpPr/>
            <p:nvPr/>
          </p:nvSpPr>
          <p:spPr>
            <a:xfrm>
              <a:off x="5559734" y="2823392"/>
              <a:ext cx="49926" cy="49926"/>
            </a:xfrm>
            <a:prstGeom prst="ellipse">
              <a:avLst/>
            </a:prstGeom>
            <a:solidFill>
              <a:srgbClr val="9AA0A6"/>
            </a:solidFill>
            <a:ln>
              <a:noFill/>
            </a:ln>
          </p:spPr>
          <p:txBody>
            <a:bodyPr rtlCol="0" anchor="ctr"/>
            <a:lstStyle/>
            <a:p>
              <a:pPr algn="ctr"/>
            </a:p>
          </p:txBody>
        </p:sp>
        <p:sp>
          <p:nvSpPr>
            <p:cNvPr id="29" name="wheel"/>
            <p:cNvSpPr/>
            <p:nvPr/>
          </p:nvSpPr>
          <p:spPr>
            <a:xfrm>
              <a:off x="5776721" y="2752344"/>
              <a:ext cx="192024" cy="192024"/>
            </a:xfrm>
            <a:prstGeom prst="ellipse">
              <a:avLst/>
            </a:prstGeom>
            <a:solidFill>
              <a:srgbClr val="1B1D21"/>
            </a:solidFill>
            <a:ln w="19050">
              <a:solidFill>
                <a:srgbClr val="9AA0A6"/>
              </a:solidFill>
            </a:ln>
          </p:spPr>
          <p:txBody>
            <a:bodyPr rtlCol="0" anchor="ctr"/>
            <a:lstStyle/>
            <a:p>
              <a:pPr algn="ctr"/>
            </a:p>
          </p:txBody>
        </p:sp>
        <p:sp>
          <p:nvSpPr>
            <p:cNvPr id="30" name="hub"/>
            <p:cNvSpPr/>
            <p:nvPr/>
          </p:nvSpPr>
          <p:spPr>
            <a:xfrm>
              <a:off x="5847770" y="2823392"/>
              <a:ext cx="49926" cy="49926"/>
            </a:xfrm>
            <a:prstGeom prst="ellipse">
              <a:avLst/>
            </a:prstGeom>
            <a:solidFill>
              <a:srgbClr val="9AA0A6"/>
            </a:solidFill>
            <a:ln>
              <a:noFill/>
            </a:ln>
          </p:spPr>
          <p:txBody>
            <a:bodyPr rtlCol="0" anchor="ctr"/>
            <a:lstStyle/>
            <a:p>
              <a:pPr algn="ctr"/>
            </a:p>
          </p:txBody>
        </p:sp>
        <p:sp>
          <p:nvSpPr>
            <p:cNvPr id="31" name="frame"/>
            <p:cNvSpPr/>
            <p:nvPr/>
          </p:nvSpPr>
          <p:spPr>
            <a:xfrm>
              <a:off x="6057899" y="2745486"/>
              <a:ext cx="1803654" cy="61721"/>
            </a:xfrm>
            <a:prstGeom prst="rect">
              <a:avLst/>
            </a:prstGeom>
            <a:solidFill>
              <a:srgbClr val="3A3F47"/>
            </a:solidFill>
            <a:ln w="9525">
              <a:solidFill>
                <a:srgbClr val="9AA0A6"/>
              </a:solidFill>
            </a:ln>
          </p:spPr>
          <p:txBody>
            <a:bodyPr rtlCol="0" anchor="ctr"/>
            <a:lstStyle/>
            <a:p>
              <a:pPr algn="ctr"/>
            </a:p>
          </p:txBody>
        </p:sp>
        <p:sp>
          <p:nvSpPr>
            <p:cNvPr id="32" name="cab"/>
            <p:cNvSpPr/>
            <p:nvPr/>
          </p:nvSpPr>
          <p:spPr>
            <a:xfrm>
              <a:off x="6057899" y="2368296"/>
              <a:ext cx="274320" cy="377190"/>
            </a:xfrm>
            <a:prstGeom prst="roundRect">
              <a:avLst>
                <a:gd name="adj" fmla="val 2500"/>
              </a:avLst>
            </a:prstGeom>
            <a:solidFill>
              <a:srgbClr val="2BB5B0"/>
            </a:solidFill>
            <a:ln>
              <a:noFill/>
            </a:ln>
          </p:spPr>
          <p:txBody>
            <a:bodyPr rtlCol="0" anchor="ctr"/>
            <a:lstStyle/>
            <a:p>
              <a:pPr algn="ctr"/>
            </a:p>
          </p:txBody>
        </p:sp>
        <p:sp>
          <p:nvSpPr>
            <p:cNvPr id="33" name="cab roof"/>
            <p:cNvSpPr/>
            <p:nvPr/>
          </p:nvSpPr>
          <p:spPr>
            <a:xfrm>
              <a:off x="6044183" y="2334006"/>
              <a:ext cx="301752" cy="34290"/>
            </a:xfrm>
            <a:prstGeom prst="rect">
              <a:avLst/>
            </a:prstGeom>
            <a:solidFill>
              <a:srgbClr val="3A3F47"/>
            </a:solidFill>
            <a:ln w="9525">
              <a:solidFill>
                <a:srgbClr val="9AA0A6"/>
              </a:solidFill>
            </a:ln>
          </p:spPr>
          <p:txBody>
            <a:bodyPr rtlCol="0" anchor="ctr"/>
            <a:lstStyle/>
            <a:p>
              <a:pPr algn="ctr"/>
            </a:p>
          </p:txBody>
        </p:sp>
        <p:sp>
          <p:nvSpPr>
            <p:cNvPr id="34" name="cab window"/>
            <p:cNvSpPr/>
            <p:nvPr/>
          </p:nvSpPr>
          <p:spPr>
            <a:xfrm>
              <a:off x="6126479" y="2423160"/>
              <a:ext cx="123444" cy="123443"/>
            </a:xfrm>
            <a:prstGeom prst="rect">
              <a:avLst/>
            </a:prstGeom>
            <a:solidFill>
              <a:srgbClr val="1B1D21"/>
            </a:solidFill>
            <a:ln>
              <a:noFill/>
            </a:ln>
          </p:spPr>
          <p:txBody>
            <a:bodyPr rtlCol="0" anchor="ctr"/>
            <a:lstStyle/>
            <a:p>
              <a:pPr algn="ctr"/>
            </a:p>
          </p:txBody>
        </p:sp>
        <p:sp>
          <p:nvSpPr>
            <p:cNvPr id="35" name="boiler"/>
            <p:cNvSpPr/>
            <p:nvPr/>
          </p:nvSpPr>
          <p:spPr>
            <a:xfrm>
              <a:off x="6332219" y="2402585"/>
              <a:ext cx="1392174" cy="274320"/>
            </a:xfrm>
            <a:prstGeom prst="roundRect">
              <a:avLst>
                <a:gd name="adj" fmla="val 25000"/>
              </a:avLst>
            </a:prstGeom>
            <a:solidFill>
              <a:srgbClr val="2BB5B0"/>
            </a:solidFill>
            <a:ln>
              <a:noFill/>
            </a:ln>
          </p:spPr>
          <p:txBody>
            <a:bodyPr rtlCol="0" anchor="ctr"/>
            <a:lstStyle/>
            <a:p>
              <a:pPr algn="ctr"/>
            </a:p>
          </p:txBody>
        </p:sp>
        <p:sp>
          <p:nvSpPr>
            <p:cNvPr id="36" name="boiler band"/>
            <p:cNvSpPr/>
            <p:nvPr/>
          </p:nvSpPr>
          <p:spPr>
            <a:xfrm>
              <a:off x="6749872" y="2402585"/>
              <a:ext cx="9601" cy="274320"/>
            </a:xfrm>
            <a:prstGeom prst="rect">
              <a:avLst/>
            </a:prstGeom>
            <a:solidFill>
              <a:srgbClr val="1E827E"/>
            </a:solidFill>
            <a:ln>
              <a:noFill/>
            </a:ln>
          </p:spPr>
          <p:txBody>
            <a:bodyPr rtlCol="0" anchor="ctr"/>
            <a:lstStyle/>
            <a:p>
              <a:pPr algn="ctr"/>
            </a:p>
          </p:txBody>
        </p:sp>
        <p:sp>
          <p:nvSpPr>
            <p:cNvPr id="37" name="boiler band"/>
            <p:cNvSpPr/>
            <p:nvPr/>
          </p:nvSpPr>
          <p:spPr>
            <a:xfrm>
              <a:off x="7097915" y="2402585"/>
              <a:ext cx="9601" cy="274320"/>
            </a:xfrm>
            <a:prstGeom prst="rect">
              <a:avLst/>
            </a:prstGeom>
            <a:solidFill>
              <a:srgbClr val="1E827E"/>
            </a:solidFill>
            <a:ln>
              <a:noFill/>
            </a:ln>
          </p:spPr>
          <p:txBody>
            <a:bodyPr rtlCol="0" anchor="ctr"/>
            <a:lstStyle/>
            <a:p>
              <a:pPr algn="ctr"/>
            </a:p>
          </p:txBody>
        </p:sp>
        <p:sp>
          <p:nvSpPr>
            <p:cNvPr id="38" name="boiler band"/>
            <p:cNvSpPr/>
            <p:nvPr/>
          </p:nvSpPr>
          <p:spPr>
            <a:xfrm>
              <a:off x="7445959" y="2402585"/>
              <a:ext cx="9601" cy="274320"/>
            </a:xfrm>
            <a:prstGeom prst="rect">
              <a:avLst/>
            </a:prstGeom>
            <a:solidFill>
              <a:srgbClr val="1E827E"/>
            </a:solidFill>
            <a:ln>
              <a:noFill/>
            </a:ln>
          </p:spPr>
          <p:txBody>
            <a:bodyPr rtlCol="0" anchor="ctr"/>
            <a:lstStyle/>
            <a:p>
              <a:pPr algn="ctr"/>
            </a:p>
          </p:txBody>
        </p:sp>
        <p:sp>
          <p:nvSpPr>
            <p:cNvPr id="39" name="smokebox"/>
            <p:cNvSpPr/>
            <p:nvPr/>
          </p:nvSpPr>
          <p:spPr>
            <a:xfrm>
              <a:off x="7724394" y="2402585"/>
              <a:ext cx="137160" cy="274320"/>
            </a:xfrm>
            <a:prstGeom prst="roundRect">
              <a:avLst>
                <a:gd name="adj" fmla="val 12000"/>
              </a:avLst>
            </a:prstGeom>
            <a:solidFill>
              <a:srgbClr val="4A515B"/>
            </a:solidFill>
            <a:ln>
              <a:noFill/>
            </a:ln>
          </p:spPr>
          <p:txBody>
            <a:bodyPr rtlCol="0" anchor="ctr"/>
            <a:lstStyle/>
            <a:p>
              <a:pPr algn="ctr"/>
            </a:p>
          </p:txBody>
        </p:sp>
        <p:sp>
          <p:nvSpPr>
            <p:cNvPr id="40" name="chimney"/>
            <p:cNvSpPr/>
            <p:nvPr/>
          </p:nvSpPr>
          <p:spPr>
            <a:xfrm>
              <a:off x="7751825" y="2258568"/>
              <a:ext cx="82296" cy="144017"/>
            </a:xfrm>
            <a:prstGeom prst="rect">
              <a:avLst/>
            </a:prstGeom>
            <a:solidFill>
              <a:srgbClr val="3A3F47"/>
            </a:solidFill>
            <a:ln w="9525">
              <a:solidFill>
                <a:srgbClr val="9AA0A6"/>
              </a:solidFill>
            </a:ln>
          </p:spPr>
          <p:txBody>
            <a:bodyPr rtlCol="0" anchor="ctr"/>
            <a:lstStyle/>
            <a:p>
              <a:pPr algn="ctr"/>
            </a:p>
          </p:txBody>
        </p:sp>
        <p:sp>
          <p:nvSpPr>
            <p:cNvPr id="41" name="chimney lip"/>
            <p:cNvSpPr/>
            <p:nvPr/>
          </p:nvSpPr>
          <p:spPr>
            <a:xfrm>
              <a:off x="7731252" y="2237994"/>
              <a:ext cx="123444" cy="34290"/>
            </a:xfrm>
            <a:prstGeom prst="rect">
              <a:avLst/>
            </a:prstGeom>
            <a:solidFill>
              <a:srgbClr val="3A3F47"/>
            </a:solidFill>
            <a:ln w="9525">
              <a:solidFill>
                <a:srgbClr val="9AA0A6"/>
              </a:solidFill>
            </a:ln>
          </p:spPr>
          <p:txBody>
            <a:bodyPr rtlCol="0" anchor="ctr"/>
            <a:lstStyle/>
            <a:p>
              <a:pPr algn="ctr"/>
            </a:p>
          </p:txBody>
        </p:sp>
        <p:sp>
          <p:nvSpPr>
            <p:cNvPr id="42" name="dome"/>
            <p:cNvSpPr/>
            <p:nvPr/>
          </p:nvSpPr>
          <p:spPr>
            <a:xfrm>
              <a:off x="6889089" y="2327148"/>
              <a:ext cx="123444" cy="75437"/>
            </a:xfrm>
            <a:prstGeom prst="roundRect">
              <a:avLst>
                <a:gd name="adj" fmla="val 36363"/>
              </a:avLst>
            </a:prstGeom>
            <a:solidFill>
              <a:srgbClr val="2BB5B0"/>
            </a:solidFill>
            <a:ln>
              <a:noFill/>
            </a:ln>
          </p:spPr>
          <p:txBody>
            <a:bodyPr rtlCol="0" anchor="ctr"/>
            <a:lstStyle/>
            <a:p>
              <a:pPr algn="ctr"/>
            </a:p>
          </p:txBody>
        </p:sp>
        <p:sp>
          <p:nvSpPr>
            <p:cNvPr id="43" name="wheel"/>
            <p:cNvSpPr/>
            <p:nvPr/>
          </p:nvSpPr>
          <p:spPr>
            <a:xfrm>
              <a:off x="6078473" y="2670048"/>
              <a:ext cx="274320" cy="274320"/>
            </a:xfrm>
            <a:prstGeom prst="ellipse">
              <a:avLst/>
            </a:prstGeom>
            <a:solidFill>
              <a:srgbClr val="1B1D21"/>
            </a:solidFill>
            <a:ln w="19050">
              <a:solidFill>
                <a:srgbClr val="9AA0A6"/>
              </a:solidFill>
            </a:ln>
          </p:spPr>
          <p:txBody>
            <a:bodyPr rtlCol="0" anchor="ctr"/>
            <a:lstStyle/>
            <a:p>
              <a:pPr algn="ctr"/>
            </a:p>
          </p:txBody>
        </p:sp>
        <p:sp>
          <p:nvSpPr>
            <p:cNvPr id="44" name="hub"/>
            <p:cNvSpPr/>
            <p:nvPr/>
          </p:nvSpPr>
          <p:spPr>
            <a:xfrm>
              <a:off x="6179972" y="2771546"/>
              <a:ext cx="71323" cy="71323"/>
            </a:xfrm>
            <a:prstGeom prst="ellipse">
              <a:avLst/>
            </a:prstGeom>
            <a:solidFill>
              <a:srgbClr val="9AA0A6"/>
            </a:solidFill>
            <a:ln>
              <a:noFill/>
            </a:ln>
          </p:spPr>
          <p:txBody>
            <a:bodyPr rtlCol="0" anchor="ctr"/>
            <a:lstStyle/>
            <a:p>
              <a:pPr algn="ctr"/>
            </a:p>
          </p:txBody>
        </p:sp>
        <p:sp>
          <p:nvSpPr>
            <p:cNvPr id="45" name="wheel"/>
            <p:cNvSpPr/>
            <p:nvPr/>
          </p:nvSpPr>
          <p:spPr>
            <a:xfrm>
              <a:off x="6387083" y="2670048"/>
              <a:ext cx="274320" cy="274320"/>
            </a:xfrm>
            <a:prstGeom prst="ellipse">
              <a:avLst/>
            </a:prstGeom>
            <a:solidFill>
              <a:srgbClr val="1B1D21"/>
            </a:solidFill>
            <a:ln w="19050">
              <a:solidFill>
                <a:srgbClr val="9AA0A6"/>
              </a:solidFill>
            </a:ln>
          </p:spPr>
          <p:txBody>
            <a:bodyPr rtlCol="0" anchor="ctr"/>
            <a:lstStyle/>
            <a:p>
              <a:pPr algn="ctr"/>
            </a:p>
          </p:txBody>
        </p:sp>
        <p:sp>
          <p:nvSpPr>
            <p:cNvPr id="46" name="hub"/>
            <p:cNvSpPr/>
            <p:nvPr/>
          </p:nvSpPr>
          <p:spPr>
            <a:xfrm>
              <a:off x="6488582" y="2771546"/>
              <a:ext cx="71323" cy="71323"/>
            </a:xfrm>
            <a:prstGeom prst="ellipse">
              <a:avLst/>
            </a:prstGeom>
            <a:solidFill>
              <a:srgbClr val="9AA0A6"/>
            </a:solidFill>
            <a:ln>
              <a:noFill/>
            </a:ln>
          </p:spPr>
          <p:txBody>
            <a:bodyPr rtlCol="0" anchor="ctr"/>
            <a:lstStyle/>
            <a:p>
              <a:pPr algn="ctr"/>
            </a:p>
          </p:txBody>
        </p:sp>
        <p:sp>
          <p:nvSpPr>
            <p:cNvPr id="47" name="wheel"/>
            <p:cNvSpPr/>
            <p:nvPr/>
          </p:nvSpPr>
          <p:spPr>
            <a:xfrm>
              <a:off x="6695693" y="2670048"/>
              <a:ext cx="274320" cy="274320"/>
            </a:xfrm>
            <a:prstGeom prst="ellipse">
              <a:avLst/>
            </a:prstGeom>
            <a:solidFill>
              <a:srgbClr val="1B1D21"/>
            </a:solidFill>
            <a:ln w="19050">
              <a:solidFill>
                <a:srgbClr val="9AA0A6"/>
              </a:solidFill>
            </a:ln>
          </p:spPr>
          <p:txBody>
            <a:bodyPr rtlCol="0" anchor="ctr"/>
            <a:lstStyle/>
            <a:p>
              <a:pPr algn="ctr"/>
            </a:p>
          </p:txBody>
        </p:sp>
        <p:sp>
          <p:nvSpPr>
            <p:cNvPr id="48" name="hub"/>
            <p:cNvSpPr/>
            <p:nvPr/>
          </p:nvSpPr>
          <p:spPr>
            <a:xfrm>
              <a:off x="6797192" y="2771546"/>
              <a:ext cx="71323" cy="71323"/>
            </a:xfrm>
            <a:prstGeom prst="ellipse">
              <a:avLst/>
            </a:prstGeom>
            <a:solidFill>
              <a:srgbClr val="9AA0A6"/>
            </a:solidFill>
            <a:ln>
              <a:noFill/>
            </a:ln>
          </p:spPr>
          <p:txBody>
            <a:bodyPr rtlCol="0" anchor="ctr"/>
            <a:lstStyle/>
            <a:p>
              <a:pPr algn="ctr"/>
            </a:p>
          </p:txBody>
        </p:sp>
        <p:sp>
          <p:nvSpPr>
            <p:cNvPr id="49" name="wheel"/>
            <p:cNvSpPr/>
            <p:nvPr/>
          </p:nvSpPr>
          <p:spPr>
            <a:xfrm>
              <a:off x="7004303" y="2670048"/>
              <a:ext cx="274320" cy="274320"/>
            </a:xfrm>
            <a:prstGeom prst="ellipse">
              <a:avLst/>
            </a:prstGeom>
            <a:solidFill>
              <a:srgbClr val="1B1D21"/>
            </a:solidFill>
            <a:ln w="19050">
              <a:solidFill>
                <a:srgbClr val="9AA0A6"/>
              </a:solidFill>
            </a:ln>
          </p:spPr>
          <p:txBody>
            <a:bodyPr rtlCol="0" anchor="ctr"/>
            <a:lstStyle/>
            <a:p>
              <a:pPr algn="ctr"/>
            </a:p>
          </p:txBody>
        </p:sp>
        <p:sp>
          <p:nvSpPr>
            <p:cNvPr id="50" name="hub"/>
            <p:cNvSpPr/>
            <p:nvPr/>
          </p:nvSpPr>
          <p:spPr>
            <a:xfrm>
              <a:off x="7105802" y="2771546"/>
              <a:ext cx="71323" cy="71323"/>
            </a:xfrm>
            <a:prstGeom prst="ellipse">
              <a:avLst/>
            </a:prstGeom>
            <a:solidFill>
              <a:srgbClr val="9AA0A6"/>
            </a:solidFill>
            <a:ln>
              <a:noFill/>
            </a:ln>
          </p:spPr>
          <p:txBody>
            <a:bodyPr rtlCol="0" anchor="ctr"/>
            <a:lstStyle/>
            <a:p>
              <a:pPr algn="ctr"/>
            </a:p>
          </p:txBody>
        </p:sp>
        <p:sp>
          <p:nvSpPr>
            <p:cNvPr id="51" name="wheel"/>
            <p:cNvSpPr/>
            <p:nvPr/>
          </p:nvSpPr>
          <p:spPr>
            <a:xfrm>
              <a:off x="7381494" y="2793491"/>
              <a:ext cx="150876" cy="150876"/>
            </a:xfrm>
            <a:prstGeom prst="ellipse">
              <a:avLst/>
            </a:prstGeom>
            <a:solidFill>
              <a:srgbClr val="1B1D21"/>
            </a:solidFill>
            <a:ln w="19050">
              <a:solidFill>
                <a:srgbClr val="9AA0A6"/>
              </a:solidFill>
            </a:ln>
          </p:spPr>
          <p:txBody>
            <a:bodyPr rtlCol="0" anchor="ctr"/>
            <a:lstStyle/>
            <a:p>
              <a:pPr algn="ctr"/>
            </a:p>
          </p:txBody>
        </p:sp>
        <p:sp>
          <p:nvSpPr>
            <p:cNvPr id="52" name="hub"/>
            <p:cNvSpPr/>
            <p:nvPr/>
          </p:nvSpPr>
          <p:spPr>
            <a:xfrm>
              <a:off x="7437318" y="2849316"/>
              <a:ext cx="39227" cy="39227"/>
            </a:xfrm>
            <a:prstGeom prst="ellipse">
              <a:avLst/>
            </a:prstGeom>
            <a:solidFill>
              <a:srgbClr val="9AA0A6"/>
            </a:solidFill>
            <a:ln>
              <a:noFill/>
            </a:ln>
          </p:spPr>
          <p:txBody>
            <a:bodyPr rtlCol="0" anchor="ctr"/>
            <a:lstStyle/>
            <a:p>
              <a:pPr algn="ctr"/>
            </a:p>
          </p:txBody>
        </p:sp>
        <p:sp>
          <p:nvSpPr>
            <p:cNvPr id="53" name="coupling rod"/>
            <p:cNvSpPr/>
            <p:nvPr/>
          </p:nvSpPr>
          <p:spPr>
            <a:xfrm>
              <a:off x="6215633" y="2729026"/>
              <a:ext cx="925830" cy="19202"/>
            </a:xfrm>
            <a:prstGeom prst="rect">
              <a:avLst/>
            </a:prstGeom>
            <a:solidFill>
              <a:srgbClr val="D0D4D8"/>
            </a:solidFill>
            <a:ln>
              <a:noFill/>
            </a:ln>
          </p:spPr>
          <p:txBody>
            <a:bodyPr rtlCol="0" anchor="ctr"/>
            <a:lstStyle/>
            <a:p>
              <a:pPr algn="ctr"/>
            </a:p>
          </p:txBody>
        </p:sp>
        <p:sp>
          <p:nvSpPr>
            <p:cNvPr id="54" name="buffer beam"/>
            <p:cNvSpPr/>
            <p:nvPr/>
          </p:nvSpPr>
          <p:spPr>
            <a:xfrm>
              <a:off x="7861554" y="2683763"/>
              <a:ext cx="41148" cy="123443"/>
            </a:xfrm>
            <a:prstGeom prst="rect">
              <a:avLst/>
            </a:prstGeom>
            <a:solidFill>
              <a:srgbClr val="9AA0A6"/>
            </a:solidFill>
            <a:ln>
              <a:noFill/>
            </a:ln>
          </p:spPr>
          <p:txBody>
            <a:bodyPr rtlCol="0" anchor="ctr"/>
            <a:lstStyle/>
            <a:p>
              <a:pPr algn="ctr"/>
            </a:p>
          </p:txBody>
        </p:sp>
        <p:sp>
          <p:nvSpPr>
            <p:cNvPr id="55" name="wagon frame"/>
            <p:cNvSpPr/>
            <p:nvPr/>
          </p:nvSpPr>
          <p:spPr>
            <a:xfrm>
              <a:off x="9409176" y="2560320"/>
              <a:ext cx="1207008" cy="109727"/>
            </a:xfrm>
            <a:prstGeom prst="rect">
              <a:avLst/>
            </a:prstGeom>
            <a:solidFill>
              <a:srgbClr val="3A3F47"/>
            </a:solidFill>
            <a:ln w="9525">
              <a:solidFill>
                <a:srgbClr val="9AA0A6"/>
              </a:solidFill>
            </a:ln>
          </p:spPr>
          <p:txBody>
            <a:bodyPr rtlCol="0" anchor="ctr"/>
            <a:lstStyle/>
            <a:p>
              <a:pPr algn="ctr"/>
            </a:p>
          </p:txBody>
        </p:sp>
        <p:sp>
          <p:nvSpPr>
            <p:cNvPr id="56" name="wagon body"/>
            <p:cNvSpPr/>
            <p:nvPr/>
          </p:nvSpPr>
          <p:spPr>
            <a:xfrm>
              <a:off x="9409176" y="1984248"/>
              <a:ext cx="1207008" cy="576072"/>
            </a:xfrm>
            <a:prstGeom prst="roundRect">
              <a:avLst>
                <a:gd name="adj" fmla="val 2380"/>
              </a:avLst>
            </a:prstGeom>
            <a:solidFill>
              <a:srgbClr val="2BB5B0"/>
            </a:solidFill>
            <a:ln>
              <a:noFill/>
            </a:ln>
          </p:spPr>
          <p:txBody>
            <a:bodyPr rtlCol="0" anchor="ctr"/>
            <a:lstStyle/>
            <a:p>
              <a:pPr algn="ctr"/>
            </a:p>
          </p:txBody>
        </p:sp>
        <p:sp>
          <p:nvSpPr>
            <p:cNvPr id="57" name="wagon roof"/>
            <p:cNvSpPr/>
            <p:nvPr/>
          </p:nvSpPr>
          <p:spPr>
            <a:xfrm>
              <a:off x="9381744" y="1915667"/>
              <a:ext cx="1261872" cy="68580"/>
            </a:xfrm>
            <a:prstGeom prst="rect">
              <a:avLst/>
            </a:prstGeom>
            <a:solidFill>
              <a:srgbClr val="1E7E7B"/>
            </a:solidFill>
            <a:ln>
              <a:noFill/>
            </a:ln>
          </p:spPr>
          <p:txBody>
            <a:bodyPr rtlCol="0" anchor="ctr"/>
            <a:lstStyle/>
            <a:p>
              <a:pPr algn="ctr"/>
            </a:p>
          </p:txBody>
        </p:sp>
        <p:sp>
          <p:nvSpPr>
            <p:cNvPr id="58" name="door line"/>
            <p:cNvSpPr/>
            <p:nvPr/>
          </p:nvSpPr>
          <p:spPr>
            <a:xfrm>
              <a:off x="9867839" y="2011679"/>
              <a:ext cx="32918" cy="521207"/>
            </a:xfrm>
            <a:prstGeom prst="rect">
              <a:avLst/>
            </a:prstGeom>
            <a:solidFill>
              <a:srgbClr val="196C69"/>
            </a:solidFill>
            <a:ln>
              <a:noFill/>
            </a:ln>
          </p:spPr>
          <p:txBody>
            <a:bodyPr rtlCol="0" anchor="ctr"/>
            <a:lstStyle/>
            <a:p>
              <a:pPr algn="ctr"/>
            </a:p>
          </p:txBody>
        </p:sp>
        <p:sp>
          <p:nvSpPr>
            <p:cNvPr id="59" name="door line"/>
            <p:cNvSpPr/>
            <p:nvPr/>
          </p:nvSpPr>
          <p:spPr>
            <a:xfrm>
              <a:off x="10157520" y="2011679"/>
              <a:ext cx="32918" cy="521207"/>
            </a:xfrm>
            <a:prstGeom prst="rect">
              <a:avLst/>
            </a:prstGeom>
            <a:solidFill>
              <a:srgbClr val="196C69"/>
            </a:solidFill>
            <a:ln>
              <a:noFill/>
            </a:ln>
          </p:spPr>
          <p:txBody>
            <a:bodyPr rtlCol="0" anchor="ctr"/>
            <a:lstStyle/>
            <a:p>
              <a:pPr algn="ctr"/>
            </a:p>
          </p:txBody>
        </p:sp>
        <p:sp>
          <p:nvSpPr>
            <p:cNvPr id="60" name="wheel"/>
            <p:cNvSpPr/>
            <p:nvPr/>
          </p:nvSpPr>
          <p:spPr>
            <a:xfrm>
              <a:off x="9491472" y="2615183"/>
              <a:ext cx="329184" cy="329184"/>
            </a:xfrm>
            <a:prstGeom prst="ellipse">
              <a:avLst/>
            </a:prstGeom>
            <a:solidFill>
              <a:srgbClr val="1B1D21"/>
            </a:solidFill>
            <a:ln w="15875">
              <a:solidFill>
                <a:srgbClr val="9AA0A6"/>
              </a:solidFill>
            </a:ln>
          </p:spPr>
          <p:txBody>
            <a:bodyPr rtlCol="0" anchor="ctr"/>
            <a:lstStyle/>
            <a:p>
              <a:pPr algn="ctr"/>
            </a:p>
          </p:txBody>
        </p:sp>
        <p:sp>
          <p:nvSpPr>
            <p:cNvPr id="61" name="hub"/>
            <p:cNvSpPr/>
            <p:nvPr/>
          </p:nvSpPr>
          <p:spPr>
            <a:xfrm>
              <a:off x="9613270" y="2736982"/>
              <a:ext cx="85587" cy="85587"/>
            </a:xfrm>
            <a:prstGeom prst="ellipse">
              <a:avLst/>
            </a:prstGeom>
            <a:solidFill>
              <a:srgbClr val="9AA0A6"/>
            </a:solidFill>
            <a:ln>
              <a:noFill/>
            </a:ln>
          </p:spPr>
          <p:txBody>
            <a:bodyPr rtlCol="0" anchor="ctr"/>
            <a:lstStyle/>
            <a:p>
              <a:pPr algn="ctr"/>
            </a:p>
          </p:txBody>
        </p:sp>
        <p:sp>
          <p:nvSpPr>
            <p:cNvPr id="62" name="wheel"/>
            <p:cNvSpPr/>
            <p:nvPr/>
          </p:nvSpPr>
          <p:spPr>
            <a:xfrm>
              <a:off x="10204704" y="2615183"/>
              <a:ext cx="329184" cy="329184"/>
            </a:xfrm>
            <a:prstGeom prst="ellipse">
              <a:avLst/>
            </a:prstGeom>
            <a:solidFill>
              <a:srgbClr val="1B1D21"/>
            </a:solidFill>
            <a:ln w="15875">
              <a:solidFill>
                <a:srgbClr val="9AA0A6"/>
              </a:solidFill>
            </a:ln>
          </p:spPr>
          <p:txBody>
            <a:bodyPr rtlCol="0" anchor="ctr"/>
            <a:lstStyle/>
            <a:p>
              <a:pPr algn="ctr"/>
            </a:p>
          </p:txBody>
        </p:sp>
        <p:sp>
          <p:nvSpPr>
            <p:cNvPr id="63" name="hub"/>
            <p:cNvSpPr/>
            <p:nvPr/>
          </p:nvSpPr>
          <p:spPr>
            <a:xfrm>
              <a:off x="10326502" y="2736982"/>
              <a:ext cx="85587" cy="85587"/>
            </a:xfrm>
            <a:prstGeom prst="ellipse">
              <a:avLst/>
            </a:prstGeom>
            <a:solidFill>
              <a:srgbClr val="9AA0A6"/>
            </a:solidFill>
            <a:ln>
              <a:noFill/>
            </a:ln>
          </p:spPr>
          <p:txBody>
            <a:bodyPr rtlCol="0" anchor="ctr"/>
            <a:lstStyle/>
            <a:p>
              <a:pPr algn="ctr"/>
            </a:p>
          </p:txBody>
        </p:sp>
        <p:sp>
          <p:nvSpPr>
            <p:cNvPr id="64" name="panel"/>
            <p:cNvSpPr/>
            <p:nvPr/>
          </p:nvSpPr>
          <p:spPr>
            <a:xfrm>
              <a:off x="1783080" y="3657600"/>
              <a:ext cx="3108960" cy="1417320"/>
            </a:xfrm>
            <a:prstGeom prst="roundRect">
              <a:avLst>
                <a:gd name="adj" fmla="val 6451"/>
              </a:avLst>
            </a:prstGeom>
            <a:solidFill>
              <a:srgbClr val="2B2F36"/>
            </a:solidFill>
            <a:ln w="19050">
              <a:solidFill>
                <a:srgbClr val="4A515B"/>
              </a:solidFill>
            </a:ln>
          </p:spPr>
          <p:txBody>
            <a:bodyPr rtlCol="0" anchor="ctr"/>
            <a:lstStyle/>
            <a:p>
              <a:pPr algn="ctr"/>
            </a:p>
          </p:txBody>
        </p:sp>
        <p:sp>
          <p:nvSpPr>
            <p:cNvPr id="65" name="panel"/>
            <p:cNvSpPr/>
            <p:nvPr/>
          </p:nvSpPr>
          <p:spPr>
            <a:xfrm>
              <a:off x="5120640" y="3657600"/>
              <a:ext cx="3108960" cy="1417320"/>
            </a:xfrm>
            <a:prstGeom prst="roundRect">
              <a:avLst>
                <a:gd name="adj" fmla="val 6451"/>
              </a:avLst>
            </a:prstGeom>
            <a:solidFill>
              <a:srgbClr val="2B2F36"/>
            </a:solidFill>
            <a:ln w="19050">
              <a:solidFill>
                <a:srgbClr val="4A515B"/>
              </a:solidFill>
            </a:ln>
          </p:spPr>
          <p:txBody>
            <a:bodyPr rtlCol="0" anchor="ctr"/>
            <a:lstStyle/>
            <a:p>
              <a:pPr algn="ctr"/>
            </a:p>
          </p:txBody>
        </p:sp>
        <p:sp>
          <p:nvSpPr>
            <p:cNvPr id="66" name="panel"/>
            <p:cNvSpPr/>
            <p:nvPr/>
          </p:nvSpPr>
          <p:spPr>
            <a:xfrm>
              <a:off x="8458200" y="3657600"/>
              <a:ext cx="3108960" cy="1417320"/>
            </a:xfrm>
            <a:prstGeom prst="roundRect">
              <a:avLst>
                <a:gd name="adj" fmla="val 6451"/>
              </a:avLst>
            </a:prstGeom>
            <a:solidFill>
              <a:srgbClr val="2B2F36"/>
            </a:solidFill>
            <a:ln w="19050">
              <a:solidFill>
                <a:srgbClr val="4A515B"/>
              </a:solidFill>
            </a:ln>
          </p:spPr>
          <p:txBody>
            <a:bodyPr rtlCol="0" anchor="ctr"/>
            <a:lstStyle/>
            <a:p>
              <a:pPr algn="ctr"/>
            </a:p>
          </p:txBody>
        </p:sp>
        <p:sp>
          <p:nvSpPr>
            <p:cNvPr id="67" name="rail"/>
            <p:cNvSpPr/>
            <p:nvPr/>
          </p:nvSpPr>
          <p:spPr>
            <a:xfrm>
              <a:off x="1965960" y="4864608"/>
              <a:ext cx="2743200" cy="45720"/>
            </a:xfrm>
            <a:prstGeom prst="rect">
              <a:avLst/>
            </a:prstGeom>
            <a:solidFill>
              <a:srgbClr val="9AA0A6"/>
            </a:solidFill>
            <a:ln>
              <a:noFill/>
            </a:ln>
          </p:spPr>
          <p:txBody>
            <a:bodyPr rtlCol="0" anchor="ctr"/>
            <a:lstStyle/>
            <a:p>
              <a:pPr algn="ctr"/>
            </a:p>
          </p:txBody>
        </p:sp>
        <p:sp>
          <p:nvSpPr>
            <p:cNvPr id="68" name="rail"/>
            <p:cNvSpPr/>
            <p:nvPr/>
          </p:nvSpPr>
          <p:spPr>
            <a:xfrm>
              <a:off x="5303520" y="4864608"/>
              <a:ext cx="2743200" cy="45720"/>
            </a:xfrm>
            <a:prstGeom prst="rect">
              <a:avLst/>
            </a:prstGeom>
            <a:solidFill>
              <a:srgbClr val="9AA0A6"/>
            </a:solidFill>
            <a:ln>
              <a:noFill/>
            </a:ln>
          </p:spPr>
          <p:txBody>
            <a:bodyPr rtlCol="0" anchor="ctr"/>
            <a:lstStyle/>
            <a:p>
              <a:pPr algn="ctr"/>
            </a:p>
          </p:txBody>
        </p:sp>
        <p:sp>
          <p:nvSpPr>
            <p:cNvPr id="69" name="rail"/>
            <p:cNvSpPr/>
            <p:nvPr/>
          </p:nvSpPr>
          <p:spPr>
            <a:xfrm>
              <a:off x="8641080" y="4864608"/>
              <a:ext cx="2743200" cy="45720"/>
            </a:xfrm>
            <a:prstGeom prst="rect">
              <a:avLst/>
            </a:prstGeom>
            <a:solidFill>
              <a:srgbClr val="9AA0A6"/>
            </a:solidFill>
            <a:ln>
              <a:noFill/>
            </a:ln>
          </p:spPr>
          <p:txBody>
            <a:bodyPr rtlCol="0" anchor="ctr"/>
            <a:lstStyle/>
            <a:p>
              <a:pPr algn="ctr"/>
            </a:p>
          </p:txBody>
        </p:sp>
        <p:sp>
          <p:nvSpPr>
            <p:cNvPr id="70" name="platform"/>
            <p:cNvSpPr/>
            <p:nvPr/>
          </p:nvSpPr>
          <p:spPr>
            <a:xfrm>
              <a:off x="2642615" y="4760366"/>
              <a:ext cx="1389888" cy="104241"/>
            </a:xfrm>
            <a:prstGeom prst="rect">
              <a:avLst/>
            </a:prstGeom>
            <a:solidFill>
              <a:srgbClr val="5A606A"/>
            </a:solidFill>
            <a:ln w="12700">
              <a:solidFill>
                <a:srgbClr val="9AA0A6"/>
              </a:solidFill>
            </a:ln>
          </p:spPr>
          <p:txBody>
            <a:bodyPr rtlCol="0" anchor="ctr"/>
            <a:lstStyle/>
            <a:p>
              <a:pPr algn="ctr"/>
            </a:p>
          </p:txBody>
        </p:sp>
        <p:sp>
          <p:nvSpPr>
            <p:cNvPr id="71" name="building"/>
            <p:cNvSpPr/>
            <p:nvPr/>
          </p:nvSpPr>
          <p:spPr>
            <a:xfrm>
              <a:off x="2781604" y="4326026"/>
              <a:ext cx="938174" cy="434340"/>
            </a:xfrm>
            <a:prstGeom prst="rect">
              <a:avLst/>
            </a:prstGeom>
            <a:solidFill>
              <a:srgbClr val="D6619B"/>
            </a:solidFill>
            <a:ln>
              <a:noFill/>
            </a:ln>
          </p:spPr>
          <p:txBody>
            <a:bodyPr rtlCol="0" anchor="ctr"/>
            <a:lstStyle/>
            <a:p>
              <a:pPr algn="ctr"/>
            </a:p>
          </p:txBody>
        </p:sp>
        <p:sp>
          <p:nvSpPr>
            <p:cNvPr id="72" name="false front"/>
            <p:cNvSpPr/>
            <p:nvPr/>
          </p:nvSpPr>
          <p:spPr>
            <a:xfrm>
              <a:off x="2781604" y="4117543"/>
              <a:ext cx="938174" cy="208483"/>
            </a:xfrm>
            <a:prstGeom prst="rect">
              <a:avLst/>
            </a:prstGeom>
            <a:solidFill>
              <a:srgbClr val="DE80AF"/>
            </a:solidFill>
            <a:ln>
              <a:noFill/>
            </a:ln>
          </p:spPr>
          <p:txBody>
            <a:bodyPr rtlCol="0" anchor="ctr"/>
            <a:lstStyle/>
            <a:p>
              <a:pPr algn="ctr"/>
            </a:p>
          </p:txBody>
        </p:sp>
        <p:sp>
          <p:nvSpPr>
            <p:cNvPr id="73" name="roof"/>
            <p:cNvSpPr/>
            <p:nvPr/>
          </p:nvSpPr>
          <p:spPr>
            <a:xfrm>
              <a:off x="2746857" y="4308652"/>
              <a:ext cx="1007668" cy="52120"/>
            </a:xfrm>
            <a:prstGeom prst="rect">
              <a:avLst/>
            </a:prstGeom>
            <a:solidFill>
              <a:srgbClr val="803A5D"/>
            </a:solidFill>
            <a:ln>
              <a:noFill/>
            </a:ln>
          </p:spPr>
          <p:txBody>
            <a:bodyPr rtlCol="0" anchor="ctr"/>
            <a:lstStyle/>
            <a:p>
              <a:pPr algn="ctr"/>
            </a:p>
          </p:txBody>
        </p:sp>
        <p:sp>
          <p:nvSpPr>
            <p:cNvPr id="74" name="window"/>
            <p:cNvSpPr/>
            <p:nvPr/>
          </p:nvSpPr>
          <p:spPr>
            <a:xfrm>
              <a:off x="2885846" y="4465015"/>
              <a:ext cx="173736" cy="173736"/>
            </a:xfrm>
            <a:prstGeom prst="rect">
              <a:avLst/>
            </a:prstGeom>
            <a:solidFill>
              <a:srgbClr val="1B1D21"/>
            </a:solidFill>
            <a:ln>
              <a:noFill/>
            </a:ln>
          </p:spPr>
          <p:txBody>
            <a:bodyPr rtlCol="0" anchor="ctr"/>
            <a:lstStyle/>
            <a:p>
              <a:pPr algn="ctr"/>
            </a:p>
          </p:txBody>
        </p:sp>
        <p:sp>
          <p:nvSpPr>
            <p:cNvPr id="75" name="window"/>
            <p:cNvSpPr/>
            <p:nvPr/>
          </p:nvSpPr>
          <p:spPr>
            <a:xfrm>
              <a:off x="3407054" y="4465015"/>
              <a:ext cx="173736" cy="173736"/>
            </a:xfrm>
            <a:prstGeom prst="rect">
              <a:avLst/>
            </a:prstGeom>
            <a:solidFill>
              <a:srgbClr val="1B1D21"/>
            </a:solidFill>
            <a:ln>
              <a:noFill/>
            </a:ln>
          </p:spPr>
          <p:txBody>
            <a:bodyPr rtlCol="0" anchor="ctr"/>
            <a:lstStyle/>
            <a:p>
              <a:pPr algn="ctr"/>
            </a:p>
          </p:txBody>
        </p:sp>
        <p:sp>
          <p:nvSpPr>
            <p:cNvPr id="76" name="door"/>
            <p:cNvSpPr/>
            <p:nvPr/>
          </p:nvSpPr>
          <p:spPr>
            <a:xfrm>
              <a:off x="3146450" y="4430268"/>
              <a:ext cx="173736" cy="382219"/>
            </a:xfrm>
            <a:prstGeom prst="rect">
              <a:avLst/>
            </a:prstGeom>
            <a:solidFill>
              <a:srgbClr val="753555"/>
            </a:solidFill>
            <a:ln>
              <a:noFill/>
            </a:ln>
          </p:spPr>
          <p:txBody>
            <a:bodyPr rtlCol="0" anchor="ctr"/>
            <a:lstStyle/>
            <a:p>
              <a:pPr algn="ctr"/>
            </a:p>
          </p:txBody>
        </p:sp>
        <p:sp>
          <p:nvSpPr>
            <p:cNvPr id="77" name="tank"/>
            <p:cNvSpPr/>
            <p:nvPr/>
          </p:nvSpPr>
          <p:spPr>
            <a:xfrm>
              <a:off x="3789273" y="3787444"/>
              <a:ext cx="243230" cy="225856"/>
            </a:xfrm>
            <a:prstGeom prst="roundRect">
              <a:avLst>
                <a:gd name="adj" fmla="val 7692"/>
              </a:avLst>
            </a:prstGeom>
            <a:solidFill>
              <a:srgbClr val="4DA3FF"/>
            </a:solidFill>
            <a:ln>
              <a:noFill/>
            </a:ln>
          </p:spPr>
          <p:txBody>
            <a:bodyPr rtlCol="0" anchor="ctr"/>
            <a:lstStyle/>
            <a:p>
              <a:pPr algn="ctr"/>
            </a:p>
          </p:txBody>
        </p:sp>
        <p:sp>
          <p:nvSpPr>
            <p:cNvPr id="78" name="tank leg"/>
            <p:cNvSpPr/>
            <p:nvPr/>
          </p:nvSpPr>
          <p:spPr>
            <a:xfrm>
              <a:off x="3806647" y="4013301"/>
              <a:ext cx="17373" cy="747064"/>
            </a:xfrm>
            <a:prstGeom prst="rect">
              <a:avLst/>
            </a:prstGeom>
            <a:solidFill>
              <a:srgbClr val="9AA0A6"/>
            </a:solidFill>
            <a:ln>
              <a:noFill/>
            </a:ln>
          </p:spPr>
          <p:txBody>
            <a:bodyPr rtlCol="0" anchor="ctr"/>
            <a:lstStyle/>
            <a:p>
              <a:pPr algn="ctr"/>
            </a:p>
          </p:txBody>
        </p:sp>
        <p:sp>
          <p:nvSpPr>
            <p:cNvPr id="79" name="tank leg"/>
            <p:cNvSpPr/>
            <p:nvPr/>
          </p:nvSpPr>
          <p:spPr>
            <a:xfrm>
              <a:off x="3997756" y="4013301"/>
              <a:ext cx="17373" cy="747064"/>
            </a:xfrm>
            <a:prstGeom prst="rect">
              <a:avLst/>
            </a:prstGeom>
            <a:solidFill>
              <a:srgbClr val="9AA0A6"/>
            </a:solidFill>
            <a:ln>
              <a:noFill/>
            </a:ln>
          </p:spPr>
          <p:txBody>
            <a:bodyPr rtlCol="0" anchor="ctr"/>
            <a:lstStyle/>
            <a:p>
              <a:pPr algn="ctr"/>
            </a:p>
          </p:txBody>
        </p:sp>
        <p:sp>
          <p:nvSpPr>
            <p:cNvPr id="80" name="tender frame"/>
            <p:cNvSpPr/>
            <p:nvPr/>
          </p:nvSpPr>
          <p:spPr>
            <a:xfrm>
              <a:off x="5474970" y="4645152"/>
              <a:ext cx="630936" cy="61722"/>
            </a:xfrm>
            <a:prstGeom prst="rect">
              <a:avLst/>
            </a:prstGeom>
            <a:solidFill>
              <a:srgbClr val="3A3F47"/>
            </a:solidFill>
            <a:ln w="9525">
              <a:solidFill>
                <a:srgbClr val="9AA0A6"/>
              </a:solidFill>
            </a:ln>
          </p:spPr>
          <p:txBody>
            <a:bodyPr rtlCol="0" anchor="ctr"/>
            <a:lstStyle/>
            <a:p>
              <a:pPr algn="ctr"/>
            </a:p>
          </p:txBody>
        </p:sp>
        <p:sp>
          <p:nvSpPr>
            <p:cNvPr id="81" name="tender body"/>
            <p:cNvSpPr/>
            <p:nvPr/>
          </p:nvSpPr>
          <p:spPr>
            <a:xfrm>
              <a:off x="5474970" y="4370832"/>
              <a:ext cx="630936" cy="274320"/>
            </a:xfrm>
            <a:prstGeom prst="roundRect">
              <a:avLst>
                <a:gd name="adj" fmla="val 2500"/>
              </a:avLst>
            </a:prstGeom>
            <a:solidFill>
              <a:srgbClr val="D6619B"/>
            </a:solidFill>
            <a:ln>
              <a:noFill/>
            </a:ln>
          </p:spPr>
          <p:txBody>
            <a:bodyPr rtlCol="0" anchor="ctr"/>
            <a:lstStyle/>
            <a:p>
              <a:pPr algn="ctr"/>
            </a:p>
          </p:txBody>
        </p:sp>
        <p:sp>
          <p:nvSpPr>
            <p:cNvPr id="82" name="tender coal"/>
            <p:cNvSpPr/>
            <p:nvPr/>
          </p:nvSpPr>
          <p:spPr>
            <a:xfrm>
              <a:off x="5495544" y="4281678"/>
              <a:ext cx="589787" cy="89154"/>
            </a:xfrm>
            <a:custGeom>
              <a:avLst/>
              <a:gdLst/>
              <a:ahLst/>
              <a:cxnLst/>
              <a:rect l="l" t="t" r="r" b="b"/>
              <a:pathLst>
                <a:path w="589787" h="89154">
                  <a:moveTo>
                    <a:pt x="0" y="89154"/>
                  </a:moveTo>
                  <a:lnTo>
                    <a:pt x="102870" y="6858"/>
                  </a:lnTo>
                  <a:lnTo>
                    <a:pt x="336042" y="0"/>
                  </a:lnTo>
                  <a:lnTo>
                    <a:pt x="589787" y="89154"/>
                  </a:lnTo>
                  <a:close/>
                </a:path>
              </a:pathLst>
            </a:custGeom>
            <a:solidFill>
              <a:srgbClr val="1B1D21"/>
            </a:solidFill>
            <a:ln w="12700">
              <a:solidFill>
                <a:srgbClr val="6B7078"/>
              </a:solidFill>
            </a:ln>
          </p:spPr>
          <p:txBody>
            <a:bodyPr rtlCol="0" anchor="ctr"/>
            <a:lstStyle/>
            <a:p>
              <a:pPr algn="ctr"/>
            </a:p>
          </p:txBody>
        </p:sp>
        <p:sp>
          <p:nvSpPr>
            <p:cNvPr id="83" name="coupling"/>
            <p:cNvSpPr/>
            <p:nvPr/>
          </p:nvSpPr>
          <p:spPr>
            <a:xfrm>
              <a:off x="6105906" y="4542282"/>
              <a:ext cx="54864" cy="20573"/>
            </a:xfrm>
            <a:prstGeom prst="rect">
              <a:avLst/>
            </a:prstGeom>
            <a:solidFill>
              <a:srgbClr val="9AA0A6"/>
            </a:solidFill>
            <a:ln>
              <a:noFill/>
            </a:ln>
          </p:spPr>
          <p:txBody>
            <a:bodyPr rtlCol="0" anchor="ctr"/>
            <a:lstStyle/>
            <a:p>
              <a:pPr algn="ctr"/>
            </a:p>
          </p:txBody>
        </p:sp>
        <p:sp>
          <p:nvSpPr>
            <p:cNvPr id="84" name="wheel"/>
            <p:cNvSpPr/>
            <p:nvPr/>
          </p:nvSpPr>
          <p:spPr>
            <a:xfrm>
              <a:off x="5516118" y="4700016"/>
              <a:ext cx="164592" cy="164592"/>
            </a:xfrm>
            <a:prstGeom prst="ellipse">
              <a:avLst/>
            </a:prstGeom>
            <a:solidFill>
              <a:srgbClr val="1B1D21"/>
            </a:solidFill>
            <a:ln w="19050">
              <a:solidFill>
                <a:srgbClr val="9AA0A6"/>
              </a:solidFill>
            </a:ln>
          </p:spPr>
          <p:txBody>
            <a:bodyPr rtlCol="0" anchor="ctr"/>
            <a:lstStyle/>
            <a:p>
              <a:pPr algn="ctr"/>
            </a:p>
          </p:txBody>
        </p:sp>
        <p:sp>
          <p:nvSpPr>
            <p:cNvPr id="85" name="hub"/>
            <p:cNvSpPr/>
            <p:nvPr/>
          </p:nvSpPr>
          <p:spPr>
            <a:xfrm>
              <a:off x="5577017" y="4760915"/>
              <a:ext cx="42793" cy="42793"/>
            </a:xfrm>
            <a:prstGeom prst="ellipse">
              <a:avLst/>
            </a:prstGeom>
            <a:solidFill>
              <a:srgbClr val="9AA0A6"/>
            </a:solidFill>
            <a:ln>
              <a:noFill/>
            </a:ln>
          </p:spPr>
          <p:txBody>
            <a:bodyPr rtlCol="0" anchor="ctr"/>
            <a:lstStyle/>
            <a:p>
              <a:pPr algn="ctr"/>
            </a:p>
          </p:txBody>
        </p:sp>
        <p:sp>
          <p:nvSpPr>
            <p:cNvPr id="86" name="wheel"/>
            <p:cNvSpPr/>
            <p:nvPr/>
          </p:nvSpPr>
          <p:spPr>
            <a:xfrm>
              <a:off x="5653278" y="4700016"/>
              <a:ext cx="164592" cy="164592"/>
            </a:xfrm>
            <a:prstGeom prst="ellipse">
              <a:avLst/>
            </a:prstGeom>
            <a:solidFill>
              <a:srgbClr val="1B1D21"/>
            </a:solidFill>
            <a:ln w="19050">
              <a:solidFill>
                <a:srgbClr val="9AA0A6"/>
              </a:solidFill>
            </a:ln>
          </p:spPr>
          <p:txBody>
            <a:bodyPr rtlCol="0" anchor="ctr"/>
            <a:lstStyle/>
            <a:p>
              <a:pPr algn="ctr"/>
            </a:p>
          </p:txBody>
        </p:sp>
        <p:sp>
          <p:nvSpPr>
            <p:cNvPr id="87" name="hub"/>
            <p:cNvSpPr/>
            <p:nvPr/>
          </p:nvSpPr>
          <p:spPr>
            <a:xfrm>
              <a:off x="5714177" y="4760915"/>
              <a:ext cx="42793" cy="42793"/>
            </a:xfrm>
            <a:prstGeom prst="ellipse">
              <a:avLst/>
            </a:prstGeom>
            <a:solidFill>
              <a:srgbClr val="9AA0A6"/>
            </a:solidFill>
            <a:ln>
              <a:noFill/>
            </a:ln>
          </p:spPr>
          <p:txBody>
            <a:bodyPr rtlCol="0" anchor="ctr"/>
            <a:lstStyle/>
            <a:p>
              <a:pPr algn="ctr"/>
            </a:p>
          </p:txBody>
        </p:sp>
        <p:sp>
          <p:nvSpPr>
            <p:cNvPr id="88" name="wheel"/>
            <p:cNvSpPr/>
            <p:nvPr/>
          </p:nvSpPr>
          <p:spPr>
            <a:xfrm>
              <a:off x="5763006" y="4700016"/>
              <a:ext cx="164592" cy="164592"/>
            </a:xfrm>
            <a:prstGeom prst="ellipse">
              <a:avLst/>
            </a:prstGeom>
            <a:solidFill>
              <a:srgbClr val="1B1D21"/>
            </a:solidFill>
            <a:ln w="19050">
              <a:solidFill>
                <a:srgbClr val="9AA0A6"/>
              </a:solidFill>
            </a:ln>
          </p:spPr>
          <p:txBody>
            <a:bodyPr rtlCol="0" anchor="ctr"/>
            <a:lstStyle/>
            <a:p>
              <a:pPr algn="ctr"/>
            </a:p>
          </p:txBody>
        </p:sp>
        <p:sp>
          <p:nvSpPr>
            <p:cNvPr id="89" name="hub"/>
            <p:cNvSpPr/>
            <p:nvPr/>
          </p:nvSpPr>
          <p:spPr>
            <a:xfrm>
              <a:off x="5823905" y="4760915"/>
              <a:ext cx="42793" cy="42793"/>
            </a:xfrm>
            <a:prstGeom prst="ellipse">
              <a:avLst/>
            </a:prstGeom>
            <a:solidFill>
              <a:srgbClr val="9AA0A6"/>
            </a:solidFill>
            <a:ln>
              <a:noFill/>
            </a:ln>
          </p:spPr>
          <p:txBody>
            <a:bodyPr rtlCol="0" anchor="ctr"/>
            <a:lstStyle/>
            <a:p>
              <a:pPr algn="ctr"/>
            </a:p>
          </p:txBody>
        </p:sp>
        <p:sp>
          <p:nvSpPr>
            <p:cNvPr id="90" name="wheel"/>
            <p:cNvSpPr/>
            <p:nvPr/>
          </p:nvSpPr>
          <p:spPr>
            <a:xfrm>
              <a:off x="5900166" y="4700016"/>
              <a:ext cx="164592" cy="164592"/>
            </a:xfrm>
            <a:prstGeom prst="ellipse">
              <a:avLst/>
            </a:prstGeom>
            <a:solidFill>
              <a:srgbClr val="1B1D21"/>
            </a:solidFill>
            <a:ln w="19050">
              <a:solidFill>
                <a:srgbClr val="9AA0A6"/>
              </a:solidFill>
            </a:ln>
          </p:spPr>
          <p:txBody>
            <a:bodyPr rtlCol="0" anchor="ctr"/>
            <a:lstStyle/>
            <a:p>
              <a:pPr algn="ctr"/>
            </a:p>
          </p:txBody>
        </p:sp>
        <p:sp>
          <p:nvSpPr>
            <p:cNvPr id="91" name="hub"/>
            <p:cNvSpPr/>
            <p:nvPr/>
          </p:nvSpPr>
          <p:spPr>
            <a:xfrm>
              <a:off x="5961065" y="4760915"/>
              <a:ext cx="42793" cy="42793"/>
            </a:xfrm>
            <a:prstGeom prst="ellipse">
              <a:avLst/>
            </a:prstGeom>
            <a:solidFill>
              <a:srgbClr val="9AA0A6"/>
            </a:solidFill>
            <a:ln>
              <a:noFill/>
            </a:ln>
          </p:spPr>
          <p:txBody>
            <a:bodyPr rtlCol="0" anchor="ctr"/>
            <a:lstStyle/>
            <a:p>
              <a:pPr algn="ctr"/>
            </a:p>
          </p:txBody>
        </p:sp>
        <p:sp>
          <p:nvSpPr>
            <p:cNvPr id="92" name="frame"/>
            <p:cNvSpPr/>
            <p:nvPr/>
          </p:nvSpPr>
          <p:spPr>
            <a:xfrm>
              <a:off x="6160770" y="4645152"/>
              <a:ext cx="1571304" cy="61722"/>
            </a:xfrm>
            <a:prstGeom prst="rect">
              <a:avLst/>
            </a:prstGeom>
            <a:solidFill>
              <a:srgbClr val="3A3F47"/>
            </a:solidFill>
            <a:ln w="9525">
              <a:solidFill>
                <a:srgbClr val="9AA0A6"/>
              </a:solidFill>
            </a:ln>
          </p:spPr>
          <p:txBody>
            <a:bodyPr rtlCol="0" anchor="ctr"/>
            <a:lstStyle/>
            <a:p>
              <a:pPr algn="ctr"/>
            </a:p>
          </p:txBody>
        </p:sp>
        <p:sp>
          <p:nvSpPr>
            <p:cNvPr id="93" name="cab"/>
            <p:cNvSpPr/>
            <p:nvPr/>
          </p:nvSpPr>
          <p:spPr>
            <a:xfrm>
              <a:off x="6160770" y="4178808"/>
              <a:ext cx="315468" cy="466344"/>
            </a:xfrm>
            <a:prstGeom prst="roundRect">
              <a:avLst>
                <a:gd name="adj" fmla="val 2173"/>
              </a:avLst>
            </a:prstGeom>
            <a:solidFill>
              <a:srgbClr val="D6619B"/>
            </a:solidFill>
            <a:ln>
              <a:noFill/>
            </a:ln>
          </p:spPr>
          <p:txBody>
            <a:bodyPr rtlCol="0" anchor="ctr"/>
            <a:lstStyle/>
            <a:p>
              <a:pPr algn="ctr"/>
            </a:p>
          </p:txBody>
        </p:sp>
        <p:sp>
          <p:nvSpPr>
            <p:cNvPr id="94" name="cab roof"/>
            <p:cNvSpPr/>
            <p:nvPr/>
          </p:nvSpPr>
          <p:spPr>
            <a:xfrm>
              <a:off x="6133338" y="4137660"/>
              <a:ext cx="370332" cy="41147"/>
            </a:xfrm>
            <a:prstGeom prst="rect">
              <a:avLst/>
            </a:prstGeom>
            <a:solidFill>
              <a:srgbClr val="3A3F47"/>
            </a:solidFill>
            <a:ln w="9525">
              <a:solidFill>
                <a:srgbClr val="9AA0A6"/>
              </a:solidFill>
            </a:ln>
          </p:spPr>
          <p:txBody>
            <a:bodyPr rtlCol="0" anchor="ctr"/>
            <a:lstStyle/>
            <a:p>
              <a:pPr algn="ctr"/>
            </a:p>
          </p:txBody>
        </p:sp>
        <p:sp>
          <p:nvSpPr>
            <p:cNvPr id="95" name="cab window"/>
            <p:cNvSpPr/>
            <p:nvPr/>
          </p:nvSpPr>
          <p:spPr>
            <a:xfrm>
              <a:off x="6236207" y="4247388"/>
              <a:ext cx="137160" cy="150876"/>
            </a:xfrm>
            <a:prstGeom prst="rect">
              <a:avLst/>
            </a:prstGeom>
            <a:solidFill>
              <a:srgbClr val="1B1D21"/>
            </a:solidFill>
            <a:ln>
              <a:noFill/>
            </a:ln>
          </p:spPr>
          <p:txBody>
            <a:bodyPr rtlCol="0" anchor="ctr"/>
            <a:lstStyle/>
            <a:p>
              <a:pPr algn="ctr"/>
            </a:p>
          </p:txBody>
        </p:sp>
        <p:sp>
          <p:nvSpPr>
            <p:cNvPr id="96" name="boiler"/>
            <p:cNvSpPr/>
            <p:nvPr/>
          </p:nvSpPr>
          <p:spPr>
            <a:xfrm>
              <a:off x="6476238" y="4219956"/>
              <a:ext cx="1022664" cy="342900"/>
            </a:xfrm>
            <a:prstGeom prst="roundRect">
              <a:avLst>
                <a:gd name="adj" fmla="val 22000"/>
              </a:avLst>
            </a:prstGeom>
            <a:solidFill>
              <a:srgbClr val="D6619B"/>
            </a:solidFill>
            <a:ln>
              <a:noFill/>
            </a:ln>
          </p:spPr>
          <p:txBody>
            <a:bodyPr rtlCol="0" anchor="ctr"/>
            <a:lstStyle/>
            <a:p>
              <a:pPr algn="ctr"/>
            </a:p>
          </p:txBody>
        </p:sp>
        <p:sp>
          <p:nvSpPr>
            <p:cNvPr id="97" name="smokebox"/>
            <p:cNvSpPr/>
            <p:nvPr/>
          </p:nvSpPr>
          <p:spPr>
            <a:xfrm>
              <a:off x="7498902" y="4219956"/>
              <a:ext cx="164592" cy="342900"/>
            </a:xfrm>
            <a:prstGeom prst="roundRect">
              <a:avLst>
                <a:gd name="adj" fmla="val 10000"/>
              </a:avLst>
            </a:prstGeom>
            <a:solidFill>
              <a:srgbClr val="4A515B"/>
            </a:solidFill>
            <a:ln>
              <a:noFill/>
            </a:ln>
          </p:spPr>
          <p:txBody>
            <a:bodyPr rtlCol="0" anchor="ctr"/>
            <a:lstStyle/>
            <a:p>
              <a:pPr algn="ctr"/>
            </a:p>
          </p:txBody>
        </p:sp>
        <p:sp>
          <p:nvSpPr>
            <p:cNvPr id="98" name="funnel stack"/>
            <p:cNvSpPr/>
            <p:nvPr/>
          </p:nvSpPr>
          <p:spPr>
            <a:xfrm>
              <a:off x="7492044" y="3986784"/>
              <a:ext cx="164592" cy="233172"/>
            </a:xfrm>
            <a:custGeom>
              <a:avLst/>
              <a:gdLst/>
              <a:ahLst/>
              <a:cxnLst/>
              <a:rect l="l" t="t" r="r" b="b"/>
              <a:pathLst>
                <a:path w="164592" h="233172">
                  <a:moveTo>
                    <a:pt x="54864" y="233172"/>
                  </a:moveTo>
                  <a:lnTo>
                    <a:pt x="54864" y="164592"/>
                  </a:lnTo>
                  <a:lnTo>
                    <a:pt x="0" y="0"/>
                  </a:lnTo>
                  <a:lnTo>
                    <a:pt x="164592" y="0"/>
                  </a:lnTo>
                  <a:lnTo>
                    <a:pt x="109728" y="164592"/>
                  </a:lnTo>
                  <a:lnTo>
                    <a:pt x="109728" y="233172"/>
                  </a:lnTo>
                  <a:close/>
                </a:path>
              </a:pathLst>
            </a:custGeom>
            <a:solidFill>
              <a:srgbClr val="3A3F47"/>
            </a:solidFill>
            <a:ln w="9525">
              <a:solidFill>
                <a:srgbClr val="9AA0A6"/>
              </a:solidFill>
            </a:ln>
          </p:spPr>
          <p:txBody>
            <a:bodyPr rtlCol="0" anchor="ctr"/>
            <a:lstStyle/>
            <a:p>
              <a:pPr algn="ctr"/>
            </a:p>
          </p:txBody>
        </p:sp>
        <p:sp>
          <p:nvSpPr>
            <p:cNvPr id="99" name="headlamp"/>
            <p:cNvSpPr/>
            <p:nvPr/>
          </p:nvSpPr>
          <p:spPr>
            <a:xfrm>
              <a:off x="7622346" y="4110228"/>
              <a:ext cx="102869" cy="102869"/>
            </a:xfrm>
            <a:prstGeom prst="ellipse">
              <a:avLst/>
            </a:prstGeom>
            <a:solidFill>
              <a:srgbClr val="F2C14E"/>
            </a:solidFill>
            <a:ln w="12700">
              <a:solidFill>
                <a:srgbClr val="F2F2F2"/>
              </a:solidFill>
            </a:ln>
          </p:spPr>
          <p:txBody>
            <a:bodyPr rtlCol="0" anchor="ctr"/>
            <a:lstStyle/>
            <a:p>
              <a:pPr algn="ctr"/>
            </a:p>
          </p:txBody>
        </p:sp>
        <p:sp>
          <p:nvSpPr>
            <p:cNvPr id="100" name="sand dome"/>
            <p:cNvSpPr/>
            <p:nvPr/>
          </p:nvSpPr>
          <p:spPr>
            <a:xfrm>
              <a:off x="6762584" y="4137660"/>
              <a:ext cx="123444" cy="82295"/>
            </a:xfrm>
            <a:prstGeom prst="roundRect">
              <a:avLst>
                <a:gd name="adj" fmla="val 33333"/>
              </a:avLst>
            </a:prstGeom>
            <a:solidFill>
              <a:srgbClr val="D6619B"/>
            </a:solidFill>
            <a:ln>
              <a:noFill/>
            </a:ln>
          </p:spPr>
          <p:txBody>
            <a:bodyPr rtlCol="0" anchor="ctr"/>
            <a:lstStyle/>
            <a:p>
              <a:pPr algn="ctr"/>
            </a:p>
          </p:txBody>
        </p:sp>
        <p:sp>
          <p:nvSpPr>
            <p:cNvPr id="101" name="steam dome"/>
            <p:cNvSpPr/>
            <p:nvPr/>
          </p:nvSpPr>
          <p:spPr>
            <a:xfrm>
              <a:off x="7110290" y="4123944"/>
              <a:ext cx="137160" cy="96012"/>
            </a:xfrm>
            <a:prstGeom prst="roundRect">
              <a:avLst>
                <a:gd name="adj" fmla="val 28571"/>
              </a:avLst>
            </a:prstGeom>
            <a:solidFill>
              <a:srgbClr val="D6619B"/>
            </a:solidFill>
            <a:ln>
              <a:noFill/>
            </a:ln>
          </p:spPr>
          <p:txBody>
            <a:bodyPr rtlCol="0" anchor="ctr"/>
            <a:lstStyle/>
            <a:p>
              <a:pPr algn="ctr"/>
            </a:p>
          </p:txBody>
        </p:sp>
        <p:sp>
          <p:nvSpPr>
            <p:cNvPr id="102" name="pilot"/>
            <p:cNvSpPr/>
            <p:nvPr/>
          </p:nvSpPr>
          <p:spPr>
            <a:xfrm>
              <a:off x="7663494" y="4652010"/>
              <a:ext cx="205740" cy="150876"/>
            </a:xfrm>
            <a:custGeom>
              <a:avLst/>
              <a:gdLst/>
              <a:ahLst/>
              <a:cxnLst/>
              <a:rect l="l" t="t" r="r" b="b"/>
              <a:pathLst>
                <a:path w="205740" h="150876">
                  <a:moveTo>
                    <a:pt x="0" y="0"/>
                  </a:moveTo>
                  <a:lnTo>
                    <a:pt x="205740" y="150876"/>
                  </a:lnTo>
                  <a:lnTo>
                    <a:pt x="0" y="150876"/>
                  </a:lnTo>
                  <a:close/>
                </a:path>
              </a:pathLst>
            </a:custGeom>
            <a:solidFill>
              <a:srgbClr val="3A3F47"/>
            </a:solidFill>
            <a:ln w="12700">
              <a:solidFill>
                <a:srgbClr val="9AA0A6"/>
              </a:solidFill>
            </a:ln>
          </p:spPr>
          <p:txBody>
            <a:bodyPr rtlCol="0" anchor="ctr"/>
            <a:lstStyle/>
            <a:p>
              <a:pPr algn="ctr"/>
            </a:p>
          </p:txBody>
        </p:sp>
        <p:sp>
          <p:nvSpPr>
            <p:cNvPr id="103" name="bell"/>
            <p:cNvSpPr/>
            <p:nvPr/>
          </p:nvSpPr>
          <p:spPr>
            <a:xfrm>
              <a:off x="6946422" y="4055364"/>
              <a:ext cx="41148" cy="82296"/>
            </a:xfrm>
            <a:prstGeom prst="rect">
              <a:avLst/>
            </a:prstGeom>
            <a:solidFill>
              <a:srgbClr val="9AA0A6"/>
            </a:solidFill>
            <a:ln>
              <a:noFill/>
            </a:ln>
          </p:spPr>
          <p:txBody>
            <a:bodyPr rtlCol="0" anchor="ctr"/>
            <a:lstStyle/>
            <a:p>
              <a:pPr algn="ctr"/>
            </a:p>
          </p:txBody>
        </p:sp>
        <p:sp>
          <p:nvSpPr>
            <p:cNvPr id="104" name="wheel"/>
            <p:cNvSpPr/>
            <p:nvPr/>
          </p:nvSpPr>
          <p:spPr>
            <a:xfrm>
              <a:off x="6208776" y="4604004"/>
              <a:ext cx="260603" cy="260603"/>
            </a:xfrm>
            <a:prstGeom prst="ellipse">
              <a:avLst/>
            </a:prstGeom>
            <a:solidFill>
              <a:srgbClr val="1B1D21"/>
            </a:solidFill>
            <a:ln w="19050">
              <a:solidFill>
                <a:srgbClr val="9AA0A6"/>
              </a:solidFill>
            </a:ln>
          </p:spPr>
          <p:txBody>
            <a:bodyPr rtlCol="0" anchor="ctr"/>
            <a:lstStyle/>
            <a:p>
              <a:pPr algn="ctr"/>
            </a:p>
          </p:txBody>
        </p:sp>
        <p:sp>
          <p:nvSpPr>
            <p:cNvPr id="105" name="hub"/>
            <p:cNvSpPr/>
            <p:nvPr/>
          </p:nvSpPr>
          <p:spPr>
            <a:xfrm>
              <a:off x="6305199" y="4700427"/>
              <a:ext cx="67757" cy="67757"/>
            </a:xfrm>
            <a:prstGeom prst="ellipse">
              <a:avLst/>
            </a:prstGeom>
            <a:solidFill>
              <a:srgbClr val="9AA0A6"/>
            </a:solidFill>
            <a:ln>
              <a:noFill/>
            </a:ln>
          </p:spPr>
          <p:txBody>
            <a:bodyPr rtlCol="0" anchor="ctr"/>
            <a:lstStyle/>
            <a:p>
              <a:pPr algn="ctr"/>
            </a:p>
          </p:txBody>
        </p:sp>
        <p:sp>
          <p:nvSpPr>
            <p:cNvPr id="106" name="wheel"/>
            <p:cNvSpPr/>
            <p:nvPr/>
          </p:nvSpPr>
          <p:spPr>
            <a:xfrm>
              <a:off x="6500652" y="4604004"/>
              <a:ext cx="260603" cy="260603"/>
            </a:xfrm>
            <a:prstGeom prst="ellipse">
              <a:avLst/>
            </a:prstGeom>
            <a:solidFill>
              <a:srgbClr val="1B1D21"/>
            </a:solidFill>
            <a:ln w="19050">
              <a:solidFill>
                <a:srgbClr val="9AA0A6"/>
              </a:solidFill>
            </a:ln>
          </p:spPr>
          <p:txBody>
            <a:bodyPr rtlCol="0" anchor="ctr"/>
            <a:lstStyle/>
            <a:p>
              <a:pPr algn="ctr"/>
            </a:p>
          </p:txBody>
        </p:sp>
        <p:sp>
          <p:nvSpPr>
            <p:cNvPr id="107" name="hub"/>
            <p:cNvSpPr/>
            <p:nvPr/>
          </p:nvSpPr>
          <p:spPr>
            <a:xfrm>
              <a:off x="6597075" y="4700427"/>
              <a:ext cx="67757" cy="67757"/>
            </a:xfrm>
            <a:prstGeom prst="ellipse">
              <a:avLst/>
            </a:prstGeom>
            <a:solidFill>
              <a:srgbClr val="9AA0A6"/>
            </a:solidFill>
            <a:ln>
              <a:noFill/>
            </a:ln>
          </p:spPr>
          <p:txBody>
            <a:bodyPr rtlCol="0" anchor="ctr"/>
            <a:lstStyle/>
            <a:p>
              <a:pPr algn="ctr"/>
            </a:p>
          </p:txBody>
        </p:sp>
        <p:sp>
          <p:nvSpPr>
            <p:cNvPr id="108" name="wheel"/>
            <p:cNvSpPr/>
            <p:nvPr/>
          </p:nvSpPr>
          <p:spPr>
            <a:xfrm>
              <a:off x="6792528" y="4604004"/>
              <a:ext cx="260603" cy="260603"/>
            </a:xfrm>
            <a:prstGeom prst="ellipse">
              <a:avLst/>
            </a:prstGeom>
            <a:solidFill>
              <a:srgbClr val="1B1D21"/>
            </a:solidFill>
            <a:ln w="19050">
              <a:solidFill>
                <a:srgbClr val="9AA0A6"/>
              </a:solidFill>
            </a:ln>
          </p:spPr>
          <p:txBody>
            <a:bodyPr rtlCol="0" anchor="ctr"/>
            <a:lstStyle/>
            <a:p>
              <a:pPr algn="ctr"/>
            </a:p>
          </p:txBody>
        </p:sp>
        <p:sp>
          <p:nvSpPr>
            <p:cNvPr id="109" name="hub"/>
            <p:cNvSpPr/>
            <p:nvPr/>
          </p:nvSpPr>
          <p:spPr>
            <a:xfrm>
              <a:off x="6888952" y="4700427"/>
              <a:ext cx="67757" cy="67757"/>
            </a:xfrm>
            <a:prstGeom prst="ellipse">
              <a:avLst/>
            </a:prstGeom>
            <a:solidFill>
              <a:srgbClr val="9AA0A6"/>
            </a:solidFill>
            <a:ln>
              <a:noFill/>
            </a:ln>
          </p:spPr>
          <p:txBody>
            <a:bodyPr rtlCol="0" anchor="ctr"/>
            <a:lstStyle/>
            <a:p>
              <a:pPr algn="ctr"/>
            </a:p>
          </p:txBody>
        </p:sp>
        <p:sp>
          <p:nvSpPr>
            <p:cNvPr id="110" name="wheel"/>
            <p:cNvSpPr/>
            <p:nvPr/>
          </p:nvSpPr>
          <p:spPr>
            <a:xfrm>
              <a:off x="7389174" y="4727448"/>
              <a:ext cx="137160" cy="137160"/>
            </a:xfrm>
            <a:prstGeom prst="ellipse">
              <a:avLst/>
            </a:prstGeom>
            <a:solidFill>
              <a:srgbClr val="1B1D21"/>
            </a:solidFill>
            <a:ln w="19050">
              <a:solidFill>
                <a:srgbClr val="9AA0A6"/>
              </a:solidFill>
            </a:ln>
          </p:spPr>
          <p:txBody>
            <a:bodyPr rtlCol="0" anchor="ctr"/>
            <a:lstStyle/>
            <a:p>
              <a:pPr algn="ctr"/>
            </a:p>
          </p:txBody>
        </p:sp>
        <p:sp>
          <p:nvSpPr>
            <p:cNvPr id="111" name="hub"/>
            <p:cNvSpPr/>
            <p:nvPr/>
          </p:nvSpPr>
          <p:spPr>
            <a:xfrm>
              <a:off x="7439924" y="4778197"/>
              <a:ext cx="35661" cy="35661"/>
            </a:xfrm>
            <a:prstGeom prst="ellipse">
              <a:avLst/>
            </a:prstGeom>
            <a:solidFill>
              <a:srgbClr val="9AA0A6"/>
            </a:solidFill>
            <a:ln>
              <a:noFill/>
            </a:ln>
          </p:spPr>
          <p:txBody>
            <a:bodyPr rtlCol="0" anchor="ctr"/>
            <a:lstStyle/>
            <a:p>
              <a:pPr algn="ctr"/>
            </a:p>
          </p:txBody>
        </p:sp>
        <p:sp>
          <p:nvSpPr>
            <p:cNvPr id="112" name="wheel"/>
            <p:cNvSpPr/>
            <p:nvPr/>
          </p:nvSpPr>
          <p:spPr>
            <a:xfrm>
              <a:off x="7540050" y="4727448"/>
              <a:ext cx="137160" cy="137160"/>
            </a:xfrm>
            <a:prstGeom prst="ellipse">
              <a:avLst/>
            </a:prstGeom>
            <a:solidFill>
              <a:srgbClr val="1B1D21"/>
            </a:solidFill>
            <a:ln w="19050">
              <a:solidFill>
                <a:srgbClr val="9AA0A6"/>
              </a:solidFill>
            </a:ln>
          </p:spPr>
          <p:txBody>
            <a:bodyPr rtlCol="0" anchor="ctr"/>
            <a:lstStyle/>
            <a:p>
              <a:pPr algn="ctr"/>
            </a:p>
          </p:txBody>
        </p:sp>
        <p:sp>
          <p:nvSpPr>
            <p:cNvPr id="113" name="hub"/>
            <p:cNvSpPr/>
            <p:nvPr/>
          </p:nvSpPr>
          <p:spPr>
            <a:xfrm>
              <a:off x="7590800" y="4778197"/>
              <a:ext cx="35661" cy="35661"/>
            </a:xfrm>
            <a:prstGeom prst="ellipse">
              <a:avLst/>
            </a:prstGeom>
            <a:solidFill>
              <a:srgbClr val="9AA0A6"/>
            </a:solidFill>
            <a:ln>
              <a:noFill/>
            </a:ln>
          </p:spPr>
          <p:txBody>
            <a:bodyPr rtlCol="0" anchor="ctr"/>
            <a:lstStyle/>
            <a:p>
              <a:pPr algn="ctr"/>
            </a:p>
          </p:txBody>
        </p:sp>
        <p:sp>
          <p:nvSpPr>
            <p:cNvPr id="114" name="coupling rod"/>
            <p:cNvSpPr/>
            <p:nvPr/>
          </p:nvSpPr>
          <p:spPr>
            <a:xfrm>
              <a:off x="6339078" y="4656124"/>
              <a:ext cx="583752" cy="19202"/>
            </a:xfrm>
            <a:prstGeom prst="rect">
              <a:avLst/>
            </a:prstGeom>
            <a:solidFill>
              <a:srgbClr val="D0D4D8"/>
            </a:solidFill>
            <a:ln>
              <a:noFill/>
            </a:ln>
          </p:spPr>
          <p:txBody>
            <a:bodyPr rtlCol="0" anchor="ctr"/>
            <a:lstStyle/>
            <a:p>
              <a:pPr algn="ctr"/>
            </a:p>
          </p:txBody>
        </p:sp>
        <p:sp>
          <p:nvSpPr>
            <p:cNvPr id="115" name="wagon frame"/>
            <p:cNvSpPr/>
            <p:nvPr/>
          </p:nvSpPr>
          <p:spPr>
            <a:xfrm>
              <a:off x="9409176" y="4480560"/>
              <a:ext cx="1207008" cy="109727"/>
            </a:xfrm>
            <a:prstGeom prst="rect">
              <a:avLst/>
            </a:prstGeom>
            <a:solidFill>
              <a:srgbClr val="3A3F47"/>
            </a:solidFill>
            <a:ln w="9525">
              <a:solidFill>
                <a:srgbClr val="9AA0A6"/>
              </a:solidFill>
            </a:ln>
          </p:spPr>
          <p:txBody>
            <a:bodyPr rtlCol="0" anchor="ctr"/>
            <a:lstStyle/>
            <a:p>
              <a:pPr algn="ctr"/>
            </a:p>
          </p:txBody>
        </p:sp>
        <p:sp>
          <p:nvSpPr>
            <p:cNvPr id="116" name="hopper body"/>
            <p:cNvSpPr/>
            <p:nvPr/>
          </p:nvSpPr>
          <p:spPr>
            <a:xfrm>
              <a:off x="9409176" y="3794760"/>
              <a:ext cx="1207008" cy="685800"/>
            </a:xfrm>
            <a:custGeom>
              <a:avLst/>
              <a:gdLst/>
              <a:ahLst/>
              <a:cxnLst/>
              <a:rect l="l" t="t" r="r" b="b"/>
              <a:pathLst>
                <a:path w="1207008" h="685800">
                  <a:moveTo>
                    <a:pt x="0" y="0"/>
                  </a:moveTo>
                  <a:lnTo>
                    <a:pt x="1207008" y="0"/>
                  </a:lnTo>
                  <a:lnTo>
                    <a:pt x="1014983" y="685800"/>
                  </a:lnTo>
                  <a:lnTo>
                    <a:pt x="192024" y="685800"/>
                  </a:lnTo>
                  <a:close/>
                </a:path>
              </a:pathLst>
            </a:custGeom>
            <a:solidFill>
              <a:srgbClr val="D6619B"/>
            </a:solidFill>
            <a:ln>
              <a:noFill/>
            </a:ln>
          </p:spPr>
          <p:txBody>
            <a:bodyPr rtlCol="0" anchor="ctr"/>
            <a:lstStyle/>
            <a:p>
              <a:pPr algn="ctr"/>
            </a:p>
          </p:txBody>
        </p:sp>
        <p:sp>
          <p:nvSpPr>
            <p:cNvPr id="117" name="hopper rim"/>
            <p:cNvSpPr/>
            <p:nvPr/>
          </p:nvSpPr>
          <p:spPr>
            <a:xfrm>
              <a:off x="9409176" y="3781044"/>
              <a:ext cx="1207008" cy="68580"/>
            </a:xfrm>
            <a:prstGeom prst="rect">
              <a:avLst/>
            </a:prstGeom>
            <a:solidFill>
              <a:srgbClr val="E088B4"/>
            </a:solidFill>
            <a:ln>
              <a:noFill/>
            </a:ln>
          </p:spPr>
          <p:txBody>
            <a:bodyPr rtlCol="0" anchor="ctr"/>
            <a:lstStyle/>
            <a:p>
              <a:pPr algn="ctr"/>
            </a:p>
          </p:txBody>
        </p:sp>
        <p:sp>
          <p:nvSpPr>
            <p:cNvPr id="118" name="hopper hatch"/>
            <p:cNvSpPr/>
            <p:nvPr/>
          </p:nvSpPr>
          <p:spPr>
            <a:xfrm>
              <a:off x="9771278" y="4480560"/>
              <a:ext cx="241402" cy="82296"/>
            </a:xfrm>
            <a:custGeom>
              <a:avLst/>
              <a:gdLst/>
              <a:ahLst/>
              <a:cxnLst/>
              <a:rect l="l" t="t" r="r" b="b"/>
              <a:pathLst>
                <a:path w="241402" h="82296">
                  <a:moveTo>
                    <a:pt x="0" y="0"/>
                  </a:moveTo>
                  <a:lnTo>
                    <a:pt x="120701" y="82296"/>
                  </a:lnTo>
                  <a:lnTo>
                    <a:pt x="241402" y="0"/>
                  </a:lnTo>
                  <a:close/>
                </a:path>
              </a:pathLst>
            </a:custGeom>
            <a:solidFill>
              <a:srgbClr val="3A3F47"/>
            </a:solidFill>
            <a:ln>
              <a:noFill/>
            </a:ln>
          </p:spPr>
          <p:txBody>
            <a:bodyPr rtlCol="0" anchor="ctr"/>
            <a:lstStyle/>
            <a:p>
              <a:pPr algn="ctr"/>
            </a:p>
          </p:txBody>
        </p:sp>
        <p:sp>
          <p:nvSpPr>
            <p:cNvPr id="119" name="hopper hatch"/>
            <p:cNvSpPr/>
            <p:nvPr/>
          </p:nvSpPr>
          <p:spPr>
            <a:xfrm>
              <a:off x="10073030" y="4480560"/>
              <a:ext cx="241402" cy="82296"/>
            </a:xfrm>
            <a:custGeom>
              <a:avLst/>
              <a:gdLst/>
              <a:ahLst/>
              <a:cxnLst/>
              <a:rect l="l" t="t" r="r" b="b"/>
              <a:pathLst>
                <a:path w="241402" h="82296">
                  <a:moveTo>
                    <a:pt x="0" y="0"/>
                  </a:moveTo>
                  <a:lnTo>
                    <a:pt x="120701" y="82296"/>
                  </a:lnTo>
                  <a:lnTo>
                    <a:pt x="241402" y="0"/>
                  </a:lnTo>
                  <a:close/>
                </a:path>
              </a:pathLst>
            </a:custGeom>
            <a:solidFill>
              <a:srgbClr val="3A3F47"/>
            </a:solidFill>
            <a:ln>
              <a:noFill/>
            </a:ln>
          </p:spPr>
          <p:txBody>
            <a:bodyPr rtlCol="0" anchor="ctr"/>
            <a:lstStyle/>
            <a:p>
              <a:pPr algn="ctr"/>
            </a:p>
          </p:txBody>
        </p:sp>
        <p:sp>
          <p:nvSpPr>
            <p:cNvPr id="120" name="wheel"/>
            <p:cNvSpPr/>
            <p:nvPr/>
          </p:nvSpPr>
          <p:spPr>
            <a:xfrm>
              <a:off x="9491472" y="4535424"/>
              <a:ext cx="329184" cy="329184"/>
            </a:xfrm>
            <a:prstGeom prst="ellipse">
              <a:avLst/>
            </a:prstGeom>
            <a:solidFill>
              <a:srgbClr val="1B1D21"/>
            </a:solidFill>
            <a:ln w="15875">
              <a:solidFill>
                <a:srgbClr val="9AA0A6"/>
              </a:solidFill>
            </a:ln>
          </p:spPr>
          <p:txBody>
            <a:bodyPr rtlCol="0" anchor="ctr"/>
            <a:lstStyle/>
            <a:p>
              <a:pPr algn="ctr"/>
            </a:p>
          </p:txBody>
        </p:sp>
        <p:sp>
          <p:nvSpPr>
            <p:cNvPr id="121" name="hub"/>
            <p:cNvSpPr/>
            <p:nvPr/>
          </p:nvSpPr>
          <p:spPr>
            <a:xfrm>
              <a:off x="9613270" y="4657222"/>
              <a:ext cx="85587" cy="85587"/>
            </a:xfrm>
            <a:prstGeom prst="ellipse">
              <a:avLst/>
            </a:prstGeom>
            <a:solidFill>
              <a:srgbClr val="9AA0A6"/>
            </a:solidFill>
            <a:ln>
              <a:noFill/>
            </a:ln>
          </p:spPr>
          <p:txBody>
            <a:bodyPr rtlCol="0" anchor="ctr"/>
            <a:lstStyle/>
            <a:p>
              <a:pPr algn="ctr"/>
            </a:p>
          </p:txBody>
        </p:sp>
        <p:sp>
          <p:nvSpPr>
            <p:cNvPr id="122" name="wheel"/>
            <p:cNvSpPr/>
            <p:nvPr/>
          </p:nvSpPr>
          <p:spPr>
            <a:xfrm>
              <a:off x="10204704" y="4535424"/>
              <a:ext cx="329184" cy="329184"/>
            </a:xfrm>
            <a:prstGeom prst="ellipse">
              <a:avLst/>
            </a:prstGeom>
            <a:solidFill>
              <a:srgbClr val="1B1D21"/>
            </a:solidFill>
            <a:ln w="15875">
              <a:solidFill>
                <a:srgbClr val="9AA0A6"/>
              </a:solidFill>
            </a:ln>
          </p:spPr>
          <p:txBody>
            <a:bodyPr rtlCol="0" anchor="ctr"/>
            <a:lstStyle/>
            <a:p>
              <a:pPr algn="ctr"/>
            </a:p>
          </p:txBody>
        </p:sp>
        <p:sp>
          <p:nvSpPr>
            <p:cNvPr id="123" name="hub"/>
            <p:cNvSpPr/>
            <p:nvPr/>
          </p:nvSpPr>
          <p:spPr>
            <a:xfrm>
              <a:off x="10326502" y="4657222"/>
              <a:ext cx="85587" cy="85587"/>
            </a:xfrm>
            <a:prstGeom prst="ellipse">
              <a:avLst/>
            </a:prstGeom>
            <a:solidFill>
              <a:srgbClr val="9AA0A6"/>
            </a:solidFill>
            <a:ln>
              <a:noFill/>
            </a:ln>
          </p:spPr>
          <p:txBody>
            <a:bodyPr rtlCol="0" anchor="ctr"/>
            <a:lstStyle/>
            <a:p>
              <a:pPr algn="ctr"/>
            </a:p>
          </p:txBody>
        </p:sp>
        <p:cxnSp>
          <p:nvCxnSpPr>
            <p:cNvPr id="124" name="change arrow"/>
            <p:cNvCxnSpPr/>
            <p:nvPr/>
          </p:nvCxnSpPr>
          <p:spPr>
            <a:xfrm>
              <a:off x="3337560" y="3200400"/>
              <a:ext cx="0" cy="429768"/>
            </a:xfrm>
            <a:prstGeom prst="line">
              <a:avLst/>
            </a:prstGeom>
            <a:ln w="38100">
              <a:solidFill>
                <a:srgbClr val="F28C28"/>
              </a:solidFill>
              <a:tailEnd type="triangle" w="med" len="med"/>
            </a:ln>
          </p:spPr>
        </p:cxnSp>
        <p:cxnSp>
          <p:nvCxnSpPr>
            <p:cNvPr id="125" name="change arrow"/>
            <p:cNvCxnSpPr/>
            <p:nvPr/>
          </p:nvCxnSpPr>
          <p:spPr>
            <a:xfrm>
              <a:off x="6675120" y="3200400"/>
              <a:ext cx="0" cy="429768"/>
            </a:xfrm>
            <a:prstGeom prst="line">
              <a:avLst/>
            </a:prstGeom>
            <a:ln w="38100">
              <a:solidFill>
                <a:srgbClr val="F28C28"/>
              </a:solidFill>
              <a:tailEnd type="triangle" w="med" len="med"/>
            </a:ln>
          </p:spPr>
        </p:cxnSp>
        <p:cxnSp>
          <p:nvCxnSpPr>
            <p:cNvPr id="126" name="change arrow"/>
            <p:cNvCxnSpPr/>
            <p:nvPr/>
          </p:nvCxnSpPr>
          <p:spPr>
            <a:xfrm>
              <a:off x="10012680" y="3200400"/>
              <a:ext cx="0" cy="429768"/>
            </a:xfrm>
            <a:prstGeom prst="line">
              <a:avLst/>
            </a:prstGeom>
            <a:ln w="38100">
              <a:solidFill>
                <a:srgbClr val="F28C28"/>
              </a:solidFill>
              <a:tailEnd type="triangle" w="med" len="med"/>
            </a:ln>
          </p:spPr>
        </p:cxnSp>
      </p:grpSp>
      <p:sp>
        <p:nvSpPr>
          <p:cNvPr id="127" name="ICHIP"/>
          <p:cNvSpPr/>
          <p:nvPr/>
        </p:nvSpPr>
        <p:spPr>
          <a:xfrm>
            <a:off x="10080547" y="5230368"/>
            <a:ext cx="1486612"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Not yet tested</a:t>
            </a:r>
          </a:p>
        </p:txBody>
      </p:sp>
      <p:sp>
        <p:nvSpPr>
          <p:cNvPr id="128"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29"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30"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Changing the region restyles stock you already own, not just new builds.</a:t>
            </a:r>
          </a:p>
        </p:txBody>
      </p:sp>
      <p:sp>
        <p:nvSpPr>
          <p:cNvPr id="131"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Three sizes, many looks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hree by three engine grid" descr="A grid of nine example locomotive silhouettes. Rows are Small, Medium and Large. Columns are three example regional styles, and each style draws its engines in its own shape."/>
          <p:cNvGrpSpPr/>
          <p:nvPr/>
        </p:nvGrpSpPr>
        <p:grpSpPr>
          <a:xfrm>
            <a:off x="548640" y="1234440"/>
            <a:ext cx="10972800" cy="4224528"/>
            <a:chOff x="548640" y="1234440"/>
            <a:chExt cx="10972800" cy="4224528"/>
          </a:xfrm>
        </p:grpSpPr>
        <p:sp>
          <p:nvSpPr>
            <p:cNvPr id="5" name="region heading"/>
            <p:cNvSpPr/>
            <p:nvPr/>
          </p:nvSpPr>
          <p:spPr>
            <a:xfrm>
              <a:off x="2011680" y="1234440"/>
              <a:ext cx="3108960" cy="365760"/>
            </a:xfrm>
            <a:prstGeom prst="roundRect">
              <a:avLst>
                <a:gd name="adj" fmla="val 50000"/>
              </a:avLst>
            </a:prstGeom>
            <a:solidFill>
              <a:srgbClr val="343A43"/>
            </a:solidFill>
            <a:ln w="19050">
              <a:solidFill>
                <a:srgbClr val="4A515B"/>
              </a:solidFill>
            </a:ln>
          </p:spPr>
          <p:txBody>
            <a:bodyPr rtlCol="0" anchor="ctr" wrap="square" lIns="54864" tIns="27432" rIns="54864" bIns="27432">
              <a:noAutofit/>
            </a:bodyPr>
            <a:lstStyle/>
            <a:p>
              <a:pPr algn="ctr"/>
              <a:r>
                <a:rPr sz="1800" b="1" i="0" lang="en-GB">
                  <a:solidFill>
                    <a:srgbClr val="F2F2F2"/>
                  </a:solidFill>
                  <a:latin typeface="Arial"/>
                </a:rPr>
                <a:t>British</a:t>
              </a:r>
            </a:p>
          </p:txBody>
        </p:sp>
        <p:sp>
          <p:nvSpPr>
            <p:cNvPr id="6" name="region heading"/>
            <p:cNvSpPr/>
            <p:nvPr/>
          </p:nvSpPr>
          <p:spPr>
            <a:xfrm>
              <a:off x="5212080" y="1234440"/>
              <a:ext cx="3108960" cy="365760"/>
            </a:xfrm>
            <a:prstGeom prst="roundRect">
              <a:avLst>
                <a:gd name="adj" fmla="val 50000"/>
              </a:avLst>
            </a:prstGeom>
            <a:solidFill>
              <a:srgbClr val="343A43"/>
            </a:solidFill>
            <a:ln w="19050">
              <a:solidFill>
                <a:srgbClr val="4A515B"/>
              </a:solidFill>
            </a:ln>
          </p:spPr>
          <p:txBody>
            <a:bodyPr rtlCol="0" anchor="ctr" wrap="square" lIns="54864" tIns="27432" rIns="54864" bIns="27432">
              <a:noAutofit/>
            </a:bodyPr>
            <a:lstStyle/>
            <a:p>
              <a:pPr algn="ctr"/>
              <a:r>
                <a:rPr sz="1800" b="1" i="0" lang="en-GB">
                  <a:solidFill>
                    <a:srgbClr val="F2F2F2"/>
                  </a:solidFill>
                  <a:latin typeface="Arial"/>
                </a:rPr>
                <a:t>North American</a:t>
              </a:r>
            </a:p>
          </p:txBody>
        </p:sp>
        <p:sp>
          <p:nvSpPr>
            <p:cNvPr id="7" name="region heading"/>
            <p:cNvSpPr/>
            <p:nvPr/>
          </p:nvSpPr>
          <p:spPr>
            <a:xfrm>
              <a:off x="8412480" y="1234440"/>
              <a:ext cx="3108960" cy="365760"/>
            </a:xfrm>
            <a:prstGeom prst="roundRect">
              <a:avLst>
                <a:gd name="adj" fmla="val 50000"/>
              </a:avLst>
            </a:prstGeom>
            <a:solidFill>
              <a:srgbClr val="343A43"/>
            </a:solidFill>
            <a:ln w="19050">
              <a:solidFill>
                <a:srgbClr val="4A515B"/>
              </a:solidFill>
            </a:ln>
          </p:spPr>
          <p:txBody>
            <a:bodyPr rtlCol="0" anchor="ctr" wrap="square" lIns="54864" tIns="27432" rIns="54864" bIns="27432">
              <a:noAutofit/>
            </a:bodyPr>
            <a:lstStyle/>
            <a:p>
              <a:pPr algn="ctr"/>
              <a:r>
                <a:rPr sz="1800" b="1" i="0" lang="en-GB">
                  <a:solidFill>
                    <a:srgbClr val="F2F2F2"/>
                  </a:solidFill>
                  <a:latin typeface="Arial"/>
                </a:rPr>
                <a:t>Continental European</a:t>
              </a:r>
            </a:p>
          </p:txBody>
        </p:sp>
        <p:sp>
          <p:nvSpPr>
            <p:cNvPr id="8" name="examples label"/>
            <p:cNvSpPr txBox="1"/>
            <p:nvPr/>
          </p:nvSpPr>
          <p:spPr>
            <a:xfrm>
              <a:off x="548640" y="1234440"/>
              <a:ext cx="1417320" cy="365760"/>
            </a:xfrm>
            <a:prstGeom prst="rect">
              <a:avLst/>
            </a:prstGeom>
            <a:noFill/>
          </p:spPr>
          <p:txBody>
            <a:bodyPr wrap="square" anchor="ctr" lIns="18288" tIns="9144" rIns="18288" bIns="9144">
              <a:noAutofit/>
            </a:bodyPr>
            <a:lstStyle/>
            <a:p>
              <a:pPr algn="l"/>
              <a:r>
                <a:rPr sz="1400" b="1" i="0" lang="en-GB">
                  <a:solidFill>
                    <a:srgbClr val="A9B0B8"/>
                  </a:solidFill>
                  <a:latin typeface="Arial"/>
                </a:rPr>
                <a:t>Examples only</a:t>
              </a:r>
            </a:p>
          </p:txBody>
        </p:sp>
        <p:sp>
          <p:nvSpPr>
            <p:cNvPr id="9" name="row heading"/>
            <p:cNvSpPr txBox="1"/>
            <p:nvPr/>
          </p:nvSpPr>
          <p:spPr>
            <a:xfrm>
              <a:off x="548640" y="1691640"/>
              <a:ext cx="1417320" cy="1207008"/>
            </a:xfrm>
            <a:prstGeom prst="rect">
              <a:avLst/>
            </a:prstGeom>
            <a:noFill/>
          </p:spPr>
          <p:txBody>
            <a:bodyPr wrap="square" anchor="ctr" lIns="18288" tIns="9144" rIns="18288" bIns="9144">
              <a:noAutofit/>
            </a:bodyPr>
            <a:lstStyle/>
            <a:p>
              <a:pPr algn="l"/>
              <a:r>
                <a:rPr sz="2000" b="1" i="0" lang="en-GB">
                  <a:solidFill>
                    <a:srgbClr val="F2F2F2"/>
                  </a:solidFill>
                  <a:latin typeface="Arial"/>
                </a:rPr>
                <a:t>Small</a:t>
              </a:r>
            </a:p>
          </p:txBody>
        </p:sp>
        <p:sp>
          <p:nvSpPr>
            <p:cNvPr id="10" name="panel"/>
            <p:cNvSpPr/>
            <p:nvPr/>
          </p:nvSpPr>
          <p:spPr>
            <a:xfrm>
              <a:off x="2011680" y="169164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11" name="rail"/>
            <p:cNvSpPr/>
            <p:nvPr/>
          </p:nvSpPr>
          <p:spPr>
            <a:xfrm>
              <a:off x="2148840" y="2715768"/>
              <a:ext cx="2834640" cy="45720"/>
            </a:xfrm>
            <a:prstGeom prst="rect">
              <a:avLst/>
            </a:prstGeom>
            <a:solidFill>
              <a:srgbClr val="9AA0A6"/>
            </a:solidFill>
            <a:ln>
              <a:noFill/>
            </a:ln>
          </p:spPr>
          <p:txBody>
            <a:bodyPr rtlCol="0" anchor="ctr"/>
            <a:lstStyle/>
            <a:p>
              <a:pPr algn="ctr"/>
            </a:p>
          </p:txBody>
        </p:sp>
        <p:sp>
          <p:nvSpPr>
            <p:cNvPr id="12" name="frame"/>
            <p:cNvSpPr/>
            <p:nvPr/>
          </p:nvSpPr>
          <p:spPr>
            <a:xfrm>
              <a:off x="2810408" y="2523515"/>
              <a:ext cx="1471726" cy="59664"/>
            </a:xfrm>
            <a:prstGeom prst="rect">
              <a:avLst/>
            </a:prstGeom>
            <a:solidFill>
              <a:srgbClr val="3A3F47"/>
            </a:solidFill>
            <a:ln w="9525">
              <a:solidFill>
                <a:srgbClr val="9AA0A6"/>
              </a:solidFill>
            </a:ln>
          </p:spPr>
          <p:txBody>
            <a:bodyPr rtlCol="0" anchor="ctr"/>
            <a:lstStyle/>
            <a:p>
              <a:pPr algn="ctr"/>
            </a:p>
          </p:txBody>
        </p:sp>
        <p:sp>
          <p:nvSpPr>
            <p:cNvPr id="13" name="bunker"/>
            <p:cNvSpPr/>
            <p:nvPr/>
          </p:nvSpPr>
          <p:spPr>
            <a:xfrm>
              <a:off x="2810408" y="2264968"/>
              <a:ext cx="225399" cy="258546"/>
            </a:xfrm>
            <a:prstGeom prst="roundRect">
              <a:avLst>
                <a:gd name="adj" fmla="val 2941"/>
              </a:avLst>
            </a:prstGeom>
            <a:solidFill>
              <a:srgbClr val="2BB5B0"/>
            </a:solidFill>
            <a:ln>
              <a:noFill/>
            </a:ln>
          </p:spPr>
          <p:txBody>
            <a:bodyPr rtlCol="0" anchor="ctr"/>
            <a:lstStyle/>
            <a:p>
              <a:pPr algn="ctr"/>
            </a:p>
          </p:txBody>
        </p:sp>
        <p:sp>
          <p:nvSpPr>
            <p:cNvPr id="14" name="bunker coal"/>
            <p:cNvSpPr/>
            <p:nvPr/>
          </p:nvSpPr>
          <p:spPr>
            <a:xfrm>
              <a:off x="2823667" y="2198674"/>
              <a:ext cx="198882" cy="66294"/>
            </a:xfrm>
            <a:custGeom>
              <a:avLst/>
              <a:gdLst/>
              <a:ahLst/>
              <a:cxnLst/>
              <a:rect l="l" t="t" r="r" b="b"/>
              <a:pathLst>
                <a:path w="198882" h="66294">
                  <a:moveTo>
                    <a:pt x="0" y="66294"/>
                  </a:moveTo>
                  <a:lnTo>
                    <a:pt x="53035" y="6630"/>
                  </a:lnTo>
                  <a:lnTo>
                    <a:pt x="132588" y="0"/>
                  </a:lnTo>
                  <a:lnTo>
                    <a:pt x="198882" y="66294"/>
                  </a:lnTo>
                  <a:close/>
                </a:path>
              </a:pathLst>
            </a:custGeom>
            <a:solidFill>
              <a:srgbClr val="1B1D21"/>
            </a:solidFill>
            <a:ln w="12700">
              <a:solidFill>
                <a:srgbClr val="6B7078"/>
              </a:solidFill>
            </a:ln>
          </p:spPr>
          <p:txBody>
            <a:bodyPr rtlCol="0" anchor="ctr"/>
            <a:lstStyle/>
            <a:p>
              <a:pPr algn="ctr"/>
            </a:p>
          </p:txBody>
        </p:sp>
        <p:sp>
          <p:nvSpPr>
            <p:cNvPr id="15" name="cab"/>
            <p:cNvSpPr/>
            <p:nvPr/>
          </p:nvSpPr>
          <p:spPr>
            <a:xfrm>
              <a:off x="3035808" y="2158898"/>
              <a:ext cx="265176" cy="364617"/>
            </a:xfrm>
            <a:prstGeom prst="roundRect">
              <a:avLst>
                <a:gd name="adj" fmla="val 2500"/>
              </a:avLst>
            </a:prstGeom>
            <a:solidFill>
              <a:srgbClr val="2BB5B0"/>
            </a:solidFill>
            <a:ln>
              <a:noFill/>
            </a:ln>
          </p:spPr>
          <p:txBody>
            <a:bodyPr rtlCol="0" anchor="ctr"/>
            <a:lstStyle/>
            <a:p>
              <a:pPr algn="ctr"/>
            </a:p>
          </p:txBody>
        </p:sp>
        <p:sp>
          <p:nvSpPr>
            <p:cNvPr id="16" name="cab roof"/>
            <p:cNvSpPr/>
            <p:nvPr/>
          </p:nvSpPr>
          <p:spPr>
            <a:xfrm>
              <a:off x="3022549" y="2125751"/>
              <a:ext cx="291693" cy="33147"/>
            </a:xfrm>
            <a:prstGeom prst="rect">
              <a:avLst/>
            </a:prstGeom>
            <a:solidFill>
              <a:srgbClr val="3A3F47"/>
            </a:solidFill>
            <a:ln w="9525">
              <a:solidFill>
                <a:srgbClr val="9AA0A6"/>
              </a:solidFill>
            </a:ln>
          </p:spPr>
          <p:txBody>
            <a:bodyPr rtlCol="0" anchor="ctr"/>
            <a:lstStyle/>
            <a:p>
              <a:pPr algn="ctr"/>
            </a:p>
          </p:txBody>
        </p:sp>
        <p:sp>
          <p:nvSpPr>
            <p:cNvPr id="17" name="cab window"/>
            <p:cNvSpPr/>
            <p:nvPr/>
          </p:nvSpPr>
          <p:spPr>
            <a:xfrm>
              <a:off x="3102102" y="2211933"/>
              <a:ext cx="119329" cy="119329"/>
            </a:xfrm>
            <a:prstGeom prst="rect">
              <a:avLst/>
            </a:prstGeom>
            <a:solidFill>
              <a:srgbClr val="1B1D21"/>
            </a:solidFill>
            <a:ln>
              <a:noFill/>
            </a:ln>
          </p:spPr>
          <p:txBody>
            <a:bodyPr rtlCol="0" anchor="ctr"/>
            <a:lstStyle/>
            <a:p>
              <a:pPr algn="ctr"/>
            </a:p>
          </p:txBody>
        </p:sp>
        <p:sp>
          <p:nvSpPr>
            <p:cNvPr id="18" name="boiler"/>
            <p:cNvSpPr/>
            <p:nvPr/>
          </p:nvSpPr>
          <p:spPr>
            <a:xfrm>
              <a:off x="3300984" y="2192045"/>
              <a:ext cx="848563" cy="265176"/>
            </a:xfrm>
            <a:prstGeom prst="roundRect">
              <a:avLst>
                <a:gd name="adj" fmla="val 25000"/>
              </a:avLst>
            </a:prstGeom>
            <a:solidFill>
              <a:srgbClr val="2BB5B0"/>
            </a:solidFill>
            <a:ln>
              <a:noFill/>
            </a:ln>
          </p:spPr>
          <p:txBody>
            <a:bodyPr rtlCol="0" anchor="ctr"/>
            <a:lstStyle/>
            <a:p>
              <a:pPr algn="ctr"/>
            </a:p>
          </p:txBody>
        </p:sp>
        <p:sp>
          <p:nvSpPr>
            <p:cNvPr id="19" name="side tank"/>
            <p:cNvSpPr/>
            <p:nvPr/>
          </p:nvSpPr>
          <p:spPr>
            <a:xfrm>
              <a:off x="3300984" y="2284857"/>
              <a:ext cx="782269" cy="232028"/>
            </a:xfrm>
            <a:prstGeom prst="roundRect">
              <a:avLst>
                <a:gd name="adj" fmla="val 14285"/>
              </a:avLst>
            </a:prstGeom>
            <a:solidFill>
              <a:srgbClr val="1E827E"/>
            </a:solidFill>
            <a:ln>
              <a:noFill/>
            </a:ln>
          </p:spPr>
          <p:txBody>
            <a:bodyPr rtlCol="0" anchor="ctr"/>
            <a:lstStyle/>
            <a:p>
              <a:pPr algn="ctr"/>
            </a:p>
          </p:txBody>
        </p:sp>
        <p:sp>
          <p:nvSpPr>
            <p:cNvPr id="20" name="smokebox"/>
            <p:cNvSpPr/>
            <p:nvPr/>
          </p:nvSpPr>
          <p:spPr>
            <a:xfrm>
              <a:off x="4149547" y="2192045"/>
              <a:ext cx="132588" cy="265176"/>
            </a:xfrm>
            <a:prstGeom prst="roundRect">
              <a:avLst>
                <a:gd name="adj" fmla="val 12000"/>
              </a:avLst>
            </a:prstGeom>
            <a:solidFill>
              <a:srgbClr val="4A515B"/>
            </a:solidFill>
            <a:ln>
              <a:noFill/>
            </a:ln>
          </p:spPr>
          <p:txBody>
            <a:bodyPr rtlCol="0" anchor="ctr"/>
            <a:lstStyle/>
            <a:p>
              <a:pPr algn="ctr"/>
            </a:p>
          </p:txBody>
        </p:sp>
        <p:sp>
          <p:nvSpPr>
            <p:cNvPr id="21" name="chimney"/>
            <p:cNvSpPr/>
            <p:nvPr/>
          </p:nvSpPr>
          <p:spPr>
            <a:xfrm>
              <a:off x="4176064" y="2052828"/>
              <a:ext cx="79552" cy="139217"/>
            </a:xfrm>
            <a:prstGeom prst="rect">
              <a:avLst/>
            </a:prstGeom>
            <a:solidFill>
              <a:srgbClr val="3A3F47"/>
            </a:solidFill>
            <a:ln w="9525">
              <a:solidFill>
                <a:srgbClr val="9AA0A6"/>
              </a:solidFill>
            </a:ln>
          </p:spPr>
          <p:txBody>
            <a:bodyPr rtlCol="0" anchor="ctr"/>
            <a:lstStyle/>
            <a:p>
              <a:pPr algn="ctr"/>
            </a:p>
          </p:txBody>
        </p:sp>
        <p:sp>
          <p:nvSpPr>
            <p:cNvPr id="22" name="chimney lip"/>
            <p:cNvSpPr/>
            <p:nvPr/>
          </p:nvSpPr>
          <p:spPr>
            <a:xfrm>
              <a:off x="4156176" y="2032939"/>
              <a:ext cx="119329" cy="33147"/>
            </a:xfrm>
            <a:prstGeom prst="rect">
              <a:avLst/>
            </a:prstGeom>
            <a:solidFill>
              <a:srgbClr val="3A3F47"/>
            </a:solidFill>
            <a:ln w="9525">
              <a:solidFill>
                <a:srgbClr val="9AA0A6"/>
              </a:solidFill>
            </a:ln>
          </p:spPr>
          <p:txBody>
            <a:bodyPr rtlCol="0" anchor="ctr"/>
            <a:lstStyle/>
            <a:p>
              <a:pPr algn="ctr"/>
            </a:p>
          </p:txBody>
        </p:sp>
        <p:sp>
          <p:nvSpPr>
            <p:cNvPr id="23" name="dome"/>
            <p:cNvSpPr/>
            <p:nvPr/>
          </p:nvSpPr>
          <p:spPr>
            <a:xfrm>
              <a:off x="3657380" y="2119122"/>
              <a:ext cx="119329" cy="72923"/>
            </a:xfrm>
            <a:prstGeom prst="roundRect">
              <a:avLst>
                <a:gd name="adj" fmla="val 36363"/>
              </a:avLst>
            </a:prstGeom>
            <a:solidFill>
              <a:srgbClr val="2BB5B0"/>
            </a:solidFill>
            <a:ln>
              <a:noFill/>
            </a:ln>
          </p:spPr>
          <p:txBody>
            <a:bodyPr rtlCol="0" anchor="ctr"/>
            <a:lstStyle/>
            <a:p>
              <a:pPr algn="ctr"/>
            </a:p>
          </p:txBody>
        </p:sp>
        <p:sp>
          <p:nvSpPr>
            <p:cNvPr id="24" name="wheel"/>
            <p:cNvSpPr/>
            <p:nvPr/>
          </p:nvSpPr>
          <p:spPr>
            <a:xfrm>
              <a:off x="3181654" y="2477109"/>
              <a:ext cx="238658" cy="238658"/>
            </a:xfrm>
            <a:prstGeom prst="ellipse">
              <a:avLst/>
            </a:prstGeom>
            <a:solidFill>
              <a:srgbClr val="1B1D21"/>
            </a:solidFill>
            <a:ln w="19050">
              <a:solidFill>
                <a:srgbClr val="9AA0A6"/>
              </a:solidFill>
            </a:ln>
          </p:spPr>
          <p:txBody>
            <a:bodyPr rtlCol="0" anchor="ctr"/>
            <a:lstStyle/>
            <a:p>
              <a:pPr algn="ctr"/>
            </a:p>
          </p:txBody>
        </p:sp>
        <p:sp>
          <p:nvSpPr>
            <p:cNvPr id="25" name="hub"/>
            <p:cNvSpPr/>
            <p:nvPr/>
          </p:nvSpPr>
          <p:spPr>
            <a:xfrm>
              <a:off x="3269958" y="2565413"/>
              <a:ext cx="62051" cy="62051"/>
            </a:xfrm>
            <a:prstGeom prst="ellipse">
              <a:avLst/>
            </a:prstGeom>
            <a:solidFill>
              <a:srgbClr val="9AA0A6"/>
            </a:solidFill>
            <a:ln>
              <a:noFill/>
            </a:ln>
          </p:spPr>
          <p:txBody>
            <a:bodyPr rtlCol="0" anchor="ctr"/>
            <a:lstStyle/>
            <a:p>
              <a:pPr algn="ctr"/>
            </a:p>
          </p:txBody>
        </p:sp>
        <p:sp>
          <p:nvSpPr>
            <p:cNvPr id="26" name="wheel"/>
            <p:cNvSpPr/>
            <p:nvPr/>
          </p:nvSpPr>
          <p:spPr>
            <a:xfrm>
              <a:off x="3446830" y="2477109"/>
              <a:ext cx="238658" cy="238658"/>
            </a:xfrm>
            <a:prstGeom prst="ellipse">
              <a:avLst/>
            </a:prstGeom>
            <a:solidFill>
              <a:srgbClr val="1B1D21"/>
            </a:solidFill>
            <a:ln w="19050">
              <a:solidFill>
                <a:srgbClr val="9AA0A6"/>
              </a:solidFill>
            </a:ln>
          </p:spPr>
          <p:txBody>
            <a:bodyPr rtlCol="0" anchor="ctr"/>
            <a:lstStyle/>
            <a:p>
              <a:pPr algn="ctr"/>
            </a:p>
          </p:txBody>
        </p:sp>
        <p:sp>
          <p:nvSpPr>
            <p:cNvPr id="27" name="hub"/>
            <p:cNvSpPr/>
            <p:nvPr/>
          </p:nvSpPr>
          <p:spPr>
            <a:xfrm>
              <a:off x="3535134" y="2565413"/>
              <a:ext cx="62051" cy="62051"/>
            </a:xfrm>
            <a:prstGeom prst="ellipse">
              <a:avLst/>
            </a:prstGeom>
            <a:solidFill>
              <a:srgbClr val="9AA0A6"/>
            </a:solidFill>
            <a:ln>
              <a:noFill/>
            </a:ln>
          </p:spPr>
          <p:txBody>
            <a:bodyPr rtlCol="0" anchor="ctr"/>
            <a:lstStyle/>
            <a:p>
              <a:pPr algn="ctr"/>
            </a:p>
          </p:txBody>
        </p:sp>
        <p:sp>
          <p:nvSpPr>
            <p:cNvPr id="28" name="wheel"/>
            <p:cNvSpPr/>
            <p:nvPr/>
          </p:nvSpPr>
          <p:spPr>
            <a:xfrm>
              <a:off x="3712006" y="2477109"/>
              <a:ext cx="238658" cy="238658"/>
            </a:xfrm>
            <a:prstGeom prst="ellipse">
              <a:avLst/>
            </a:prstGeom>
            <a:solidFill>
              <a:srgbClr val="1B1D21"/>
            </a:solidFill>
            <a:ln w="19050">
              <a:solidFill>
                <a:srgbClr val="9AA0A6"/>
              </a:solidFill>
            </a:ln>
          </p:spPr>
          <p:txBody>
            <a:bodyPr rtlCol="0" anchor="ctr"/>
            <a:lstStyle/>
            <a:p>
              <a:pPr algn="ctr"/>
            </a:p>
          </p:txBody>
        </p:sp>
        <p:sp>
          <p:nvSpPr>
            <p:cNvPr id="29" name="hub"/>
            <p:cNvSpPr/>
            <p:nvPr/>
          </p:nvSpPr>
          <p:spPr>
            <a:xfrm>
              <a:off x="3800310" y="2565413"/>
              <a:ext cx="62051" cy="62051"/>
            </a:xfrm>
            <a:prstGeom prst="ellipse">
              <a:avLst/>
            </a:prstGeom>
            <a:solidFill>
              <a:srgbClr val="9AA0A6"/>
            </a:solidFill>
            <a:ln>
              <a:noFill/>
            </a:ln>
          </p:spPr>
          <p:txBody>
            <a:bodyPr rtlCol="0" anchor="ctr"/>
            <a:lstStyle/>
            <a:p>
              <a:pPr algn="ctr"/>
            </a:p>
          </p:txBody>
        </p:sp>
        <p:sp>
          <p:nvSpPr>
            <p:cNvPr id="30" name="coupling rod"/>
            <p:cNvSpPr/>
            <p:nvPr/>
          </p:nvSpPr>
          <p:spPr>
            <a:xfrm>
              <a:off x="3300984" y="2527493"/>
              <a:ext cx="530352" cy="18562"/>
            </a:xfrm>
            <a:prstGeom prst="rect">
              <a:avLst/>
            </a:prstGeom>
            <a:solidFill>
              <a:srgbClr val="D0D4D8"/>
            </a:solidFill>
            <a:ln>
              <a:noFill/>
            </a:ln>
          </p:spPr>
          <p:txBody>
            <a:bodyPr rtlCol="0" anchor="ctr"/>
            <a:lstStyle/>
            <a:p>
              <a:pPr algn="ctr"/>
            </a:p>
          </p:txBody>
        </p:sp>
        <p:sp>
          <p:nvSpPr>
            <p:cNvPr id="31" name="buffer beam"/>
            <p:cNvSpPr/>
            <p:nvPr/>
          </p:nvSpPr>
          <p:spPr>
            <a:xfrm>
              <a:off x="4282135" y="2463850"/>
              <a:ext cx="39776" cy="119329"/>
            </a:xfrm>
            <a:prstGeom prst="rect">
              <a:avLst/>
            </a:prstGeom>
            <a:solidFill>
              <a:srgbClr val="9AA0A6"/>
            </a:solidFill>
            <a:ln>
              <a:noFill/>
            </a:ln>
          </p:spPr>
          <p:txBody>
            <a:bodyPr rtlCol="0" anchor="ctr"/>
            <a:lstStyle/>
            <a:p>
              <a:pPr algn="ctr"/>
            </a:p>
          </p:txBody>
        </p:sp>
        <p:sp>
          <p:nvSpPr>
            <p:cNvPr id="32" name="panel"/>
            <p:cNvSpPr/>
            <p:nvPr/>
          </p:nvSpPr>
          <p:spPr>
            <a:xfrm>
              <a:off x="5212080" y="169164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33" name="rail"/>
            <p:cNvSpPr/>
            <p:nvPr/>
          </p:nvSpPr>
          <p:spPr>
            <a:xfrm>
              <a:off x="5349240" y="2715768"/>
              <a:ext cx="2834640" cy="45720"/>
            </a:xfrm>
            <a:prstGeom prst="rect">
              <a:avLst/>
            </a:prstGeom>
            <a:solidFill>
              <a:srgbClr val="9AA0A6"/>
            </a:solidFill>
            <a:ln>
              <a:noFill/>
            </a:ln>
          </p:spPr>
          <p:txBody>
            <a:bodyPr rtlCol="0" anchor="ctr"/>
            <a:lstStyle/>
            <a:p>
              <a:pPr algn="ctr"/>
            </a:p>
          </p:txBody>
        </p:sp>
        <p:sp>
          <p:nvSpPr>
            <p:cNvPr id="34" name="tender frame"/>
            <p:cNvSpPr/>
            <p:nvPr/>
          </p:nvSpPr>
          <p:spPr>
            <a:xfrm>
              <a:off x="5765520" y="2503627"/>
              <a:ext cx="609904" cy="59664"/>
            </a:xfrm>
            <a:prstGeom prst="rect">
              <a:avLst/>
            </a:prstGeom>
            <a:solidFill>
              <a:srgbClr val="3A3F47"/>
            </a:solidFill>
            <a:ln w="9525">
              <a:solidFill>
                <a:srgbClr val="9AA0A6"/>
              </a:solidFill>
            </a:ln>
          </p:spPr>
          <p:txBody>
            <a:bodyPr rtlCol="0" anchor="ctr"/>
            <a:lstStyle/>
            <a:p>
              <a:pPr algn="ctr"/>
            </a:p>
          </p:txBody>
        </p:sp>
        <p:sp>
          <p:nvSpPr>
            <p:cNvPr id="35" name="tender body"/>
            <p:cNvSpPr/>
            <p:nvPr/>
          </p:nvSpPr>
          <p:spPr>
            <a:xfrm>
              <a:off x="5765520" y="2238451"/>
              <a:ext cx="609904" cy="265176"/>
            </a:xfrm>
            <a:prstGeom prst="roundRect">
              <a:avLst>
                <a:gd name="adj" fmla="val 2500"/>
              </a:avLst>
            </a:prstGeom>
            <a:solidFill>
              <a:srgbClr val="D6619B"/>
            </a:solidFill>
            <a:ln>
              <a:noFill/>
            </a:ln>
          </p:spPr>
          <p:txBody>
            <a:bodyPr rtlCol="0" anchor="ctr"/>
            <a:lstStyle/>
            <a:p>
              <a:pPr algn="ctr"/>
            </a:p>
          </p:txBody>
        </p:sp>
        <p:sp>
          <p:nvSpPr>
            <p:cNvPr id="36" name="tender coal"/>
            <p:cNvSpPr/>
            <p:nvPr/>
          </p:nvSpPr>
          <p:spPr>
            <a:xfrm>
              <a:off x="5785408" y="2152269"/>
              <a:ext cx="570129" cy="86182"/>
            </a:xfrm>
            <a:custGeom>
              <a:avLst/>
              <a:gdLst/>
              <a:ahLst/>
              <a:cxnLst/>
              <a:rect l="l" t="t" r="r" b="b"/>
              <a:pathLst>
                <a:path w="570129" h="86182">
                  <a:moveTo>
                    <a:pt x="0" y="86182"/>
                  </a:moveTo>
                  <a:lnTo>
                    <a:pt x="99441" y="6629"/>
                  </a:lnTo>
                  <a:lnTo>
                    <a:pt x="324841" y="0"/>
                  </a:lnTo>
                  <a:lnTo>
                    <a:pt x="570129" y="86182"/>
                  </a:lnTo>
                  <a:close/>
                </a:path>
              </a:pathLst>
            </a:custGeom>
            <a:solidFill>
              <a:srgbClr val="1B1D21"/>
            </a:solidFill>
            <a:ln w="12700">
              <a:solidFill>
                <a:srgbClr val="6B7078"/>
              </a:solidFill>
            </a:ln>
          </p:spPr>
          <p:txBody>
            <a:bodyPr rtlCol="0" anchor="ctr"/>
            <a:lstStyle/>
            <a:p>
              <a:pPr algn="ctr"/>
            </a:p>
          </p:txBody>
        </p:sp>
        <p:sp>
          <p:nvSpPr>
            <p:cNvPr id="37" name="coupling"/>
            <p:cNvSpPr/>
            <p:nvPr/>
          </p:nvSpPr>
          <p:spPr>
            <a:xfrm>
              <a:off x="6375425" y="2404186"/>
              <a:ext cx="53035" cy="19888"/>
            </a:xfrm>
            <a:prstGeom prst="rect">
              <a:avLst/>
            </a:prstGeom>
            <a:solidFill>
              <a:srgbClr val="9AA0A6"/>
            </a:solidFill>
            <a:ln>
              <a:noFill/>
            </a:ln>
          </p:spPr>
          <p:txBody>
            <a:bodyPr rtlCol="0" anchor="ctr"/>
            <a:lstStyle/>
            <a:p>
              <a:pPr algn="ctr"/>
            </a:p>
          </p:txBody>
        </p:sp>
        <p:sp>
          <p:nvSpPr>
            <p:cNvPr id="38" name="wheel"/>
            <p:cNvSpPr/>
            <p:nvPr/>
          </p:nvSpPr>
          <p:spPr>
            <a:xfrm>
              <a:off x="5805297" y="2556662"/>
              <a:ext cx="159105" cy="159105"/>
            </a:xfrm>
            <a:prstGeom prst="ellipse">
              <a:avLst/>
            </a:prstGeom>
            <a:solidFill>
              <a:srgbClr val="1B1D21"/>
            </a:solidFill>
            <a:ln w="19050">
              <a:solidFill>
                <a:srgbClr val="9AA0A6"/>
              </a:solidFill>
            </a:ln>
          </p:spPr>
          <p:txBody>
            <a:bodyPr rtlCol="0" anchor="ctr"/>
            <a:lstStyle/>
            <a:p>
              <a:pPr algn="ctr"/>
            </a:p>
          </p:txBody>
        </p:sp>
        <p:sp>
          <p:nvSpPr>
            <p:cNvPr id="39" name="hub"/>
            <p:cNvSpPr/>
            <p:nvPr/>
          </p:nvSpPr>
          <p:spPr>
            <a:xfrm>
              <a:off x="5864166" y="2615531"/>
              <a:ext cx="41367" cy="41367"/>
            </a:xfrm>
            <a:prstGeom prst="ellipse">
              <a:avLst/>
            </a:prstGeom>
            <a:solidFill>
              <a:srgbClr val="9AA0A6"/>
            </a:solidFill>
            <a:ln>
              <a:noFill/>
            </a:ln>
          </p:spPr>
          <p:txBody>
            <a:bodyPr rtlCol="0" anchor="ctr"/>
            <a:lstStyle/>
            <a:p>
              <a:pPr algn="ctr"/>
            </a:p>
          </p:txBody>
        </p:sp>
        <p:sp>
          <p:nvSpPr>
            <p:cNvPr id="40" name="wheel"/>
            <p:cNvSpPr/>
            <p:nvPr/>
          </p:nvSpPr>
          <p:spPr>
            <a:xfrm>
              <a:off x="5937885" y="2556662"/>
              <a:ext cx="159105" cy="159105"/>
            </a:xfrm>
            <a:prstGeom prst="ellipse">
              <a:avLst/>
            </a:prstGeom>
            <a:solidFill>
              <a:srgbClr val="1B1D21"/>
            </a:solidFill>
            <a:ln w="19050">
              <a:solidFill>
                <a:srgbClr val="9AA0A6"/>
              </a:solidFill>
            </a:ln>
          </p:spPr>
          <p:txBody>
            <a:bodyPr rtlCol="0" anchor="ctr"/>
            <a:lstStyle/>
            <a:p>
              <a:pPr algn="ctr"/>
            </a:p>
          </p:txBody>
        </p:sp>
        <p:sp>
          <p:nvSpPr>
            <p:cNvPr id="41" name="hub"/>
            <p:cNvSpPr/>
            <p:nvPr/>
          </p:nvSpPr>
          <p:spPr>
            <a:xfrm>
              <a:off x="5996754" y="2615531"/>
              <a:ext cx="41367" cy="41367"/>
            </a:xfrm>
            <a:prstGeom prst="ellipse">
              <a:avLst/>
            </a:prstGeom>
            <a:solidFill>
              <a:srgbClr val="9AA0A6"/>
            </a:solidFill>
            <a:ln>
              <a:noFill/>
            </a:ln>
          </p:spPr>
          <p:txBody>
            <a:bodyPr rtlCol="0" anchor="ctr"/>
            <a:lstStyle/>
            <a:p>
              <a:pPr algn="ctr"/>
            </a:p>
          </p:txBody>
        </p:sp>
        <p:sp>
          <p:nvSpPr>
            <p:cNvPr id="42" name="wheel"/>
            <p:cNvSpPr/>
            <p:nvPr/>
          </p:nvSpPr>
          <p:spPr>
            <a:xfrm>
              <a:off x="6043955" y="2556662"/>
              <a:ext cx="159105" cy="159105"/>
            </a:xfrm>
            <a:prstGeom prst="ellipse">
              <a:avLst/>
            </a:prstGeom>
            <a:solidFill>
              <a:srgbClr val="1B1D21"/>
            </a:solidFill>
            <a:ln w="19050">
              <a:solidFill>
                <a:srgbClr val="9AA0A6"/>
              </a:solidFill>
            </a:ln>
          </p:spPr>
          <p:txBody>
            <a:bodyPr rtlCol="0" anchor="ctr"/>
            <a:lstStyle/>
            <a:p>
              <a:pPr algn="ctr"/>
            </a:p>
          </p:txBody>
        </p:sp>
        <p:sp>
          <p:nvSpPr>
            <p:cNvPr id="43" name="hub"/>
            <p:cNvSpPr/>
            <p:nvPr/>
          </p:nvSpPr>
          <p:spPr>
            <a:xfrm>
              <a:off x="6102824" y="2615531"/>
              <a:ext cx="41367" cy="41367"/>
            </a:xfrm>
            <a:prstGeom prst="ellipse">
              <a:avLst/>
            </a:prstGeom>
            <a:solidFill>
              <a:srgbClr val="9AA0A6"/>
            </a:solidFill>
            <a:ln>
              <a:noFill/>
            </a:ln>
          </p:spPr>
          <p:txBody>
            <a:bodyPr rtlCol="0" anchor="ctr"/>
            <a:lstStyle/>
            <a:p>
              <a:pPr algn="ctr"/>
            </a:p>
          </p:txBody>
        </p:sp>
        <p:sp>
          <p:nvSpPr>
            <p:cNvPr id="44" name="wheel"/>
            <p:cNvSpPr/>
            <p:nvPr/>
          </p:nvSpPr>
          <p:spPr>
            <a:xfrm>
              <a:off x="6176543" y="2556662"/>
              <a:ext cx="159105" cy="159105"/>
            </a:xfrm>
            <a:prstGeom prst="ellipse">
              <a:avLst/>
            </a:prstGeom>
            <a:solidFill>
              <a:srgbClr val="1B1D21"/>
            </a:solidFill>
            <a:ln w="19050">
              <a:solidFill>
                <a:srgbClr val="9AA0A6"/>
              </a:solidFill>
            </a:ln>
          </p:spPr>
          <p:txBody>
            <a:bodyPr rtlCol="0" anchor="ctr"/>
            <a:lstStyle/>
            <a:p>
              <a:pPr algn="ctr"/>
            </a:p>
          </p:txBody>
        </p:sp>
        <p:sp>
          <p:nvSpPr>
            <p:cNvPr id="45" name="hub"/>
            <p:cNvSpPr/>
            <p:nvPr/>
          </p:nvSpPr>
          <p:spPr>
            <a:xfrm>
              <a:off x="6235412" y="2615531"/>
              <a:ext cx="41367" cy="41367"/>
            </a:xfrm>
            <a:prstGeom prst="ellipse">
              <a:avLst/>
            </a:prstGeom>
            <a:solidFill>
              <a:srgbClr val="9AA0A6"/>
            </a:solidFill>
            <a:ln>
              <a:noFill/>
            </a:ln>
          </p:spPr>
          <p:txBody>
            <a:bodyPr rtlCol="0" anchor="ctr"/>
            <a:lstStyle/>
            <a:p>
              <a:pPr algn="ctr"/>
            </a:p>
          </p:txBody>
        </p:sp>
        <p:sp>
          <p:nvSpPr>
            <p:cNvPr id="46" name="frame"/>
            <p:cNvSpPr/>
            <p:nvPr/>
          </p:nvSpPr>
          <p:spPr>
            <a:xfrm>
              <a:off x="6428460" y="2503627"/>
              <a:ext cx="1207081" cy="59664"/>
            </a:xfrm>
            <a:prstGeom prst="rect">
              <a:avLst/>
            </a:prstGeom>
            <a:solidFill>
              <a:srgbClr val="3A3F47"/>
            </a:solidFill>
            <a:ln w="9525">
              <a:solidFill>
                <a:srgbClr val="9AA0A6"/>
              </a:solidFill>
            </a:ln>
          </p:spPr>
          <p:txBody>
            <a:bodyPr rtlCol="0" anchor="ctr"/>
            <a:lstStyle/>
            <a:p>
              <a:pPr algn="ctr"/>
            </a:p>
          </p:txBody>
        </p:sp>
        <p:sp>
          <p:nvSpPr>
            <p:cNvPr id="47" name="cab"/>
            <p:cNvSpPr/>
            <p:nvPr/>
          </p:nvSpPr>
          <p:spPr>
            <a:xfrm>
              <a:off x="6428460" y="2052828"/>
              <a:ext cx="304952" cy="450799"/>
            </a:xfrm>
            <a:prstGeom prst="roundRect">
              <a:avLst>
                <a:gd name="adj" fmla="val 2173"/>
              </a:avLst>
            </a:prstGeom>
            <a:solidFill>
              <a:srgbClr val="D6619B"/>
            </a:solidFill>
            <a:ln>
              <a:noFill/>
            </a:ln>
          </p:spPr>
          <p:txBody>
            <a:bodyPr rtlCol="0" anchor="ctr"/>
            <a:lstStyle/>
            <a:p>
              <a:pPr algn="ctr"/>
            </a:p>
          </p:txBody>
        </p:sp>
        <p:sp>
          <p:nvSpPr>
            <p:cNvPr id="48" name="cab roof"/>
            <p:cNvSpPr/>
            <p:nvPr/>
          </p:nvSpPr>
          <p:spPr>
            <a:xfrm>
              <a:off x="6401943" y="2013051"/>
              <a:ext cx="357987" cy="39776"/>
            </a:xfrm>
            <a:prstGeom prst="rect">
              <a:avLst/>
            </a:prstGeom>
            <a:solidFill>
              <a:srgbClr val="3A3F47"/>
            </a:solidFill>
            <a:ln w="9525">
              <a:solidFill>
                <a:srgbClr val="9AA0A6"/>
              </a:solidFill>
            </a:ln>
          </p:spPr>
          <p:txBody>
            <a:bodyPr rtlCol="0" anchor="ctr"/>
            <a:lstStyle/>
            <a:p>
              <a:pPr algn="ctr"/>
            </a:p>
          </p:txBody>
        </p:sp>
        <p:sp>
          <p:nvSpPr>
            <p:cNvPr id="49" name="cab window"/>
            <p:cNvSpPr/>
            <p:nvPr/>
          </p:nvSpPr>
          <p:spPr>
            <a:xfrm>
              <a:off x="6501384" y="2119122"/>
              <a:ext cx="132588" cy="145846"/>
            </a:xfrm>
            <a:prstGeom prst="rect">
              <a:avLst/>
            </a:prstGeom>
            <a:solidFill>
              <a:srgbClr val="1B1D21"/>
            </a:solidFill>
            <a:ln>
              <a:noFill/>
            </a:ln>
          </p:spPr>
          <p:txBody>
            <a:bodyPr rtlCol="0" anchor="ctr"/>
            <a:lstStyle/>
            <a:p>
              <a:pPr algn="ctr"/>
            </a:p>
          </p:txBody>
        </p:sp>
        <p:sp>
          <p:nvSpPr>
            <p:cNvPr id="50" name="boiler"/>
            <p:cNvSpPr/>
            <p:nvPr/>
          </p:nvSpPr>
          <p:spPr>
            <a:xfrm>
              <a:off x="6733413" y="2092604"/>
              <a:ext cx="676729" cy="331470"/>
            </a:xfrm>
            <a:prstGeom prst="roundRect">
              <a:avLst>
                <a:gd name="adj" fmla="val 22000"/>
              </a:avLst>
            </a:prstGeom>
            <a:solidFill>
              <a:srgbClr val="D6619B"/>
            </a:solidFill>
            <a:ln>
              <a:noFill/>
            </a:ln>
          </p:spPr>
          <p:txBody>
            <a:bodyPr rtlCol="0" anchor="ctr"/>
            <a:lstStyle/>
            <a:p>
              <a:pPr algn="ctr"/>
            </a:p>
          </p:txBody>
        </p:sp>
        <p:sp>
          <p:nvSpPr>
            <p:cNvPr id="51" name="smokebox"/>
            <p:cNvSpPr/>
            <p:nvPr/>
          </p:nvSpPr>
          <p:spPr>
            <a:xfrm>
              <a:off x="7410142" y="2092604"/>
              <a:ext cx="159105" cy="331470"/>
            </a:xfrm>
            <a:prstGeom prst="roundRect">
              <a:avLst>
                <a:gd name="adj" fmla="val 10000"/>
              </a:avLst>
            </a:prstGeom>
            <a:solidFill>
              <a:srgbClr val="4A515B"/>
            </a:solidFill>
            <a:ln>
              <a:noFill/>
            </a:ln>
          </p:spPr>
          <p:txBody>
            <a:bodyPr rtlCol="0" anchor="ctr"/>
            <a:lstStyle/>
            <a:p>
              <a:pPr algn="ctr"/>
            </a:p>
          </p:txBody>
        </p:sp>
        <p:sp>
          <p:nvSpPr>
            <p:cNvPr id="52" name="funnel stack"/>
            <p:cNvSpPr/>
            <p:nvPr/>
          </p:nvSpPr>
          <p:spPr>
            <a:xfrm>
              <a:off x="7403512" y="1867204"/>
              <a:ext cx="159106" cy="225400"/>
            </a:xfrm>
            <a:custGeom>
              <a:avLst/>
              <a:gdLst/>
              <a:ahLst/>
              <a:cxnLst/>
              <a:rect l="l" t="t" r="r" b="b"/>
              <a:pathLst>
                <a:path w="159106" h="225400">
                  <a:moveTo>
                    <a:pt x="53035" y="225400"/>
                  </a:moveTo>
                  <a:lnTo>
                    <a:pt x="53035" y="159106"/>
                  </a:lnTo>
                  <a:lnTo>
                    <a:pt x="0" y="0"/>
                  </a:lnTo>
                  <a:lnTo>
                    <a:pt x="159106" y="0"/>
                  </a:lnTo>
                  <a:lnTo>
                    <a:pt x="106071" y="159106"/>
                  </a:lnTo>
                  <a:lnTo>
                    <a:pt x="106071" y="225400"/>
                  </a:lnTo>
                  <a:close/>
                </a:path>
              </a:pathLst>
            </a:custGeom>
            <a:solidFill>
              <a:srgbClr val="3A3F47"/>
            </a:solidFill>
            <a:ln w="9525">
              <a:solidFill>
                <a:srgbClr val="9AA0A6"/>
              </a:solidFill>
            </a:ln>
          </p:spPr>
          <p:txBody>
            <a:bodyPr rtlCol="0" anchor="ctr"/>
            <a:lstStyle/>
            <a:p>
              <a:pPr algn="ctr"/>
            </a:p>
          </p:txBody>
        </p:sp>
        <p:sp>
          <p:nvSpPr>
            <p:cNvPr id="53" name="headlamp"/>
            <p:cNvSpPr/>
            <p:nvPr/>
          </p:nvSpPr>
          <p:spPr>
            <a:xfrm>
              <a:off x="7529471" y="1986534"/>
              <a:ext cx="99440" cy="99440"/>
            </a:xfrm>
            <a:prstGeom prst="ellipse">
              <a:avLst/>
            </a:prstGeom>
            <a:solidFill>
              <a:srgbClr val="F2C14E"/>
            </a:solidFill>
            <a:ln w="12700">
              <a:solidFill>
                <a:srgbClr val="F2F2F2"/>
              </a:solidFill>
            </a:ln>
          </p:spPr>
          <p:txBody>
            <a:bodyPr rtlCol="0" anchor="ctr"/>
            <a:lstStyle/>
            <a:p>
              <a:pPr algn="ctr"/>
            </a:p>
          </p:txBody>
        </p:sp>
        <p:sp>
          <p:nvSpPr>
            <p:cNvPr id="54" name="sand dome"/>
            <p:cNvSpPr/>
            <p:nvPr/>
          </p:nvSpPr>
          <p:spPr>
            <a:xfrm>
              <a:off x="6922897" y="2013051"/>
              <a:ext cx="119329" cy="79552"/>
            </a:xfrm>
            <a:prstGeom prst="roundRect">
              <a:avLst>
                <a:gd name="adj" fmla="val 33333"/>
              </a:avLst>
            </a:prstGeom>
            <a:solidFill>
              <a:srgbClr val="D6619B"/>
            </a:solidFill>
            <a:ln>
              <a:noFill/>
            </a:ln>
          </p:spPr>
          <p:txBody>
            <a:bodyPr rtlCol="0" anchor="ctr"/>
            <a:lstStyle/>
            <a:p>
              <a:pPr algn="ctr"/>
            </a:p>
          </p:txBody>
        </p:sp>
        <p:sp>
          <p:nvSpPr>
            <p:cNvPr id="55" name="steam dome"/>
            <p:cNvSpPr/>
            <p:nvPr/>
          </p:nvSpPr>
          <p:spPr>
            <a:xfrm>
              <a:off x="7152985" y="1999792"/>
              <a:ext cx="132588" cy="92811"/>
            </a:xfrm>
            <a:prstGeom prst="roundRect">
              <a:avLst>
                <a:gd name="adj" fmla="val 28571"/>
              </a:avLst>
            </a:prstGeom>
            <a:solidFill>
              <a:srgbClr val="D6619B"/>
            </a:solidFill>
            <a:ln>
              <a:noFill/>
            </a:ln>
          </p:spPr>
          <p:txBody>
            <a:bodyPr rtlCol="0" anchor="ctr"/>
            <a:lstStyle/>
            <a:p>
              <a:pPr algn="ctr"/>
            </a:p>
          </p:txBody>
        </p:sp>
        <p:sp>
          <p:nvSpPr>
            <p:cNvPr id="56" name="pilot"/>
            <p:cNvSpPr/>
            <p:nvPr/>
          </p:nvSpPr>
          <p:spPr>
            <a:xfrm>
              <a:off x="7569247" y="2510256"/>
              <a:ext cx="198882" cy="145847"/>
            </a:xfrm>
            <a:custGeom>
              <a:avLst/>
              <a:gdLst/>
              <a:ahLst/>
              <a:cxnLst/>
              <a:rect l="l" t="t" r="r" b="b"/>
              <a:pathLst>
                <a:path w="198882" h="145847">
                  <a:moveTo>
                    <a:pt x="0" y="0"/>
                  </a:moveTo>
                  <a:lnTo>
                    <a:pt x="198882" y="145847"/>
                  </a:lnTo>
                  <a:lnTo>
                    <a:pt x="0" y="145847"/>
                  </a:lnTo>
                  <a:close/>
                </a:path>
              </a:pathLst>
            </a:custGeom>
            <a:solidFill>
              <a:srgbClr val="3A3F47"/>
            </a:solidFill>
            <a:ln w="12700">
              <a:solidFill>
                <a:srgbClr val="9AA0A6"/>
              </a:solidFill>
            </a:ln>
          </p:spPr>
          <p:txBody>
            <a:bodyPr rtlCol="0" anchor="ctr"/>
            <a:lstStyle/>
            <a:p>
              <a:pPr algn="ctr"/>
            </a:p>
          </p:txBody>
        </p:sp>
        <p:sp>
          <p:nvSpPr>
            <p:cNvPr id="57" name="bell"/>
            <p:cNvSpPr/>
            <p:nvPr/>
          </p:nvSpPr>
          <p:spPr>
            <a:xfrm>
              <a:off x="7032001" y="1933498"/>
              <a:ext cx="39776" cy="79552"/>
            </a:xfrm>
            <a:prstGeom prst="rect">
              <a:avLst/>
            </a:prstGeom>
            <a:solidFill>
              <a:srgbClr val="9AA0A6"/>
            </a:solidFill>
            <a:ln>
              <a:noFill/>
            </a:ln>
          </p:spPr>
          <p:txBody>
            <a:bodyPr rtlCol="0" anchor="ctr"/>
            <a:lstStyle/>
            <a:p>
              <a:pPr algn="ctr"/>
            </a:p>
          </p:txBody>
        </p:sp>
        <p:sp>
          <p:nvSpPr>
            <p:cNvPr id="58" name="wheel"/>
            <p:cNvSpPr/>
            <p:nvPr/>
          </p:nvSpPr>
          <p:spPr>
            <a:xfrm>
              <a:off x="6488125" y="2490368"/>
              <a:ext cx="225399" cy="225399"/>
            </a:xfrm>
            <a:prstGeom prst="ellipse">
              <a:avLst/>
            </a:prstGeom>
            <a:solidFill>
              <a:srgbClr val="1B1D21"/>
            </a:solidFill>
            <a:ln w="19050">
              <a:solidFill>
                <a:srgbClr val="9AA0A6"/>
              </a:solidFill>
            </a:ln>
          </p:spPr>
          <p:txBody>
            <a:bodyPr rtlCol="0" anchor="ctr"/>
            <a:lstStyle/>
            <a:p>
              <a:pPr algn="ctr"/>
            </a:p>
          </p:txBody>
        </p:sp>
        <p:sp>
          <p:nvSpPr>
            <p:cNvPr id="59" name="hub"/>
            <p:cNvSpPr/>
            <p:nvPr/>
          </p:nvSpPr>
          <p:spPr>
            <a:xfrm>
              <a:off x="6571523" y="2573766"/>
              <a:ext cx="58603" cy="58603"/>
            </a:xfrm>
            <a:prstGeom prst="ellipse">
              <a:avLst/>
            </a:prstGeom>
            <a:solidFill>
              <a:srgbClr val="9AA0A6"/>
            </a:solidFill>
            <a:ln>
              <a:noFill/>
            </a:ln>
          </p:spPr>
          <p:txBody>
            <a:bodyPr rtlCol="0" anchor="ctr"/>
            <a:lstStyle/>
            <a:p>
              <a:pPr algn="ctr"/>
            </a:p>
          </p:txBody>
        </p:sp>
        <p:sp>
          <p:nvSpPr>
            <p:cNvPr id="60" name="wheel"/>
            <p:cNvSpPr/>
            <p:nvPr/>
          </p:nvSpPr>
          <p:spPr>
            <a:xfrm>
              <a:off x="6740572" y="2490368"/>
              <a:ext cx="225399" cy="225399"/>
            </a:xfrm>
            <a:prstGeom prst="ellipse">
              <a:avLst/>
            </a:prstGeom>
            <a:solidFill>
              <a:srgbClr val="1B1D21"/>
            </a:solidFill>
            <a:ln w="19050">
              <a:solidFill>
                <a:srgbClr val="9AA0A6"/>
              </a:solidFill>
            </a:ln>
          </p:spPr>
          <p:txBody>
            <a:bodyPr rtlCol="0" anchor="ctr"/>
            <a:lstStyle/>
            <a:p>
              <a:pPr algn="ctr"/>
            </a:p>
          </p:txBody>
        </p:sp>
        <p:sp>
          <p:nvSpPr>
            <p:cNvPr id="61" name="hub"/>
            <p:cNvSpPr/>
            <p:nvPr/>
          </p:nvSpPr>
          <p:spPr>
            <a:xfrm>
              <a:off x="6823970" y="2573766"/>
              <a:ext cx="58603" cy="58603"/>
            </a:xfrm>
            <a:prstGeom prst="ellipse">
              <a:avLst/>
            </a:prstGeom>
            <a:solidFill>
              <a:srgbClr val="9AA0A6"/>
            </a:solidFill>
            <a:ln>
              <a:noFill/>
            </a:ln>
          </p:spPr>
          <p:txBody>
            <a:bodyPr rtlCol="0" anchor="ctr"/>
            <a:lstStyle/>
            <a:p>
              <a:pPr algn="ctr"/>
            </a:p>
          </p:txBody>
        </p:sp>
        <p:sp>
          <p:nvSpPr>
            <p:cNvPr id="62" name="wheel"/>
            <p:cNvSpPr/>
            <p:nvPr/>
          </p:nvSpPr>
          <p:spPr>
            <a:xfrm>
              <a:off x="7304071" y="2583180"/>
              <a:ext cx="132588" cy="132588"/>
            </a:xfrm>
            <a:prstGeom prst="ellipse">
              <a:avLst/>
            </a:prstGeom>
            <a:solidFill>
              <a:srgbClr val="1B1D21"/>
            </a:solidFill>
            <a:ln w="19050">
              <a:solidFill>
                <a:srgbClr val="9AA0A6"/>
              </a:solidFill>
            </a:ln>
          </p:spPr>
          <p:txBody>
            <a:bodyPr rtlCol="0" anchor="ctr"/>
            <a:lstStyle/>
            <a:p>
              <a:pPr algn="ctr"/>
            </a:p>
          </p:txBody>
        </p:sp>
        <p:sp>
          <p:nvSpPr>
            <p:cNvPr id="63" name="hub"/>
            <p:cNvSpPr/>
            <p:nvPr/>
          </p:nvSpPr>
          <p:spPr>
            <a:xfrm>
              <a:off x="7353129" y="2632237"/>
              <a:ext cx="34472" cy="34472"/>
            </a:xfrm>
            <a:prstGeom prst="ellipse">
              <a:avLst/>
            </a:prstGeom>
            <a:solidFill>
              <a:srgbClr val="9AA0A6"/>
            </a:solidFill>
            <a:ln>
              <a:noFill/>
            </a:ln>
          </p:spPr>
          <p:txBody>
            <a:bodyPr rtlCol="0" anchor="ctr"/>
            <a:lstStyle/>
            <a:p>
              <a:pPr algn="ctr"/>
            </a:p>
          </p:txBody>
        </p:sp>
        <p:sp>
          <p:nvSpPr>
            <p:cNvPr id="64" name="wheel"/>
            <p:cNvSpPr/>
            <p:nvPr/>
          </p:nvSpPr>
          <p:spPr>
            <a:xfrm>
              <a:off x="7449918" y="2583180"/>
              <a:ext cx="132588" cy="132588"/>
            </a:xfrm>
            <a:prstGeom prst="ellipse">
              <a:avLst/>
            </a:prstGeom>
            <a:solidFill>
              <a:srgbClr val="1B1D21"/>
            </a:solidFill>
            <a:ln w="19050">
              <a:solidFill>
                <a:srgbClr val="9AA0A6"/>
              </a:solidFill>
            </a:ln>
          </p:spPr>
          <p:txBody>
            <a:bodyPr rtlCol="0" anchor="ctr"/>
            <a:lstStyle/>
            <a:p>
              <a:pPr algn="ctr"/>
            </a:p>
          </p:txBody>
        </p:sp>
        <p:sp>
          <p:nvSpPr>
            <p:cNvPr id="65" name="hub"/>
            <p:cNvSpPr/>
            <p:nvPr/>
          </p:nvSpPr>
          <p:spPr>
            <a:xfrm>
              <a:off x="7498976" y="2632237"/>
              <a:ext cx="34472" cy="34472"/>
            </a:xfrm>
            <a:prstGeom prst="ellipse">
              <a:avLst/>
            </a:prstGeom>
            <a:solidFill>
              <a:srgbClr val="9AA0A6"/>
            </a:solidFill>
            <a:ln>
              <a:noFill/>
            </a:ln>
          </p:spPr>
          <p:txBody>
            <a:bodyPr rtlCol="0" anchor="ctr"/>
            <a:lstStyle/>
            <a:p>
              <a:pPr algn="ctr"/>
            </a:p>
          </p:txBody>
        </p:sp>
        <p:sp>
          <p:nvSpPr>
            <p:cNvPr id="66" name="coupling rod"/>
            <p:cNvSpPr/>
            <p:nvPr/>
          </p:nvSpPr>
          <p:spPr>
            <a:xfrm>
              <a:off x="6600825" y="2527493"/>
              <a:ext cx="252447" cy="18562"/>
            </a:xfrm>
            <a:prstGeom prst="rect">
              <a:avLst/>
            </a:prstGeom>
            <a:solidFill>
              <a:srgbClr val="D0D4D8"/>
            </a:solidFill>
            <a:ln>
              <a:noFill/>
            </a:ln>
          </p:spPr>
          <p:txBody>
            <a:bodyPr rtlCol="0" anchor="ctr"/>
            <a:lstStyle/>
            <a:p>
              <a:pPr algn="ctr"/>
            </a:p>
          </p:txBody>
        </p:sp>
        <p:sp>
          <p:nvSpPr>
            <p:cNvPr id="67" name="panel"/>
            <p:cNvSpPr/>
            <p:nvPr/>
          </p:nvSpPr>
          <p:spPr>
            <a:xfrm>
              <a:off x="8412480" y="169164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68" name="rail"/>
            <p:cNvSpPr/>
            <p:nvPr/>
          </p:nvSpPr>
          <p:spPr>
            <a:xfrm>
              <a:off x="8549640" y="2715768"/>
              <a:ext cx="2834640" cy="45720"/>
            </a:xfrm>
            <a:prstGeom prst="rect">
              <a:avLst/>
            </a:prstGeom>
            <a:solidFill>
              <a:srgbClr val="9AA0A6"/>
            </a:solidFill>
            <a:ln>
              <a:noFill/>
            </a:ln>
          </p:spPr>
          <p:txBody>
            <a:bodyPr rtlCol="0" anchor="ctr"/>
            <a:lstStyle/>
            <a:p>
              <a:pPr algn="ctr"/>
            </a:p>
          </p:txBody>
        </p:sp>
        <p:sp>
          <p:nvSpPr>
            <p:cNvPr id="69" name="frame"/>
            <p:cNvSpPr/>
            <p:nvPr/>
          </p:nvSpPr>
          <p:spPr>
            <a:xfrm>
              <a:off x="9211208" y="2523515"/>
              <a:ext cx="1471726" cy="59664"/>
            </a:xfrm>
            <a:prstGeom prst="rect">
              <a:avLst/>
            </a:prstGeom>
            <a:solidFill>
              <a:srgbClr val="3A3F47"/>
            </a:solidFill>
            <a:ln w="9525">
              <a:solidFill>
                <a:srgbClr val="9AA0A6"/>
              </a:solidFill>
            </a:ln>
          </p:spPr>
          <p:txBody>
            <a:bodyPr rtlCol="0" anchor="ctr"/>
            <a:lstStyle/>
            <a:p>
              <a:pPr algn="ctr"/>
            </a:p>
          </p:txBody>
        </p:sp>
        <p:sp>
          <p:nvSpPr>
            <p:cNvPr id="70" name="bunker"/>
            <p:cNvSpPr/>
            <p:nvPr/>
          </p:nvSpPr>
          <p:spPr>
            <a:xfrm>
              <a:off x="9211208" y="2264968"/>
              <a:ext cx="225399" cy="258546"/>
            </a:xfrm>
            <a:prstGeom prst="roundRect">
              <a:avLst>
                <a:gd name="adj" fmla="val 2941"/>
              </a:avLst>
            </a:prstGeom>
            <a:solidFill>
              <a:srgbClr val="D9B26F"/>
            </a:solidFill>
            <a:ln>
              <a:noFill/>
            </a:ln>
          </p:spPr>
          <p:txBody>
            <a:bodyPr rtlCol="0" anchor="ctr"/>
            <a:lstStyle/>
            <a:p>
              <a:pPr algn="ctr"/>
            </a:p>
          </p:txBody>
        </p:sp>
        <p:sp>
          <p:nvSpPr>
            <p:cNvPr id="71" name="bunker coal"/>
            <p:cNvSpPr/>
            <p:nvPr/>
          </p:nvSpPr>
          <p:spPr>
            <a:xfrm>
              <a:off x="9224467" y="2198674"/>
              <a:ext cx="198882" cy="66294"/>
            </a:xfrm>
            <a:custGeom>
              <a:avLst/>
              <a:gdLst/>
              <a:ahLst/>
              <a:cxnLst/>
              <a:rect l="l" t="t" r="r" b="b"/>
              <a:pathLst>
                <a:path w="198882" h="66294">
                  <a:moveTo>
                    <a:pt x="0" y="66294"/>
                  </a:moveTo>
                  <a:lnTo>
                    <a:pt x="53035" y="6630"/>
                  </a:lnTo>
                  <a:lnTo>
                    <a:pt x="132588" y="0"/>
                  </a:lnTo>
                  <a:lnTo>
                    <a:pt x="198882" y="66294"/>
                  </a:lnTo>
                  <a:close/>
                </a:path>
              </a:pathLst>
            </a:custGeom>
            <a:solidFill>
              <a:srgbClr val="1B1D21"/>
            </a:solidFill>
            <a:ln w="12700">
              <a:solidFill>
                <a:srgbClr val="6B7078"/>
              </a:solidFill>
            </a:ln>
          </p:spPr>
          <p:txBody>
            <a:bodyPr rtlCol="0" anchor="ctr"/>
            <a:lstStyle/>
            <a:p>
              <a:pPr algn="ctr"/>
            </a:p>
          </p:txBody>
        </p:sp>
        <p:sp>
          <p:nvSpPr>
            <p:cNvPr id="72" name="cab"/>
            <p:cNvSpPr/>
            <p:nvPr/>
          </p:nvSpPr>
          <p:spPr>
            <a:xfrm>
              <a:off x="9436607" y="2158898"/>
              <a:ext cx="265176" cy="364617"/>
            </a:xfrm>
            <a:prstGeom prst="roundRect">
              <a:avLst>
                <a:gd name="adj" fmla="val 2500"/>
              </a:avLst>
            </a:prstGeom>
            <a:solidFill>
              <a:srgbClr val="D9B26F"/>
            </a:solidFill>
            <a:ln>
              <a:noFill/>
            </a:ln>
          </p:spPr>
          <p:txBody>
            <a:bodyPr rtlCol="0" anchor="ctr"/>
            <a:lstStyle/>
            <a:p>
              <a:pPr algn="ctr"/>
            </a:p>
          </p:txBody>
        </p:sp>
        <p:sp>
          <p:nvSpPr>
            <p:cNvPr id="73" name="cab roof"/>
            <p:cNvSpPr/>
            <p:nvPr/>
          </p:nvSpPr>
          <p:spPr>
            <a:xfrm>
              <a:off x="9423349" y="2125751"/>
              <a:ext cx="291693" cy="33147"/>
            </a:xfrm>
            <a:prstGeom prst="rect">
              <a:avLst/>
            </a:prstGeom>
            <a:solidFill>
              <a:srgbClr val="3A3F47"/>
            </a:solidFill>
            <a:ln w="9525">
              <a:solidFill>
                <a:srgbClr val="9AA0A6"/>
              </a:solidFill>
            </a:ln>
          </p:spPr>
          <p:txBody>
            <a:bodyPr rtlCol="0" anchor="ctr"/>
            <a:lstStyle/>
            <a:p>
              <a:pPr algn="ctr"/>
            </a:p>
          </p:txBody>
        </p:sp>
        <p:sp>
          <p:nvSpPr>
            <p:cNvPr id="74" name="cab window"/>
            <p:cNvSpPr/>
            <p:nvPr/>
          </p:nvSpPr>
          <p:spPr>
            <a:xfrm>
              <a:off x="9502902" y="2211933"/>
              <a:ext cx="119329" cy="119329"/>
            </a:xfrm>
            <a:prstGeom prst="rect">
              <a:avLst/>
            </a:prstGeom>
            <a:solidFill>
              <a:srgbClr val="1B1D21"/>
            </a:solidFill>
            <a:ln>
              <a:noFill/>
            </a:ln>
          </p:spPr>
          <p:txBody>
            <a:bodyPr rtlCol="0" anchor="ctr"/>
            <a:lstStyle/>
            <a:p>
              <a:pPr algn="ctr"/>
            </a:p>
          </p:txBody>
        </p:sp>
        <p:sp>
          <p:nvSpPr>
            <p:cNvPr id="75" name="boiler"/>
            <p:cNvSpPr/>
            <p:nvPr/>
          </p:nvSpPr>
          <p:spPr>
            <a:xfrm>
              <a:off x="9701784" y="2192045"/>
              <a:ext cx="848563" cy="265176"/>
            </a:xfrm>
            <a:prstGeom prst="roundRect">
              <a:avLst>
                <a:gd name="adj" fmla="val 25000"/>
              </a:avLst>
            </a:prstGeom>
            <a:solidFill>
              <a:srgbClr val="D9B26F"/>
            </a:solidFill>
            <a:ln>
              <a:noFill/>
            </a:ln>
          </p:spPr>
          <p:txBody>
            <a:bodyPr rtlCol="0" anchor="ctr"/>
            <a:lstStyle/>
            <a:p>
              <a:pPr algn="ctr"/>
            </a:p>
          </p:txBody>
        </p:sp>
        <p:sp>
          <p:nvSpPr>
            <p:cNvPr id="76" name="side tank"/>
            <p:cNvSpPr/>
            <p:nvPr/>
          </p:nvSpPr>
          <p:spPr>
            <a:xfrm>
              <a:off x="9701784" y="2284857"/>
              <a:ext cx="782269" cy="232028"/>
            </a:xfrm>
            <a:prstGeom prst="roundRect">
              <a:avLst>
                <a:gd name="adj" fmla="val 14285"/>
              </a:avLst>
            </a:prstGeom>
            <a:solidFill>
              <a:srgbClr val="9C804F"/>
            </a:solidFill>
            <a:ln>
              <a:noFill/>
            </a:ln>
          </p:spPr>
          <p:txBody>
            <a:bodyPr rtlCol="0" anchor="ctr"/>
            <a:lstStyle/>
            <a:p>
              <a:pPr algn="ctr"/>
            </a:p>
          </p:txBody>
        </p:sp>
        <p:sp>
          <p:nvSpPr>
            <p:cNvPr id="77" name="smokebox"/>
            <p:cNvSpPr/>
            <p:nvPr/>
          </p:nvSpPr>
          <p:spPr>
            <a:xfrm>
              <a:off x="10550347" y="2192045"/>
              <a:ext cx="132588" cy="265176"/>
            </a:xfrm>
            <a:prstGeom prst="roundRect">
              <a:avLst>
                <a:gd name="adj" fmla="val 12000"/>
              </a:avLst>
            </a:prstGeom>
            <a:solidFill>
              <a:srgbClr val="4A515B"/>
            </a:solidFill>
            <a:ln>
              <a:noFill/>
            </a:ln>
          </p:spPr>
          <p:txBody>
            <a:bodyPr rtlCol="0" anchor="ctr"/>
            <a:lstStyle/>
            <a:p>
              <a:pPr algn="ctr"/>
            </a:p>
          </p:txBody>
        </p:sp>
        <p:sp>
          <p:nvSpPr>
            <p:cNvPr id="78" name="chimney"/>
            <p:cNvSpPr/>
            <p:nvPr/>
          </p:nvSpPr>
          <p:spPr>
            <a:xfrm>
              <a:off x="10576864" y="2052828"/>
              <a:ext cx="79552" cy="139217"/>
            </a:xfrm>
            <a:prstGeom prst="rect">
              <a:avLst/>
            </a:prstGeom>
            <a:solidFill>
              <a:srgbClr val="3A3F47"/>
            </a:solidFill>
            <a:ln w="9525">
              <a:solidFill>
                <a:srgbClr val="9AA0A6"/>
              </a:solidFill>
            </a:ln>
          </p:spPr>
          <p:txBody>
            <a:bodyPr rtlCol="0" anchor="ctr"/>
            <a:lstStyle/>
            <a:p>
              <a:pPr algn="ctr"/>
            </a:p>
          </p:txBody>
        </p:sp>
        <p:sp>
          <p:nvSpPr>
            <p:cNvPr id="79" name="chimney lip"/>
            <p:cNvSpPr/>
            <p:nvPr/>
          </p:nvSpPr>
          <p:spPr>
            <a:xfrm>
              <a:off x="10556976" y="2032939"/>
              <a:ext cx="119329" cy="33147"/>
            </a:xfrm>
            <a:prstGeom prst="rect">
              <a:avLst/>
            </a:prstGeom>
            <a:solidFill>
              <a:srgbClr val="3A3F47"/>
            </a:solidFill>
            <a:ln w="9525">
              <a:solidFill>
                <a:srgbClr val="9AA0A6"/>
              </a:solidFill>
            </a:ln>
          </p:spPr>
          <p:txBody>
            <a:bodyPr rtlCol="0" anchor="ctr"/>
            <a:lstStyle/>
            <a:p>
              <a:pPr algn="ctr"/>
            </a:p>
          </p:txBody>
        </p:sp>
        <p:sp>
          <p:nvSpPr>
            <p:cNvPr id="80" name="dome"/>
            <p:cNvSpPr/>
            <p:nvPr/>
          </p:nvSpPr>
          <p:spPr>
            <a:xfrm>
              <a:off x="10058180" y="2119122"/>
              <a:ext cx="119329" cy="72923"/>
            </a:xfrm>
            <a:prstGeom prst="roundRect">
              <a:avLst>
                <a:gd name="adj" fmla="val 36363"/>
              </a:avLst>
            </a:prstGeom>
            <a:solidFill>
              <a:srgbClr val="D9B26F"/>
            </a:solidFill>
            <a:ln>
              <a:noFill/>
            </a:ln>
          </p:spPr>
          <p:txBody>
            <a:bodyPr rtlCol="0" anchor="ctr"/>
            <a:lstStyle/>
            <a:p>
              <a:pPr algn="ctr"/>
            </a:p>
          </p:txBody>
        </p:sp>
        <p:sp>
          <p:nvSpPr>
            <p:cNvPr id="81" name="slim chimney"/>
            <p:cNvSpPr/>
            <p:nvPr/>
          </p:nvSpPr>
          <p:spPr>
            <a:xfrm>
              <a:off x="10590123" y="1986534"/>
              <a:ext cx="53035" cy="79552"/>
            </a:xfrm>
            <a:prstGeom prst="rect">
              <a:avLst/>
            </a:prstGeom>
            <a:solidFill>
              <a:srgbClr val="3A3F47"/>
            </a:solidFill>
            <a:ln w="9525">
              <a:solidFill>
                <a:srgbClr val="9AA0A6"/>
              </a:solidFill>
            </a:ln>
          </p:spPr>
          <p:txBody>
            <a:bodyPr rtlCol="0" anchor="ctr"/>
            <a:lstStyle/>
            <a:p>
              <a:pPr algn="ctr"/>
            </a:p>
          </p:txBody>
        </p:sp>
        <p:sp>
          <p:nvSpPr>
            <p:cNvPr id="82" name="smoke deflector"/>
            <p:cNvSpPr/>
            <p:nvPr/>
          </p:nvSpPr>
          <p:spPr>
            <a:xfrm>
              <a:off x="10377982" y="2013051"/>
              <a:ext cx="159106" cy="225400"/>
            </a:xfrm>
            <a:custGeom>
              <a:avLst/>
              <a:gdLst/>
              <a:ahLst/>
              <a:cxnLst/>
              <a:rect l="l" t="t" r="r" b="b"/>
              <a:pathLst>
                <a:path w="159106" h="225400">
                  <a:moveTo>
                    <a:pt x="0" y="225400"/>
                  </a:moveTo>
                  <a:lnTo>
                    <a:pt x="159106" y="225400"/>
                  </a:lnTo>
                  <a:lnTo>
                    <a:pt x="159106" y="0"/>
                  </a:lnTo>
                  <a:lnTo>
                    <a:pt x="26518" y="39777"/>
                  </a:lnTo>
                  <a:close/>
                </a:path>
              </a:pathLst>
            </a:custGeom>
            <a:solidFill>
              <a:srgbClr val="3A3F47"/>
            </a:solidFill>
            <a:ln w="12700">
              <a:solidFill>
                <a:srgbClr val="9AA0A6"/>
              </a:solidFill>
            </a:ln>
          </p:spPr>
          <p:txBody>
            <a:bodyPr rtlCol="0" anchor="ctr"/>
            <a:lstStyle/>
            <a:p>
              <a:pPr algn="ctr"/>
            </a:p>
          </p:txBody>
        </p:sp>
        <p:sp>
          <p:nvSpPr>
            <p:cNvPr id="83" name="lamp"/>
            <p:cNvSpPr/>
            <p:nvPr/>
          </p:nvSpPr>
          <p:spPr>
            <a:xfrm>
              <a:off x="10649788" y="2424074"/>
              <a:ext cx="66294" cy="66294"/>
            </a:xfrm>
            <a:prstGeom prst="ellipse">
              <a:avLst/>
            </a:prstGeom>
            <a:solidFill>
              <a:srgbClr val="F2C14E"/>
            </a:solidFill>
            <a:ln>
              <a:noFill/>
            </a:ln>
          </p:spPr>
          <p:txBody>
            <a:bodyPr rtlCol="0" anchor="ctr"/>
            <a:lstStyle/>
            <a:p>
              <a:pPr algn="ctr"/>
            </a:p>
          </p:txBody>
        </p:sp>
        <p:sp>
          <p:nvSpPr>
            <p:cNvPr id="84" name="wheel"/>
            <p:cNvSpPr/>
            <p:nvPr/>
          </p:nvSpPr>
          <p:spPr>
            <a:xfrm>
              <a:off x="9582454" y="2477109"/>
              <a:ext cx="238658" cy="238658"/>
            </a:xfrm>
            <a:prstGeom prst="ellipse">
              <a:avLst/>
            </a:prstGeom>
            <a:solidFill>
              <a:srgbClr val="1B1D21"/>
            </a:solidFill>
            <a:ln w="19050">
              <a:solidFill>
                <a:srgbClr val="9AA0A6"/>
              </a:solidFill>
            </a:ln>
          </p:spPr>
          <p:txBody>
            <a:bodyPr rtlCol="0" anchor="ctr"/>
            <a:lstStyle/>
            <a:p>
              <a:pPr algn="ctr"/>
            </a:p>
          </p:txBody>
        </p:sp>
        <p:sp>
          <p:nvSpPr>
            <p:cNvPr id="85" name="hub"/>
            <p:cNvSpPr/>
            <p:nvPr/>
          </p:nvSpPr>
          <p:spPr>
            <a:xfrm>
              <a:off x="9670758" y="2565413"/>
              <a:ext cx="62051" cy="62051"/>
            </a:xfrm>
            <a:prstGeom prst="ellipse">
              <a:avLst/>
            </a:prstGeom>
            <a:solidFill>
              <a:srgbClr val="9AA0A6"/>
            </a:solidFill>
            <a:ln>
              <a:noFill/>
            </a:ln>
          </p:spPr>
          <p:txBody>
            <a:bodyPr rtlCol="0" anchor="ctr"/>
            <a:lstStyle/>
            <a:p>
              <a:pPr algn="ctr"/>
            </a:p>
          </p:txBody>
        </p:sp>
        <p:sp>
          <p:nvSpPr>
            <p:cNvPr id="86" name="wheel"/>
            <p:cNvSpPr/>
            <p:nvPr/>
          </p:nvSpPr>
          <p:spPr>
            <a:xfrm>
              <a:off x="9847630" y="2477109"/>
              <a:ext cx="238658" cy="238658"/>
            </a:xfrm>
            <a:prstGeom prst="ellipse">
              <a:avLst/>
            </a:prstGeom>
            <a:solidFill>
              <a:srgbClr val="1B1D21"/>
            </a:solidFill>
            <a:ln w="19050">
              <a:solidFill>
                <a:srgbClr val="9AA0A6"/>
              </a:solidFill>
            </a:ln>
          </p:spPr>
          <p:txBody>
            <a:bodyPr rtlCol="0" anchor="ctr"/>
            <a:lstStyle/>
            <a:p>
              <a:pPr algn="ctr"/>
            </a:p>
          </p:txBody>
        </p:sp>
        <p:sp>
          <p:nvSpPr>
            <p:cNvPr id="87" name="hub"/>
            <p:cNvSpPr/>
            <p:nvPr/>
          </p:nvSpPr>
          <p:spPr>
            <a:xfrm>
              <a:off x="9935934" y="2565413"/>
              <a:ext cx="62051" cy="62051"/>
            </a:xfrm>
            <a:prstGeom prst="ellipse">
              <a:avLst/>
            </a:prstGeom>
            <a:solidFill>
              <a:srgbClr val="9AA0A6"/>
            </a:solidFill>
            <a:ln>
              <a:noFill/>
            </a:ln>
          </p:spPr>
          <p:txBody>
            <a:bodyPr rtlCol="0" anchor="ctr"/>
            <a:lstStyle/>
            <a:p>
              <a:pPr algn="ctr"/>
            </a:p>
          </p:txBody>
        </p:sp>
        <p:sp>
          <p:nvSpPr>
            <p:cNvPr id="88" name="wheel"/>
            <p:cNvSpPr/>
            <p:nvPr/>
          </p:nvSpPr>
          <p:spPr>
            <a:xfrm>
              <a:off x="10112806" y="2477109"/>
              <a:ext cx="238658" cy="238658"/>
            </a:xfrm>
            <a:prstGeom prst="ellipse">
              <a:avLst/>
            </a:prstGeom>
            <a:solidFill>
              <a:srgbClr val="1B1D21"/>
            </a:solidFill>
            <a:ln w="19050">
              <a:solidFill>
                <a:srgbClr val="9AA0A6"/>
              </a:solidFill>
            </a:ln>
          </p:spPr>
          <p:txBody>
            <a:bodyPr rtlCol="0" anchor="ctr"/>
            <a:lstStyle/>
            <a:p>
              <a:pPr algn="ctr"/>
            </a:p>
          </p:txBody>
        </p:sp>
        <p:sp>
          <p:nvSpPr>
            <p:cNvPr id="89" name="hub"/>
            <p:cNvSpPr/>
            <p:nvPr/>
          </p:nvSpPr>
          <p:spPr>
            <a:xfrm>
              <a:off x="10201110" y="2565413"/>
              <a:ext cx="62051" cy="62051"/>
            </a:xfrm>
            <a:prstGeom prst="ellipse">
              <a:avLst/>
            </a:prstGeom>
            <a:solidFill>
              <a:srgbClr val="9AA0A6"/>
            </a:solidFill>
            <a:ln>
              <a:noFill/>
            </a:ln>
          </p:spPr>
          <p:txBody>
            <a:bodyPr rtlCol="0" anchor="ctr"/>
            <a:lstStyle/>
            <a:p>
              <a:pPr algn="ctr"/>
            </a:p>
          </p:txBody>
        </p:sp>
        <p:sp>
          <p:nvSpPr>
            <p:cNvPr id="90" name="coupling rod"/>
            <p:cNvSpPr/>
            <p:nvPr/>
          </p:nvSpPr>
          <p:spPr>
            <a:xfrm>
              <a:off x="9701784" y="2527493"/>
              <a:ext cx="530352" cy="18562"/>
            </a:xfrm>
            <a:prstGeom prst="rect">
              <a:avLst/>
            </a:prstGeom>
            <a:solidFill>
              <a:srgbClr val="D0D4D8"/>
            </a:solidFill>
            <a:ln>
              <a:noFill/>
            </a:ln>
          </p:spPr>
          <p:txBody>
            <a:bodyPr rtlCol="0" anchor="ctr"/>
            <a:lstStyle/>
            <a:p>
              <a:pPr algn="ctr"/>
            </a:p>
          </p:txBody>
        </p:sp>
        <p:sp>
          <p:nvSpPr>
            <p:cNvPr id="91" name="buffer beam"/>
            <p:cNvSpPr/>
            <p:nvPr/>
          </p:nvSpPr>
          <p:spPr>
            <a:xfrm>
              <a:off x="10682935" y="2463850"/>
              <a:ext cx="39776" cy="119329"/>
            </a:xfrm>
            <a:prstGeom prst="rect">
              <a:avLst/>
            </a:prstGeom>
            <a:solidFill>
              <a:srgbClr val="9AA0A6"/>
            </a:solidFill>
            <a:ln>
              <a:noFill/>
            </a:ln>
          </p:spPr>
          <p:txBody>
            <a:bodyPr rtlCol="0" anchor="ctr"/>
            <a:lstStyle/>
            <a:p>
              <a:pPr algn="ctr"/>
            </a:p>
          </p:txBody>
        </p:sp>
        <p:sp>
          <p:nvSpPr>
            <p:cNvPr id="92" name="row heading"/>
            <p:cNvSpPr txBox="1"/>
            <p:nvPr/>
          </p:nvSpPr>
          <p:spPr>
            <a:xfrm>
              <a:off x="548640" y="2971800"/>
              <a:ext cx="1417320" cy="1207008"/>
            </a:xfrm>
            <a:prstGeom prst="rect">
              <a:avLst/>
            </a:prstGeom>
            <a:noFill/>
          </p:spPr>
          <p:txBody>
            <a:bodyPr wrap="square" anchor="ctr" lIns="18288" tIns="9144" rIns="18288" bIns="9144">
              <a:noAutofit/>
            </a:bodyPr>
            <a:lstStyle/>
            <a:p>
              <a:pPr algn="l"/>
              <a:r>
                <a:rPr sz="2000" b="1" i="0" lang="en-GB">
                  <a:solidFill>
                    <a:srgbClr val="F2F2F2"/>
                  </a:solidFill>
                  <a:latin typeface="Arial"/>
                </a:rPr>
                <a:t>Medium</a:t>
              </a:r>
            </a:p>
          </p:txBody>
        </p:sp>
        <p:sp>
          <p:nvSpPr>
            <p:cNvPr id="93" name="panel"/>
            <p:cNvSpPr/>
            <p:nvPr/>
          </p:nvSpPr>
          <p:spPr>
            <a:xfrm>
              <a:off x="2011680" y="297180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94" name="rail"/>
            <p:cNvSpPr/>
            <p:nvPr/>
          </p:nvSpPr>
          <p:spPr>
            <a:xfrm>
              <a:off x="2148840" y="3995928"/>
              <a:ext cx="2834640" cy="45720"/>
            </a:xfrm>
            <a:prstGeom prst="rect">
              <a:avLst/>
            </a:prstGeom>
            <a:solidFill>
              <a:srgbClr val="9AA0A6"/>
            </a:solidFill>
            <a:ln>
              <a:noFill/>
            </a:ln>
          </p:spPr>
          <p:txBody>
            <a:bodyPr rtlCol="0" anchor="ctr"/>
            <a:lstStyle/>
            <a:p>
              <a:pPr algn="ctr"/>
            </a:p>
          </p:txBody>
        </p:sp>
        <p:sp>
          <p:nvSpPr>
            <p:cNvPr id="95" name="tender frame"/>
            <p:cNvSpPr/>
            <p:nvPr/>
          </p:nvSpPr>
          <p:spPr>
            <a:xfrm>
              <a:off x="2379497" y="3803675"/>
              <a:ext cx="543610" cy="59664"/>
            </a:xfrm>
            <a:prstGeom prst="rect">
              <a:avLst/>
            </a:prstGeom>
            <a:solidFill>
              <a:srgbClr val="3A3F47"/>
            </a:solidFill>
            <a:ln w="9525">
              <a:solidFill>
                <a:srgbClr val="9AA0A6"/>
              </a:solidFill>
            </a:ln>
          </p:spPr>
          <p:txBody>
            <a:bodyPr rtlCol="0" anchor="ctr"/>
            <a:lstStyle/>
            <a:p>
              <a:pPr algn="ctr"/>
            </a:p>
          </p:txBody>
        </p:sp>
        <p:sp>
          <p:nvSpPr>
            <p:cNvPr id="96" name="tender body"/>
            <p:cNvSpPr/>
            <p:nvPr/>
          </p:nvSpPr>
          <p:spPr>
            <a:xfrm>
              <a:off x="2379497" y="3584905"/>
              <a:ext cx="543610" cy="218770"/>
            </a:xfrm>
            <a:prstGeom prst="roundRect">
              <a:avLst>
                <a:gd name="adj" fmla="val 3030"/>
              </a:avLst>
            </a:prstGeom>
            <a:solidFill>
              <a:srgbClr val="2BB5B0"/>
            </a:solidFill>
            <a:ln>
              <a:noFill/>
            </a:ln>
          </p:spPr>
          <p:txBody>
            <a:bodyPr rtlCol="0" anchor="ctr"/>
            <a:lstStyle/>
            <a:p>
              <a:pPr algn="ctr"/>
            </a:p>
          </p:txBody>
        </p:sp>
        <p:sp>
          <p:nvSpPr>
            <p:cNvPr id="97" name="tender coal"/>
            <p:cNvSpPr/>
            <p:nvPr/>
          </p:nvSpPr>
          <p:spPr>
            <a:xfrm>
              <a:off x="2399385" y="3492093"/>
              <a:ext cx="503835" cy="92812"/>
            </a:xfrm>
            <a:custGeom>
              <a:avLst/>
              <a:gdLst/>
              <a:ahLst/>
              <a:cxnLst/>
              <a:rect l="l" t="t" r="r" b="b"/>
              <a:pathLst>
                <a:path w="503835" h="92812">
                  <a:moveTo>
                    <a:pt x="0" y="92812"/>
                  </a:moveTo>
                  <a:lnTo>
                    <a:pt x="99441" y="6630"/>
                  </a:lnTo>
                  <a:lnTo>
                    <a:pt x="298323" y="0"/>
                  </a:lnTo>
                  <a:lnTo>
                    <a:pt x="503835" y="92812"/>
                  </a:lnTo>
                  <a:close/>
                </a:path>
              </a:pathLst>
            </a:custGeom>
            <a:solidFill>
              <a:srgbClr val="1B1D21"/>
            </a:solidFill>
            <a:ln w="12700">
              <a:solidFill>
                <a:srgbClr val="6B7078"/>
              </a:solidFill>
            </a:ln>
          </p:spPr>
          <p:txBody>
            <a:bodyPr rtlCol="0" anchor="ctr"/>
            <a:lstStyle/>
            <a:p>
              <a:pPr algn="ctr"/>
            </a:p>
          </p:txBody>
        </p:sp>
        <p:sp>
          <p:nvSpPr>
            <p:cNvPr id="98" name="coupling"/>
            <p:cNvSpPr/>
            <p:nvPr/>
          </p:nvSpPr>
          <p:spPr>
            <a:xfrm>
              <a:off x="2923108" y="3724122"/>
              <a:ext cx="46405" cy="19888"/>
            </a:xfrm>
            <a:prstGeom prst="rect">
              <a:avLst/>
            </a:prstGeom>
            <a:solidFill>
              <a:srgbClr val="9AA0A6"/>
            </a:solidFill>
            <a:ln>
              <a:noFill/>
            </a:ln>
          </p:spPr>
          <p:txBody>
            <a:bodyPr rtlCol="0" anchor="ctr"/>
            <a:lstStyle/>
            <a:p>
              <a:pPr algn="ctr"/>
            </a:p>
          </p:txBody>
        </p:sp>
        <p:sp>
          <p:nvSpPr>
            <p:cNvPr id="99" name="wheel"/>
            <p:cNvSpPr/>
            <p:nvPr/>
          </p:nvSpPr>
          <p:spPr>
            <a:xfrm>
              <a:off x="2419273" y="3810304"/>
              <a:ext cx="185623" cy="185623"/>
            </a:xfrm>
            <a:prstGeom prst="ellipse">
              <a:avLst/>
            </a:prstGeom>
            <a:solidFill>
              <a:srgbClr val="1B1D21"/>
            </a:solidFill>
            <a:ln w="19050">
              <a:solidFill>
                <a:srgbClr val="9AA0A6"/>
              </a:solidFill>
            </a:ln>
          </p:spPr>
          <p:txBody>
            <a:bodyPr rtlCol="0" anchor="ctr"/>
            <a:lstStyle/>
            <a:p>
              <a:pPr algn="ctr"/>
            </a:p>
          </p:txBody>
        </p:sp>
        <p:sp>
          <p:nvSpPr>
            <p:cNvPr id="100" name="hub"/>
            <p:cNvSpPr/>
            <p:nvPr/>
          </p:nvSpPr>
          <p:spPr>
            <a:xfrm>
              <a:off x="2487954" y="3878985"/>
              <a:ext cx="48262" cy="48262"/>
            </a:xfrm>
            <a:prstGeom prst="ellipse">
              <a:avLst/>
            </a:prstGeom>
            <a:solidFill>
              <a:srgbClr val="9AA0A6"/>
            </a:solidFill>
            <a:ln>
              <a:noFill/>
            </a:ln>
          </p:spPr>
          <p:txBody>
            <a:bodyPr rtlCol="0" anchor="ctr"/>
            <a:lstStyle/>
            <a:p>
              <a:pPr algn="ctr"/>
            </a:p>
          </p:txBody>
        </p:sp>
        <p:sp>
          <p:nvSpPr>
            <p:cNvPr id="101" name="wheel"/>
            <p:cNvSpPr/>
            <p:nvPr/>
          </p:nvSpPr>
          <p:spPr>
            <a:xfrm>
              <a:off x="2697708" y="3810304"/>
              <a:ext cx="185623" cy="185623"/>
            </a:xfrm>
            <a:prstGeom prst="ellipse">
              <a:avLst/>
            </a:prstGeom>
            <a:solidFill>
              <a:srgbClr val="1B1D21"/>
            </a:solidFill>
            <a:ln w="19050">
              <a:solidFill>
                <a:srgbClr val="9AA0A6"/>
              </a:solidFill>
            </a:ln>
          </p:spPr>
          <p:txBody>
            <a:bodyPr rtlCol="0" anchor="ctr"/>
            <a:lstStyle/>
            <a:p>
              <a:pPr algn="ctr"/>
            </a:p>
          </p:txBody>
        </p:sp>
        <p:sp>
          <p:nvSpPr>
            <p:cNvPr id="102" name="hub"/>
            <p:cNvSpPr/>
            <p:nvPr/>
          </p:nvSpPr>
          <p:spPr>
            <a:xfrm>
              <a:off x="2766389" y="3878985"/>
              <a:ext cx="48262" cy="48262"/>
            </a:xfrm>
            <a:prstGeom prst="ellipse">
              <a:avLst/>
            </a:prstGeom>
            <a:solidFill>
              <a:srgbClr val="9AA0A6"/>
            </a:solidFill>
            <a:ln>
              <a:noFill/>
            </a:ln>
          </p:spPr>
          <p:txBody>
            <a:bodyPr rtlCol="0" anchor="ctr"/>
            <a:lstStyle/>
            <a:p>
              <a:pPr algn="ctr"/>
            </a:p>
          </p:txBody>
        </p:sp>
        <p:sp>
          <p:nvSpPr>
            <p:cNvPr id="103" name="frame"/>
            <p:cNvSpPr/>
            <p:nvPr/>
          </p:nvSpPr>
          <p:spPr>
            <a:xfrm>
              <a:off x="2969514" y="3803675"/>
              <a:ext cx="1743532" cy="59664"/>
            </a:xfrm>
            <a:prstGeom prst="rect">
              <a:avLst/>
            </a:prstGeom>
            <a:solidFill>
              <a:srgbClr val="3A3F47"/>
            </a:solidFill>
            <a:ln w="9525">
              <a:solidFill>
                <a:srgbClr val="9AA0A6"/>
              </a:solidFill>
            </a:ln>
          </p:spPr>
          <p:txBody>
            <a:bodyPr rtlCol="0" anchor="ctr"/>
            <a:lstStyle/>
            <a:p>
              <a:pPr algn="ctr"/>
            </a:p>
          </p:txBody>
        </p:sp>
        <p:sp>
          <p:nvSpPr>
            <p:cNvPr id="104" name="cab"/>
            <p:cNvSpPr/>
            <p:nvPr/>
          </p:nvSpPr>
          <p:spPr>
            <a:xfrm>
              <a:off x="2969514" y="3439058"/>
              <a:ext cx="265176" cy="364617"/>
            </a:xfrm>
            <a:prstGeom prst="roundRect">
              <a:avLst>
                <a:gd name="adj" fmla="val 2500"/>
              </a:avLst>
            </a:prstGeom>
            <a:solidFill>
              <a:srgbClr val="2BB5B0"/>
            </a:solidFill>
            <a:ln>
              <a:noFill/>
            </a:ln>
          </p:spPr>
          <p:txBody>
            <a:bodyPr rtlCol="0" anchor="ctr"/>
            <a:lstStyle/>
            <a:p>
              <a:pPr algn="ctr"/>
            </a:p>
          </p:txBody>
        </p:sp>
        <p:sp>
          <p:nvSpPr>
            <p:cNvPr id="105" name="cab roof"/>
            <p:cNvSpPr/>
            <p:nvPr/>
          </p:nvSpPr>
          <p:spPr>
            <a:xfrm>
              <a:off x="2956255" y="3405911"/>
              <a:ext cx="291693" cy="33147"/>
            </a:xfrm>
            <a:prstGeom prst="rect">
              <a:avLst/>
            </a:prstGeom>
            <a:solidFill>
              <a:srgbClr val="3A3F47"/>
            </a:solidFill>
            <a:ln w="9525">
              <a:solidFill>
                <a:srgbClr val="9AA0A6"/>
              </a:solidFill>
            </a:ln>
          </p:spPr>
          <p:txBody>
            <a:bodyPr rtlCol="0" anchor="ctr"/>
            <a:lstStyle/>
            <a:p>
              <a:pPr algn="ctr"/>
            </a:p>
          </p:txBody>
        </p:sp>
        <p:sp>
          <p:nvSpPr>
            <p:cNvPr id="106" name="cab window"/>
            <p:cNvSpPr/>
            <p:nvPr/>
          </p:nvSpPr>
          <p:spPr>
            <a:xfrm>
              <a:off x="3035808" y="3492093"/>
              <a:ext cx="119329" cy="119329"/>
            </a:xfrm>
            <a:prstGeom prst="rect">
              <a:avLst/>
            </a:prstGeom>
            <a:solidFill>
              <a:srgbClr val="1B1D21"/>
            </a:solidFill>
            <a:ln>
              <a:noFill/>
            </a:ln>
          </p:spPr>
          <p:txBody>
            <a:bodyPr rtlCol="0" anchor="ctr"/>
            <a:lstStyle/>
            <a:p>
              <a:pPr algn="ctr"/>
            </a:p>
          </p:txBody>
        </p:sp>
        <p:sp>
          <p:nvSpPr>
            <p:cNvPr id="107" name="boiler"/>
            <p:cNvSpPr/>
            <p:nvPr/>
          </p:nvSpPr>
          <p:spPr>
            <a:xfrm>
              <a:off x="3234690" y="3472205"/>
              <a:ext cx="1345768" cy="265176"/>
            </a:xfrm>
            <a:prstGeom prst="roundRect">
              <a:avLst>
                <a:gd name="adj" fmla="val 25000"/>
              </a:avLst>
            </a:prstGeom>
            <a:solidFill>
              <a:srgbClr val="2BB5B0"/>
            </a:solidFill>
            <a:ln>
              <a:noFill/>
            </a:ln>
          </p:spPr>
          <p:txBody>
            <a:bodyPr rtlCol="0" anchor="ctr"/>
            <a:lstStyle/>
            <a:p>
              <a:pPr algn="ctr"/>
            </a:p>
          </p:txBody>
        </p:sp>
        <p:sp>
          <p:nvSpPr>
            <p:cNvPr id="108" name="boiler band"/>
            <p:cNvSpPr/>
            <p:nvPr/>
          </p:nvSpPr>
          <p:spPr>
            <a:xfrm>
              <a:off x="3638420" y="3472205"/>
              <a:ext cx="9281" cy="265176"/>
            </a:xfrm>
            <a:prstGeom prst="rect">
              <a:avLst/>
            </a:prstGeom>
            <a:solidFill>
              <a:srgbClr val="1E827E"/>
            </a:solidFill>
            <a:ln>
              <a:noFill/>
            </a:ln>
          </p:spPr>
          <p:txBody>
            <a:bodyPr rtlCol="0" anchor="ctr"/>
            <a:lstStyle/>
            <a:p>
              <a:pPr algn="ctr"/>
            </a:p>
          </p:txBody>
        </p:sp>
        <p:sp>
          <p:nvSpPr>
            <p:cNvPr id="109" name="boiler band"/>
            <p:cNvSpPr/>
            <p:nvPr/>
          </p:nvSpPr>
          <p:spPr>
            <a:xfrm>
              <a:off x="3974862" y="3472205"/>
              <a:ext cx="9281" cy="265176"/>
            </a:xfrm>
            <a:prstGeom prst="rect">
              <a:avLst/>
            </a:prstGeom>
            <a:solidFill>
              <a:srgbClr val="1E827E"/>
            </a:solidFill>
            <a:ln>
              <a:noFill/>
            </a:ln>
          </p:spPr>
          <p:txBody>
            <a:bodyPr rtlCol="0" anchor="ctr"/>
            <a:lstStyle/>
            <a:p>
              <a:pPr algn="ctr"/>
            </a:p>
          </p:txBody>
        </p:sp>
        <p:sp>
          <p:nvSpPr>
            <p:cNvPr id="110" name="boiler band"/>
            <p:cNvSpPr/>
            <p:nvPr/>
          </p:nvSpPr>
          <p:spPr>
            <a:xfrm>
              <a:off x="4311304" y="3472205"/>
              <a:ext cx="9281" cy="265176"/>
            </a:xfrm>
            <a:prstGeom prst="rect">
              <a:avLst/>
            </a:prstGeom>
            <a:solidFill>
              <a:srgbClr val="1E827E"/>
            </a:solidFill>
            <a:ln>
              <a:noFill/>
            </a:ln>
          </p:spPr>
          <p:txBody>
            <a:bodyPr rtlCol="0" anchor="ctr"/>
            <a:lstStyle/>
            <a:p>
              <a:pPr algn="ctr"/>
            </a:p>
          </p:txBody>
        </p:sp>
        <p:sp>
          <p:nvSpPr>
            <p:cNvPr id="111" name="smokebox"/>
            <p:cNvSpPr/>
            <p:nvPr/>
          </p:nvSpPr>
          <p:spPr>
            <a:xfrm>
              <a:off x="4580458" y="3472205"/>
              <a:ext cx="132588" cy="265176"/>
            </a:xfrm>
            <a:prstGeom prst="roundRect">
              <a:avLst>
                <a:gd name="adj" fmla="val 12000"/>
              </a:avLst>
            </a:prstGeom>
            <a:solidFill>
              <a:srgbClr val="4A515B"/>
            </a:solidFill>
            <a:ln>
              <a:noFill/>
            </a:ln>
          </p:spPr>
          <p:txBody>
            <a:bodyPr rtlCol="0" anchor="ctr"/>
            <a:lstStyle/>
            <a:p>
              <a:pPr algn="ctr"/>
            </a:p>
          </p:txBody>
        </p:sp>
        <p:sp>
          <p:nvSpPr>
            <p:cNvPr id="112" name="chimney"/>
            <p:cNvSpPr/>
            <p:nvPr/>
          </p:nvSpPr>
          <p:spPr>
            <a:xfrm>
              <a:off x="4606975" y="3332988"/>
              <a:ext cx="79552" cy="139217"/>
            </a:xfrm>
            <a:prstGeom prst="rect">
              <a:avLst/>
            </a:prstGeom>
            <a:solidFill>
              <a:srgbClr val="3A3F47"/>
            </a:solidFill>
            <a:ln w="9525">
              <a:solidFill>
                <a:srgbClr val="9AA0A6"/>
              </a:solidFill>
            </a:ln>
          </p:spPr>
          <p:txBody>
            <a:bodyPr rtlCol="0" anchor="ctr"/>
            <a:lstStyle/>
            <a:p>
              <a:pPr algn="ctr"/>
            </a:p>
          </p:txBody>
        </p:sp>
        <p:sp>
          <p:nvSpPr>
            <p:cNvPr id="113" name="chimney lip"/>
            <p:cNvSpPr/>
            <p:nvPr/>
          </p:nvSpPr>
          <p:spPr>
            <a:xfrm>
              <a:off x="4587087" y="3313099"/>
              <a:ext cx="119329" cy="33147"/>
            </a:xfrm>
            <a:prstGeom prst="rect">
              <a:avLst/>
            </a:prstGeom>
            <a:solidFill>
              <a:srgbClr val="3A3F47"/>
            </a:solidFill>
            <a:ln w="9525">
              <a:solidFill>
                <a:srgbClr val="9AA0A6"/>
              </a:solidFill>
            </a:ln>
          </p:spPr>
          <p:txBody>
            <a:bodyPr rtlCol="0" anchor="ctr"/>
            <a:lstStyle/>
            <a:p>
              <a:pPr algn="ctr"/>
            </a:p>
          </p:txBody>
        </p:sp>
        <p:sp>
          <p:nvSpPr>
            <p:cNvPr id="114" name="dome"/>
            <p:cNvSpPr/>
            <p:nvPr/>
          </p:nvSpPr>
          <p:spPr>
            <a:xfrm>
              <a:off x="3772997" y="3399282"/>
              <a:ext cx="119329" cy="72923"/>
            </a:xfrm>
            <a:prstGeom prst="roundRect">
              <a:avLst>
                <a:gd name="adj" fmla="val 36363"/>
              </a:avLst>
            </a:prstGeom>
            <a:solidFill>
              <a:srgbClr val="2BB5B0"/>
            </a:solidFill>
            <a:ln>
              <a:noFill/>
            </a:ln>
          </p:spPr>
          <p:txBody>
            <a:bodyPr rtlCol="0" anchor="ctr"/>
            <a:lstStyle/>
            <a:p>
              <a:pPr algn="ctr"/>
            </a:p>
          </p:txBody>
        </p:sp>
        <p:sp>
          <p:nvSpPr>
            <p:cNvPr id="115" name="wheel"/>
            <p:cNvSpPr/>
            <p:nvPr/>
          </p:nvSpPr>
          <p:spPr>
            <a:xfrm>
              <a:off x="2989402" y="3730752"/>
              <a:ext cx="265176" cy="265176"/>
            </a:xfrm>
            <a:prstGeom prst="ellipse">
              <a:avLst/>
            </a:prstGeom>
            <a:solidFill>
              <a:srgbClr val="1B1D21"/>
            </a:solidFill>
            <a:ln w="19050">
              <a:solidFill>
                <a:srgbClr val="9AA0A6"/>
              </a:solidFill>
            </a:ln>
          </p:spPr>
          <p:txBody>
            <a:bodyPr rtlCol="0" anchor="ctr"/>
            <a:lstStyle/>
            <a:p>
              <a:pPr algn="ctr"/>
            </a:p>
          </p:txBody>
        </p:sp>
        <p:sp>
          <p:nvSpPr>
            <p:cNvPr id="116" name="hub"/>
            <p:cNvSpPr/>
            <p:nvPr/>
          </p:nvSpPr>
          <p:spPr>
            <a:xfrm>
              <a:off x="3087517" y="3828867"/>
              <a:ext cx="68945" cy="68945"/>
            </a:xfrm>
            <a:prstGeom prst="ellipse">
              <a:avLst/>
            </a:prstGeom>
            <a:solidFill>
              <a:srgbClr val="9AA0A6"/>
            </a:solidFill>
            <a:ln>
              <a:noFill/>
            </a:ln>
          </p:spPr>
          <p:txBody>
            <a:bodyPr rtlCol="0" anchor="ctr"/>
            <a:lstStyle/>
            <a:p>
              <a:pPr algn="ctr"/>
            </a:p>
          </p:txBody>
        </p:sp>
        <p:sp>
          <p:nvSpPr>
            <p:cNvPr id="117" name="wheel"/>
            <p:cNvSpPr/>
            <p:nvPr/>
          </p:nvSpPr>
          <p:spPr>
            <a:xfrm>
              <a:off x="3287725" y="3730752"/>
              <a:ext cx="265176" cy="265176"/>
            </a:xfrm>
            <a:prstGeom prst="ellipse">
              <a:avLst/>
            </a:prstGeom>
            <a:solidFill>
              <a:srgbClr val="1B1D21"/>
            </a:solidFill>
            <a:ln w="19050">
              <a:solidFill>
                <a:srgbClr val="9AA0A6"/>
              </a:solidFill>
            </a:ln>
          </p:spPr>
          <p:txBody>
            <a:bodyPr rtlCol="0" anchor="ctr"/>
            <a:lstStyle/>
            <a:p>
              <a:pPr algn="ctr"/>
            </a:p>
          </p:txBody>
        </p:sp>
        <p:sp>
          <p:nvSpPr>
            <p:cNvPr id="118" name="hub"/>
            <p:cNvSpPr/>
            <p:nvPr/>
          </p:nvSpPr>
          <p:spPr>
            <a:xfrm>
              <a:off x="3385840" y="3828867"/>
              <a:ext cx="68945" cy="68945"/>
            </a:xfrm>
            <a:prstGeom prst="ellipse">
              <a:avLst/>
            </a:prstGeom>
            <a:solidFill>
              <a:srgbClr val="9AA0A6"/>
            </a:solidFill>
            <a:ln>
              <a:noFill/>
            </a:ln>
          </p:spPr>
          <p:txBody>
            <a:bodyPr rtlCol="0" anchor="ctr"/>
            <a:lstStyle/>
            <a:p>
              <a:pPr algn="ctr"/>
            </a:p>
          </p:txBody>
        </p:sp>
        <p:sp>
          <p:nvSpPr>
            <p:cNvPr id="119" name="wheel"/>
            <p:cNvSpPr/>
            <p:nvPr/>
          </p:nvSpPr>
          <p:spPr>
            <a:xfrm>
              <a:off x="3586048" y="3730752"/>
              <a:ext cx="265176" cy="265176"/>
            </a:xfrm>
            <a:prstGeom prst="ellipse">
              <a:avLst/>
            </a:prstGeom>
            <a:solidFill>
              <a:srgbClr val="1B1D21"/>
            </a:solidFill>
            <a:ln w="19050">
              <a:solidFill>
                <a:srgbClr val="9AA0A6"/>
              </a:solidFill>
            </a:ln>
          </p:spPr>
          <p:txBody>
            <a:bodyPr rtlCol="0" anchor="ctr"/>
            <a:lstStyle/>
            <a:p>
              <a:pPr algn="ctr"/>
            </a:p>
          </p:txBody>
        </p:sp>
        <p:sp>
          <p:nvSpPr>
            <p:cNvPr id="120" name="hub"/>
            <p:cNvSpPr/>
            <p:nvPr/>
          </p:nvSpPr>
          <p:spPr>
            <a:xfrm>
              <a:off x="3684163" y="3828867"/>
              <a:ext cx="68945" cy="68945"/>
            </a:xfrm>
            <a:prstGeom prst="ellipse">
              <a:avLst/>
            </a:prstGeom>
            <a:solidFill>
              <a:srgbClr val="9AA0A6"/>
            </a:solidFill>
            <a:ln>
              <a:noFill/>
            </a:ln>
          </p:spPr>
          <p:txBody>
            <a:bodyPr rtlCol="0" anchor="ctr"/>
            <a:lstStyle/>
            <a:p>
              <a:pPr algn="ctr"/>
            </a:p>
          </p:txBody>
        </p:sp>
        <p:sp>
          <p:nvSpPr>
            <p:cNvPr id="121" name="wheel"/>
            <p:cNvSpPr/>
            <p:nvPr/>
          </p:nvSpPr>
          <p:spPr>
            <a:xfrm>
              <a:off x="3884371" y="3730752"/>
              <a:ext cx="265176" cy="265176"/>
            </a:xfrm>
            <a:prstGeom prst="ellipse">
              <a:avLst/>
            </a:prstGeom>
            <a:solidFill>
              <a:srgbClr val="1B1D21"/>
            </a:solidFill>
            <a:ln w="19050">
              <a:solidFill>
                <a:srgbClr val="9AA0A6"/>
              </a:solidFill>
            </a:ln>
          </p:spPr>
          <p:txBody>
            <a:bodyPr rtlCol="0" anchor="ctr"/>
            <a:lstStyle/>
            <a:p>
              <a:pPr algn="ctr"/>
            </a:p>
          </p:txBody>
        </p:sp>
        <p:sp>
          <p:nvSpPr>
            <p:cNvPr id="122" name="hub"/>
            <p:cNvSpPr/>
            <p:nvPr/>
          </p:nvSpPr>
          <p:spPr>
            <a:xfrm>
              <a:off x="3982486" y="3828867"/>
              <a:ext cx="68945" cy="68945"/>
            </a:xfrm>
            <a:prstGeom prst="ellipse">
              <a:avLst/>
            </a:prstGeom>
            <a:solidFill>
              <a:srgbClr val="9AA0A6"/>
            </a:solidFill>
            <a:ln>
              <a:noFill/>
            </a:ln>
          </p:spPr>
          <p:txBody>
            <a:bodyPr rtlCol="0" anchor="ctr"/>
            <a:lstStyle/>
            <a:p>
              <a:pPr algn="ctr"/>
            </a:p>
          </p:txBody>
        </p:sp>
        <p:sp>
          <p:nvSpPr>
            <p:cNvPr id="123" name="wheel"/>
            <p:cNvSpPr/>
            <p:nvPr/>
          </p:nvSpPr>
          <p:spPr>
            <a:xfrm>
              <a:off x="4248988" y="3850081"/>
              <a:ext cx="145846" cy="145846"/>
            </a:xfrm>
            <a:prstGeom prst="ellipse">
              <a:avLst/>
            </a:prstGeom>
            <a:solidFill>
              <a:srgbClr val="1B1D21"/>
            </a:solidFill>
            <a:ln w="19050">
              <a:solidFill>
                <a:srgbClr val="9AA0A6"/>
              </a:solidFill>
            </a:ln>
          </p:spPr>
          <p:txBody>
            <a:bodyPr rtlCol="0" anchor="ctr"/>
            <a:lstStyle/>
            <a:p>
              <a:pPr algn="ctr"/>
            </a:p>
          </p:txBody>
        </p:sp>
        <p:sp>
          <p:nvSpPr>
            <p:cNvPr id="124" name="hub"/>
            <p:cNvSpPr/>
            <p:nvPr/>
          </p:nvSpPr>
          <p:spPr>
            <a:xfrm>
              <a:off x="4302951" y="3904044"/>
              <a:ext cx="37920" cy="37920"/>
            </a:xfrm>
            <a:prstGeom prst="ellipse">
              <a:avLst/>
            </a:prstGeom>
            <a:solidFill>
              <a:srgbClr val="9AA0A6"/>
            </a:solidFill>
            <a:ln>
              <a:noFill/>
            </a:ln>
          </p:spPr>
          <p:txBody>
            <a:bodyPr rtlCol="0" anchor="ctr"/>
            <a:lstStyle/>
            <a:p>
              <a:pPr algn="ctr"/>
            </a:p>
          </p:txBody>
        </p:sp>
        <p:sp>
          <p:nvSpPr>
            <p:cNvPr id="125" name="coupling rod"/>
            <p:cNvSpPr/>
            <p:nvPr/>
          </p:nvSpPr>
          <p:spPr>
            <a:xfrm>
              <a:off x="3121990" y="3787764"/>
              <a:ext cx="894968" cy="18562"/>
            </a:xfrm>
            <a:prstGeom prst="rect">
              <a:avLst/>
            </a:prstGeom>
            <a:solidFill>
              <a:srgbClr val="D0D4D8"/>
            </a:solidFill>
            <a:ln>
              <a:noFill/>
            </a:ln>
          </p:spPr>
          <p:txBody>
            <a:bodyPr rtlCol="0" anchor="ctr"/>
            <a:lstStyle/>
            <a:p>
              <a:pPr algn="ctr"/>
            </a:p>
          </p:txBody>
        </p:sp>
        <p:sp>
          <p:nvSpPr>
            <p:cNvPr id="126" name="buffer beam"/>
            <p:cNvSpPr/>
            <p:nvPr/>
          </p:nvSpPr>
          <p:spPr>
            <a:xfrm>
              <a:off x="4713046" y="3744010"/>
              <a:ext cx="39776" cy="119329"/>
            </a:xfrm>
            <a:prstGeom prst="rect">
              <a:avLst/>
            </a:prstGeom>
            <a:solidFill>
              <a:srgbClr val="9AA0A6"/>
            </a:solidFill>
            <a:ln>
              <a:noFill/>
            </a:ln>
          </p:spPr>
          <p:txBody>
            <a:bodyPr rtlCol="0" anchor="ctr"/>
            <a:lstStyle/>
            <a:p>
              <a:pPr algn="ctr"/>
            </a:p>
          </p:txBody>
        </p:sp>
        <p:sp>
          <p:nvSpPr>
            <p:cNvPr id="127" name="panel"/>
            <p:cNvSpPr/>
            <p:nvPr/>
          </p:nvSpPr>
          <p:spPr>
            <a:xfrm>
              <a:off x="5212080" y="297180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128" name="rail"/>
            <p:cNvSpPr/>
            <p:nvPr/>
          </p:nvSpPr>
          <p:spPr>
            <a:xfrm>
              <a:off x="5349240" y="3995928"/>
              <a:ext cx="2834640" cy="45720"/>
            </a:xfrm>
            <a:prstGeom prst="rect">
              <a:avLst/>
            </a:prstGeom>
            <a:solidFill>
              <a:srgbClr val="9AA0A6"/>
            </a:solidFill>
            <a:ln>
              <a:noFill/>
            </a:ln>
          </p:spPr>
          <p:txBody>
            <a:bodyPr rtlCol="0" anchor="ctr"/>
            <a:lstStyle/>
            <a:p>
              <a:pPr algn="ctr"/>
            </a:p>
          </p:txBody>
        </p:sp>
        <p:sp>
          <p:nvSpPr>
            <p:cNvPr id="129" name="tender frame"/>
            <p:cNvSpPr/>
            <p:nvPr/>
          </p:nvSpPr>
          <p:spPr>
            <a:xfrm>
              <a:off x="5606415" y="3783787"/>
              <a:ext cx="609904" cy="59664"/>
            </a:xfrm>
            <a:prstGeom prst="rect">
              <a:avLst/>
            </a:prstGeom>
            <a:solidFill>
              <a:srgbClr val="3A3F47"/>
            </a:solidFill>
            <a:ln w="9525">
              <a:solidFill>
                <a:srgbClr val="9AA0A6"/>
              </a:solidFill>
            </a:ln>
          </p:spPr>
          <p:txBody>
            <a:bodyPr rtlCol="0" anchor="ctr"/>
            <a:lstStyle/>
            <a:p>
              <a:pPr algn="ctr"/>
            </a:p>
          </p:txBody>
        </p:sp>
        <p:sp>
          <p:nvSpPr>
            <p:cNvPr id="130" name="tender body"/>
            <p:cNvSpPr/>
            <p:nvPr/>
          </p:nvSpPr>
          <p:spPr>
            <a:xfrm>
              <a:off x="5606415" y="3518611"/>
              <a:ext cx="609904" cy="265176"/>
            </a:xfrm>
            <a:prstGeom prst="roundRect">
              <a:avLst>
                <a:gd name="adj" fmla="val 2500"/>
              </a:avLst>
            </a:prstGeom>
            <a:solidFill>
              <a:srgbClr val="D6619B"/>
            </a:solidFill>
            <a:ln>
              <a:noFill/>
            </a:ln>
          </p:spPr>
          <p:txBody>
            <a:bodyPr rtlCol="0" anchor="ctr"/>
            <a:lstStyle/>
            <a:p>
              <a:pPr algn="ctr"/>
            </a:p>
          </p:txBody>
        </p:sp>
        <p:sp>
          <p:nvSpPr>
            <p:cNvPr id="131" name="tender coal"/>
            <p:cNvSpPr/>
            <p:nvPr/>
          </p:nvSpPr>
          <p:spPr>
            <a:xfrm>
              <a:off x="5626303" y="3432429"/>
              <a:ext cx="570128" cy="86182"/>
            </a:xfrm>
            <a:custGeom>
              <a:avLst/>
              <a:gdLst/>
              <a:ahLst/>
              <a:cxnLst/>
              <a:rect l="l" t="t" r="r" b="b"/>
              <a:pathLst>
                <a:path w="570128" h="86182">
                  <a:moveTo>
                    <a:pt x="0" y="86182"/>
                  </a:moveTo>
                  <a:lnTo>
                    <a:pt x="99441" y="6629"/>
                  </a:lnTo>
                  <a:lnTo>
                    <a:pt x="324840" y="0"/>
                  </a:lnTo>
                  <a:lnTo>
                    <a:pt x="570128" y="86182"/>
                  </a:lnTo>
                  <a:close/>
                </a:path>
              </a:pathLst>
            </a:custGeom>
            <a:solidFill>
              <a:srgbClr val="1B1D21"/>
            </a:solidFill>
            <a:ln w="12700">
              <a:solidFill>
                <a:srgbClr val="6B7078"/>
              </a:solidFill>
            </a:ln>
          </p:spPr>
          <p:txBody>
            <a:bodyPr rtlCol="0" anchor="ctr"/>
            <a:lstStyle/>
            <a:p>
              <a:pPr algn="ctr"/>
            </a:p>
          </p:txBody>
        </p:sp>
        <p:sp>
          <p:nvSpPr>
            <p:cNvPr id="132" name="coupling"/>
            <p:cNvSpPr/>
            <p:nvPr/>
          </p:nvSpPr>
          <p:spPr>
            <a:xfrm>
              <a:off x="6216319" y="3684346"/>
              <a:ext cx="53035" cy="19888"/>
            </a:xfrm>
            <a:prstGeom prst="rect">
              <a:avLst/>
            </a:prstGeom>
            <a:solidFill>
              <a:srgbClr val="9AA0A6"/>
            </a:solidFill>
            <a:ln>
              <a:noFill/>
            </a:ln>
          </p:spPr>
          <p:txBody>
            <a:bodyPr rtlCol="0" anchor="ctr"/>
            <a:lstStyle/>
            <a:p>
              <a:pPr algn="ctr"/>
            </a:p>
          </p:txBody>
        </p:sp>
        <p:sp>
          <p:nvSpPr>
            <p:cNvPr id="133" name="wheel"/>
            <p:cNvSpPr/>
            <p:nvPr/>
          </p:nvSpPr>
          <p:spPr>
            <a:xfrm>
              <a:off x="5646191" y="3836822"/>
              <a:ext cx="159105" cy="159105"/>
            </a:xfrm>
            <a:prstGeom prst="ellipse">
              <a:avLst/>
            </a:prstGeom>
            <a:solidFill>
              <a:srgbClr val="1B1D21"/>
            </a:solidFill>
            <a:ln w="19050">
              <a:solidFill>
                <a:srgbClr val="9AA0A6"/>
              </a:solidFill>
            </a:ln>
          </p:spPr>
          <p:txBody>
            <a:bodyPr rtlCol="0" anchor="ctr"/>
            <a:lstStyle/>
            <a:p>
              <a:pPr algn="ctr"/>
            </a:p>
          </p:txBody>
        </p:sp>
        <p:sp>
          <p:nvSpPr>
            <p:cNvPr id="134" name="hub"/>
            <p:cNvSpPr/>
            <p:nvPr/>
          </p:nvSpPr>
          <p:spPr>
            <a:xfrm>
              <a:off x="5705060" y="3895691"/>
              <a:ext cx="41367" cy="41367"/>
            </a:xfrm>
            <a:prstGeom prst="ellipse">
              <a:avLst/>
            </a:prstGeom>
            <a:solidFill>
              <a:srgbClr val="9AA0A6"/>
            </a:solidFill>
            <a:ln>
              <a:noFill/>
            </a:ln>
          </p:spPr>
          <p:txBody>
            <a:bodyPr rtlCol="0" anchor="ctr"/>
            <a:lstStyle/>
            <a:p>
              <a:pPr algn="ctr"/>
            </a:p>
          </p:txBody>
        </p:sp>
        <p:sp>
          <p:nvSpPr>
            <p:cNvPr id="135" name="wheel"/>
            <p:cNvSpPr/>
            <p:nvPr/>
          </p:nvSpPr>
          <p:spPr>
            <a:xfrm>
              <a:off x="5778779" y="3836822"/>
              <a:ext cx="159105" cy="159105"/>
            </a:xfrm>
            <a:prstGeom prst="ellipse">
              <a:avLst/>
            </a:prstGeom>
            <a:solidFill>
              <a:srgbClr val="1B1D21"/>
            </a:solidFill>
            <a:ln w="19050">
              <a:solidFill>
                <a:srgbClr val="9AA0A6"/>
              </a:solidFill>
            </a:ln>
          </p:spPr>
          <p:txBody>
            <a:bodyPr rtlCol="0" anchor="ctr"/>
            <a:lstStyle/>
            <a:p>
              <a:pPr algn="ctr"/>
            </a:p>
          </p:txBody>
        </p:sp>
        <p:sp>
          <p:nvSpPr>
            <p:cNvPr id="136" name="hub"/>
            <p:cNvSpPr/>
            <p:nvPr/>
          </p:nvSpPr>
          <p:spPr>
            <a:xfrm>
              <a:off x="5837648" y="3895691"/>
              <a:ext cx="41367" cy="41367"/>
            </a:xfrm>
            <a:prstGeom prst="ellipse">
              <a:avLst/>
            </a:prstGeom>
            <a:solidFill>
              <a:srgbClr val="9AA0A6"/>
            </a:solidFill>
            <a:ln>
              <a:noFill/>
            </a:ln>
          </p:spPr>
          <p:txBody>
            <a:bodyPr rtlCol="0" anchor="ctr"/>
            <a:lstStyle/>
            <a:p>
              <a:pPr algn="ctr"/>
            </a:p>
          </p:txBody>
        </p:sp>
        <p:sp>
          <p:nvSpPr>
            <p:cNvPr id="137" name="wheel"/>
            <p:cNvSpPr/>
            <p:nvPr/>
          </p:nvSpPr>
          <p:spPr>
            <a:xfrm>
              <a:off x="5884849" y="3836822"/>
              <a:ext cx="159105" cy="159105"/>
            </a:xfrm>
            <a:prstGeom prst="ellipse">
              <a:avLst/>
            </a:prstGeom>
            <a:solidFill>
              <a:srgbClr val="1B1D21"/>
            </a:solidFill>
            <a:ln w="19050">
              <a:solidFill>
                <a:srgbClr val="9AA0A6"/>
              </a:solidFill>
            </a:ln>
          </p:spPr>
          <p:txBody>
            <a:bodyPr rtlCol="0" anchor="ctr"/>
            <a:lstStyle/>
            <a:p>
              <a:pPr algn="ctr"/>
            </a:p>
          </p:txBody>
        </p:sp>
        <p:sp>
          <p:nvSpPr>
            <p:cNvPr id="138" name="hub"/>
            <p:cNvSpPr/>
            <p:nvPr/>
          </p:nvSpPr>
          <p:spPr>
            <a:xfrm>
              <a:off x="5943718" y="3895691"/>
              <a:ext cx="41367" cy="41367"/>
            </a:xfrm>
            <a:prstGeom prst="ellipse">
              <a:avLst/>
            </a:prstGeom>
            <a:solidFill>
              <a:srgbClr val="9AA0A6"/>
            </a:solidFill>
            <a:ln>
              <a:noFill/>
            </a:ln>
          </p:spPr>
          <p:txBody>
            <a:bodyPr rtlCol="0" anchor="ctr"/>
            <a:lstStyle/>
            <a:p>
              <a:pPr algn="ctr"/>
            </a:p>
          </p:txBody>
        </p:sp>
        <p:sp>
          <p:nvSpPr>
            <p:cNvPr id="139" name="wheel"/>
            <p:cNvSpPr/>
            <p:nvPr/>
          </p:nvSpPr>
          <p:spPr>
            <a:xfrm>
              <a:off x="6017437" y="3836822"/>
              <a:ext cx="159105" cy="159105"/>
            </a:xfrm>
            <a:prstGeom prst="ellipse">
              <a:avLst/>
            </a:prstGeom>
            <a:solidFill>
              <a:srgbClr val="1B1D21"/>
            </a:solidFill>
            <a:ln w="19050">
              <a:solidFill>
                <a:srgbClr val="9AA0A6"/>
              </a:solidFill>
            </a:ln>
          </p:spPr>
          <p:txBody>
            <a:bodyPr rtlCol="0" anchor="ctr"/>
            <a:lstStyle/>
            <a:p>
              <a:pPr algn="ctr"/>
            </a:p>
          </p:txBody>
        </p:sp>
        <p:sp>
          <p:nvSpPr>
            <p:cNvPr id="140" name="hub"/>
            <p:cNvSpPr/>
            <p:nvPr/>
          </p:nvSpPr>
          <p:spPr>
            <a:xfrm>
              <a:off x="6076306" y="3895691"/>
              <a:ext cx="41367" cy="41367"/>
            </a:xfrm>
            <a:prstGeom prst="ellipse">
              <a:avLst/>
            </a:prstGeom>
            <a:solidFill>
              <a:srgbClr val="9AA0A6"/>
            </a:solidFill>
            <a:ln>
              <a:noFill/>
            </a:ln>
          </p:spPr>
          <p:txBody>
            <a:bodyPr rtlCol="0" anchor="ctr"/>
            <a:lstStyle/>
            <a:p>
              <a:pPr algn="ctr"/>
            </a:p>
          </p:txBody>
        </p:sp>
        <p:sp>
          <p:nvSpPr>
            <p:cNvPr id="141" name="frame"/>
            <p:cNvSpPr/>
            <p:nvPr/>
          </p:nvSpPr>
          <p:spPr>
            <a:xfrm>
              <a:off x="6269355" y="3783787"/>
              <a:ext cx="1518928" cy="59664"/>
            </a:xfrm>
            <a:prstGeom prst="rect">
              <a:avLst/>
            </a:prstGeom>
            <a:solidFill>
              <a:srgbClr val="3A3F47"/>
            </a:solidFill>
            <a:ln w="9525">
              <a:solidFill>
                <a:srgbClr val="9AA0A6"/>
              </a:solidFill>
            </a:ln>
          </p:spPr>
          <p:txBody>
            <a:bodyPr rtlCol="0" anchor="ctr"/>
            <a:lstStyle/>
            <a:p>
              <a:pPr algn="ctr"/>
            </a:p>
          </p:txBody>
        </p:sp>
        <p:sp>
          <p:nvSpPr>
            <p:cNvPr id="142" name="cab"/>
            <p:cNvSpPr/>
            <p:nvPr/>
          </p:nvSpPr>
          <p:spPr>
            <a:xfrm>
              <a:off x="6269355" y="3332988"/>
              <a:ext cx="304952" cy="450799"/>
            </a:xfrm>
            <a:prstGeom prst="roundRect">
              <a:avLst>
                <a:gd name="adj" fmla="val 2173"/>
              </a:avLst>
            </a:prstGeom>
            <a:solidFill>
              <a:srgbClr val="D6619B"/>
            </a:solidFill>
            <a:ln>
              <a:noFill/>
            </a:ln>
          </p:spPr>
          <p:txBody>
            <a:bodyPr rtlCol="0" anchor="ctr"/>
            <a:lstStyle/>
            <a:p>
              <a:pPr algn="ctr"/>
            </a:p>
          </p:txBody>
        </p:sp>
        <p:sp>
          <p:nvSpPr>
            <p:cNvPr id="143" name="cab roof"/>
            <p:cNvSpPr/>
            <p:nvPr/>
          </p:nvSpPr>
          <p:spPr>
            <a:xfrm>
              <a:off x="6242837" y="3293211"/>
              <a:ext cx="357987" cy="39776"/>
            </a:xfrm>
            <a:prstGeom prst="rect">
              <a:avLst/>
            </a:prstGeom>
            <a:solidFill>
              <a:srgbClr val="3A3F47"/>
            </a:solidFill>
            <a:ln w="9525">
              <a:solidFill>
                <a:srgbClr val="9AA0A6"/>
              </a:solidFill>
            </a:ln>
          </p:spPr>
          <p:txBody>
            <a:bodyPr rtlCol="0" anchor="ctr"/>
            <a:lstStyle/>
            <a:p>
              <a:pPr algn="ctr"/>
            </a:p>
          </p:txBody>
        </p:sp>
        <p:sp>
          <p:nvSpPr>
            <p:cNvPr id="144" name="cab window"/>
            <p:cNvSpPr/>
            <p:nvPr/>
          </p:nvSpPr>
          <p:spPr>
            <a:xfrm>
              <a:off x="6342278" y="3399282"/>
              <a:ext cx="132588" cy="145846"/>
            </a:xfrm>
            <a:prstGeom prst="rect">
              <a:avLst/>
            </a:prstGeom>
            <a:solidFill>
              <a:srgbClr val="1B1D21"/>
            </a:solidFill>
            <a:ln>
              <a:noFill/>
            </a:ln>
          </p:spPr>
          <p:txBody>
            <a:bodyPr rtlCol="0" anchor="ctr"/>
            <a:lstStyle/>
            <a:p>
              <a:pPr algn="ctr"/>
            </a:p>
          </p:txBody>
        </p:sp>
        <p:sp>
          <p:nvSpPr>
            <p:cNvPr id="145" name="boiler"/>
            <p:cNvSpPr/>
            <p:nvPr/>
          </p:nvSpPr>
          <p:spPr>
            <a:xfrm>
              <a:off x="6574307" y="3372764"/>
              <a:ext cx="988576" cy="331470"/>
            </a:xfrm>
            <a:prstGeom prst="roundRect">
              <a:avLst>
                <a:gd name="adj" fmla="val 22000"/>
              </a:avLst>
            </a:prstGeom>
            <a:solidFill>
              <a:srgbClr val="D6619B"/>
            </a:solidFill>
            <a:ln>
              <a:noFill/>
            </a:ln>
          </p:spPr>
          <p:txBody>
            <a:bodyPr rtlCol="0" anchor="ctr"/>
            <a:lstStyle/>
            <a:p>
              <a:pPr algn="ctr"/>
            </a:p>
          </p:txBody>
        </p:sp>
        <p:sp>
          <p:nvSpPr>
            <p:cNvPr id="146" name="smokebox"/>
            <p:cNvSpPr/>
            <p:nvPr/>
          </p:nvSpPr>
          <p:spPr>
            <a:xfrm>
              <a:off x="7562883" y="3372764"/>
              <a:ext cx="159105" cy="331470"/>
            </a:xfrm>
            <a:prstGeom prst="roundRect">
              <a:avLst>
                <a:gd name="adj" fmla="val 10000"/>
              </a:avLst>
            </a:prstGeom>
            <a:solidFill>
              <a:srgbClr val="4A515B"/>
            </a:solidFill>
            <a:ln>
              <a:noFill/>
            </a:ln>
          </p:spPr>
          <p:txBody>
            <a:bodyPr rtlCol="0" anchor="ctr"/>
            <a:lstStyle/>
            <a:p>
              <a:pPr algn="ctr"/>
            </a:p>
          </p:txBody>
        </p:sp>
        <p:sp>
          <p:nvSpPr>
            <p:cNvPr id="147" name="funnel stack"/>
            <p:cNvSpPr/>
            <p:nvPr/>
          </p:nvSpPr>
          <p:spPr>
            <a:xfrm>
              <a:off x="7556254" y="3147364"/>
              <a:ext cx="159105" cy="225400"/>
            </a:xfrm>
            <a:custGeom>
              <a:avLst/>
              <a:gdLst/>
              <a:ahLst/>
              <a:cxnLst/>
              <a:rect l="l" t="t" r="r" b="b"/>
              <a:pathLst>
                <a:path w="159105" h="225400">
                  <a:moveTo>
                    <a:pt x="53035" y="225400"/>
                  </a:moveTo>
                  <a:lnTo>
                    <a:pt x="53035" y="159106"/>
                  </a:lnTo>
                  <a:lnTo>
                    <a:pt x="0" y="0"/>
                  </a:lnTo>
                  <a:lnTo>
                    <a:pt x="159105" y="0"/>
                  </a:lnTo>
                  <a:lnTo>
                    <a:pt x="106070" y="159106"/>
                  </a:lnTo>
                  <a:lnTo>
                    <a:pt x="106070" y="225400"/>
                  </a:lnTo>
                  <a:close/>
                </a:path>
              </a:pathLst>
            </a:custGeom>
            <a:solidFill>
              <a:srgbClr val="3A3F47"/>
            </a:solidFill>
            <a:ln w="9525">
              <a:solidFill>
                <a:srgbClr val="9AA0A6"/>
              </a:solidFill>
            </a:ln>
          </p:spPr>
          <p:txBody>
            <a:bodyPr rtlCol="0" anchor="ctr"/>
            <a:lstStyle/>
            <a:p>
              <a:pPr algn="ctr"/>
            </a:p>
          </p:txBody>
        </p:sp>
        <p:sp>
          <p:nvSpPr>
            <p:cNvPr id="148" name="headlamp"/>
            <p:cNvSpPr/>
            <p:nvPr/>
          </p:nvSpPr>
          <p:spPr>
            <a:xfrm>
              <a:off x="7682212" y="3266694"/>
              <a:ext cx="99440" cy="99440"/>
            </a:xfrm>
            <a:prstGeom prst="ellipse">
              <a:avLst/>
            </a:prstGeom>
            <a:solidFill>
              <a:srgbClr val="F2C14E"/>
            </a:solidFill>
            <a:ln w="12700">
              <a:solidFill>
                <a:srgbClr val="F2F2F2"/>
              </a:solidFill>
            </a:ln>
          </p:spPr>
          <p:txBody>
            <a:bodyPr rtlCol="0" anchor="ctr"/>
            <a:lstStyle/>
            <a:p>
              <a:pPr algn="ctr"/>
            </a:p>
          </p:txBody>
        </p:sp>
        <p:sp>
          <p:nvSpPr>
            <p:cNvPr id="149" name="sand dome"/>
            <p:cNvSpPr/>
            <p:nvPr/>
          </p:nvSpPr>
          <p:spPr>
            <a:xfrm>
              <a:off x="6851108" y="3293211"/>
              <a:ext cx="119329" cy="79552"/>
            </a:xfrm>
            <a:prstGeom prst="roundRect">
              <a:avLst>
                <a:gd name="adj" fmla="val 33333"/>
              </a:avLst>
            </a:prstGeom>
            <a:solidFill>
              <a:srgbClr val="D6619B"/>
            </a:solidFill>
            <a:ln>
              <a:noFill/>
            </a:ln>
          </p:spPr>
          <p:txBody>
            <a:bodyPr rtlCol="0" anchor="ctr"/>
            <a:lstStyle/>
            <a:p>
              <a:pPr algn="ctr"/>
            </a:p>
          </p:txBody>
        </p:sp>
        <p:sp>
          <p:nvSpPr>
            <p:cNvPr id="150" name="steam dome"/>
            <p:cNvSpPr/>
            <p:nvPr/>
          </p:nvSpPr>
          <p:spPr>
            <a:xfrm>
              <a:off x="7187224" y="3279952"/>
              <a:ext cx="132588" cy="92811"/>
            </a:xfrm>
            <a:prstGeom prst="roundRect">
              <a:avLst>
                <a:gd name="adj" fmla="val 28571"/>
              </a:avLst>
            </a:prstGeom>
            <a:solidFill>
              <a:srgbClr val="D6619B"/>
            </a:solidFill>
            <a:ln>
              <a:noFill/>
            </a:ln>
          </p:spPr>
          <p:txBody>
            <a:bodyPr rtlCol="0" anchor="ctr"/>
            <a:lstStyle/>
            <a:p>
              <a:pPr algn="ctr"/>
            </a:p>
          </p:txBody>
        </p:sp>
        <p:sp>
          <p:nvSpPr>
            <p:cNvPr id="151" name="pilot"/>
            <p:cNvSpPr/>
            <p:nvPr/>
          </p:nvSpPr>
          <p:spPr>
            <a:xfrm>
              <a:off x="7721989" y="3790416"/>
              <a:ext cx="198882" cy="145847"/>
            </a:xfrm>
            <a:custGeom>
              <a:avLst/>
              <a:gdLst/>
              <a:ahLst/>
              <a:cxnLst/>
              <a:rect l="l" t="t" r="r" b="b"/>
              <a:pathLst>
                <a:path w="198882" h="145847">
                  <a:moveTo>
                    <a:pt x="0" y="0"/>
                  </a:moveTo>
                  <a:lnTo>
                    <a:pt x="198882" y="145847"/>
                  </a:lnTo>
                  <a:lnTo>
                    <a:pt x="0" y="145847"/>
                  </a:lnTo>
                  <a:close/>
                </a:path>
              </a:pathLst>
            </a:custGeom>
            <a:solidFill>
              <a:srgbClr val="3A3F47"/>
            </a:solidFill>
            <a:ln w="12700">
              <a:solidFill>
                <a:srgbClr val="9AA0A6"/>
              </a:solidFill>
            </a:ln>
          </p:spPr>
          <p:txBody>
            <a:bodyPr rtlCol="0" anchor="ctr"/>
            <a:lstStyle/>
            <a:p>
              <a:pPr algn="ctr"/>
            </a:p>
          </p:txBody>
        </p:sp>
        <p:sp>
          <p:nvSpPr>
            <p:cNvPr id="152" name="bell"/>
            <p:cNvSpPr/>
            <p:nvPr/>
          </p:nvSpPr>
          <p:spPr>
            <a:xfrm>
              <a:off x="7028819" y="3213658"/>
              <a:ext cx="39776" cy="79552"/>
            </a:xfrm>
            <a:prstGeom prst="rect">
              <a:avLst/>
            </a:prstGeom>
            <a:solidFill>
              <a:srgbClr val="9AA0A6"/>
            </a:solidFill>
            <a:ln>
              <a:noFill/>
            </a:ln>
          </p:spPr>
          <p:txBody>
            <a:bodyPr rtlCol="0" anchor="ctr"/>
            <a:lstStyle/>
            <a:p>
              <a:pPr algn="ctr"/>
            </a:p>
          </p:txBody>
        </p:sp>
        <p:sp>
          <p:nvSpPr>
            <p:cNvPr id="153" name="wheel"/>
            <p:cNvSpPr/>
            <p:nvPr/>
          </p:nvSpPr>
          <p:spPr>
            <a:xfrm>
              <a:off x="6315760" y="3744010"/>
              <a:ext cx="251917" cy="251917"/>
            </a:xfrm>
            <a:prstGeom prst="ellipse">
              <a:avLst/>
            </a:prstGeom>
            <a:solidFill>
              <a:srgbClr val="1B1D21"/>
            </a:solidFill>
            <a:ln w="19050">
              <a:solidFill>
                <a:srgbClr val="9AA0A6"/>
              </a:solidFill>
            </a:ln>
          </p:spPr>
          <p:txBody>
            <a:bodyPr rtlCol="0" anchor="ctr"/>
            <a:lstStyle/>
            <a:p>
              <a:pPr algn="ctr"/>
            </a:p>
          </p:txBody>
        </p:sp>
        <p:sp>
          <p:nvSpPr>
            <p:cNvPr id="154" name="hub"/>
            <p:cNvSpPr/>
            <p:nvPr/>
          </p:nvSpPr>
          <p:spPr>
            <a:xfrm>
              <a:off x="6408970" y="3837220"/>
              <a:ext cx="65498" cy="65498"/>
            </a:xfrm>
            <a:prstGeom prst="ellipse">
              <a:avLst/>
            </a:prstGeom>
            <a:solidFill>
              <a:srgbClr val="9AA0A6"/>
            </a:solidFill>
            <a:ln>
              <a:noFill/>
            </a:ln>
          </p:spPr>
          <p:txBody>
            <a:bodyPr rtlCol="0" anchor="ctr"/>
            <a:lstStyle/>
            <a:p>
              <a:pPr algn="ctr"/>
            </a:p>
          </p:txBody>
        </p:sp>
        <p:sp>
          <p:nvSpPr>
            <p:cNvPr id="155" name="wheel"/>
            <p:cNvSpPr/>
            <p:nvPr/>
          </p:nvSpPr>
          <p:spPr>
            <a:xfrm>
              <a:off x="6597908" y="3744010"/>
              <a:ext cx="251917" cy="251917"/>
            </a:xfrm>
            <a:prstGeom prst="ellipse">
              <a:avLst/>
            </a:prstGeom>
            <a:solidFill>
              <a:srgbClr val="1B1D21"/>
            </a:solidFill>
            <a:ln w="19050">
              <a:solidFill>
                <a:srgbClr val="9AA0A6"/>
              </a:solidFill>
            </a:ln>
          </p:spPr>
          <p:txBody>
            <a:bodyPr rtlCol="0" anchor="ctr"/>
            <a:lstStyle/>
            <a:p>
              <a:pPr algn="ctr"/>
            </a:p>
          </p:txBody>
        </p:sp>
        <p:sp>
          <p:nvSpPr>
            <p:cNvPr id="156" name="hub"/>
            <p:cNvSpPr/>
            <p:nvPr/>
          </p:nvSpPr>
          <p:spPr>
            <a:xfrm>
              <a:off x="6691117" y="3837220"/>
              <a:ext cx="65498" cy="65498"/>
            </a:xfrm>
            <a:prstGeom prst="ellipse">
              <a:avLst/>
            </a:prstGeom>
            <a:solidFill>
              <a:srgbClr val="9AA0A6"/>
            </a:solidFill>
            <a:ln>
              <a:noFill/>
            </a:ln>
          </p:spPr>
          <p:txBody>
            <a:bodyPr rtlCol="0" anchor="ctr"/>
            <a:lstStyle/>
            <a:p>
              <a:pPr algn="ctr"/>
            </a:p>
          </p:txBody>
        </p:sp>
        <p:sp>
          <p:nvSpPr>
            <p:cNvPr id="157" name="wheel"/>
            <p:cNvSpPr/>
            <p:nvPr/>
          </p:nvSpPr>
          <p:spPr>
            <a:xfrm>
              <a:off x="6880055" y="3744010"/>
              <a:ext cx="251917" cy="251917"/>
            </a:xfrm>
            <a:prstGeom prst="ellipse">
              <a:avLst/>
            </a:prstGeom>
            <a:solidFill>
              <a:srgbClr val="1B1D21"/>
            </a:solidFill>
            <a:ln w="19050">
              <a:solidFill>
                <a:srgbClr val="9AA0A6"/>
              </a:solidFill>
            </a:ln>
          </p:spPr>
          <p:txBody>
            <a:bodyPr rtlCol="0" anchor="ctr"/>
            <a:lstStyle/>
            <a:p>
              <a:pPr algn="ctr"/>
            </a:p>
          </p:txBody>
        </p:sp>
        <p:sp>
          <p:nvSpPr>
            <p:cNvPr id="158" name="hub"/>
            <p:cNvSpPr/>
            <p:nvPr/>
          </p:nvSpPr>
          <p:spPr>
            <a:xfrm>
              <a:off x="6973264" y="3837220"/>
              <a:ext cx="65498" cy="65498"/>
            </a:xfrm>
            <a:prstGeom prst="ellipse">
              <a:avLst/>
            </a:prstGeom>
            <a:solidFill>
              <a:srgbClr val="9AA0A6"/>
            </a:solidFill>
            <a:ln>
              <a:noFill/>
            </a:ln>
          </p:spPr>
          <p:txBody>
            <a:bodyPr rtlCol="0" anchor="ctr"/>
            <a:lstStyle/>
            <a:p>
              <a:pPr algn="ctr"/>
            </a:p>
          </p:txBody>
        </p:sp>
        <p:sp>
          <p:nvSpPr>
            <p:cNvPr id="159" name="wheel"/>
            <p:cNvSpPr/>
            <p:nvPr/>
          </p:nvSpPr>
          <p:spPr>
            <a:xfrm>
              <a:off x="7456813" y="3863340"/>
              <a:ext cx="132588" cy="132588"/>
            </a:xfrm>
            <a:prstGeom prst="ellipse">
              <a:avLst/>
            </a:prstGeom>
            <a:solidFill>
              <a:srgbClr val="1B1D21"/>
            </a:solidFill>
            <a:ln w="19050">
              <a:solidFill>
                <a:srgbClr val="9AA0A6"/>
              </a:solidFill>
            </a:ln>
          </p:spPr>
          <p:txBody>
            <a:bodyPr rtlCol="0" anchor="ctr"/>
            <a:lstStyle/>
            <a:p>
              <a:pPr algn="ctr"/>
            </a:p>
          </p:txBody>
        </p:sp>
        <p:sp>
          <p:nvSpPr>
            <p:cNvPr id="160" name="hub"/>
            <p:cNvSpPr/>
            <p:nvPr/>
          </p:nvSpPr>
          <p:spPr>
            <a:xfrm>
              <a:off x="7505870" y="3912397"/>
              <a:ext cx="34472" cy="34472"/>
            </a:xfrm>
            <a:prstGeom prst="ellipse">
              <a:avLst/>
            </a:prstGeom>
            <a:solidFill>
              <a:srgbClr val="9AA0A6"/>
            </a:solidFill>
            <a:ln>
              <a:noFill/>
            </a:ln>
          </p:spPr>
          <p:txBody>
            <a:bodyPr rtlCol="0" anchor="ctr"/>
            <a:lstStyle/>
            <a:p>
              <a:pPr algn="ctr"/>
            </a:p>
          </p:txBody>
        </p:sp>
        <p:sp>
          <p:nvSpPr>
            <p:cNvPr id="161" name="wheel"/>
            <p:cNvSpPr/>
            <p:nvPr/>
          </p:nvSpPr>
          <p:spPr>
            <a:xfrm>
              <a:off x="7602659" y="3863340"/>
              <a:ext cx="132588" cy="132588"/>
            </a:xfrm>
            <a:prstGeom prst="ellipse">
              <a:avLst/>
            </a:prstGeom>
            <a:solidFill>
              <a:srgbClr val="1B1D21"/>
            </a:solidFill>
            <a:ln w="19050">
              <a:solidFill>
                <a:srgbClr val="9AA0A6"/>
              </a:solidFill>
            </a:ln>
          </p:spPr>
          <p:txBody>
            <a:bodyPr rtlCol="0" anchor="ctr"/>
            <a:lstStyle/>
            <a:p>
              <a:pPr algn="ctr"/>
            </a:p>
          </p:txBody>
        </p:sp>
        <p:sp>
          <p:nvSpPr>
            <p:cNvPr id="162" name="hub"/>
            <p:cNvSpPr/>
            <p:nvPr/>
          </p:nvSpPr>
          <p:spPr>
            <a:xfrm>
              <a:off x="7651717" y="3912397"/>
              <a:ext cx="34472" cy="34472"/>
            </a:xfrm>
            <a:prstGeom prst="ellipse">
              <a:avLst/>
            </a:prstGeom>
            <a:solidFill>
              <a:srgbClr val="9AA0A6"/>
            </a:solidFill>
            <a:ln>
              <a:noFill/>
            </a:ln>
          </p:spPr>
          <p:txBody>
            <a:bodyPr rtlCol="0" anchor="ctr"/>
            <a:lstStyle/>
            <a:p>
              <a:pPr algn="ctr"/>
            </a:p>
          </p:txBody>
        </p:sp>
        <p:sp>
          <p:nvSpPr>
            <p:cNvPr id="163" name="coupling rod"/>
            <p:cNvSpPr/>
            <p:nvPr/>
          </p:nvSpPr>
          <p:spPr>
            <a:xfrm>
              <a:off x="6441719" y="3794394"/>
              <a:ext cx="564294" cy="18562"/>
            </a:xfrm>
            <a:prstGeom prst="rect">
              <a:avLst/>
            </a:prstGeom>
            <a:solidFill>
              <a:srgbClr val="D0D4D8"/>
            </a:solidFill>
            <a:ln>
              <a:noFill/>
            </a:ln>
          </p:spPr>
          <p:txBody>
            <a:bodyPr rtlCol="0" anchor="ctr"/>
            <a:lstStyle/>
            <a:p>
              <a:pPr algn="ctr"/>
            </a:p>
          </p:txBody>
        </p:sp>
        <p:sp>
          <p:nvSpPr>
            <p:cNvPr id="164" name="panel"/>
            <p:cNvSpPr/>
            <p:nvPr/>
          </p:nvSpPr>
          <p:spPr>
            <a:xfrm>
              <a:off x="8412480" y="297180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165" name="rail"/>
            <p:cNvSpPr/>
            <p:nvPr/>
          </p:nvSpPr>
          <p:spPr>
            <a:xfrm>
              <a:off x="8549640" y="3995928"/>
              <a:ext cx="2834640" cy="45720"/>
            </a:xfrm>
            <a:prstGeom prst="rect">
              <a:avLst/>
            </a:prstGeom>
            <a:solidFill>
              <a:srgbClr val="9AA0A6"/>
            </a:solidFill>
            <a:ln>
              <a:noFill/>
            </a:ln>
          </p:spPr>
          <p:txBody>
            <a:bodyPr rtlCol="0" anchor="ctr"/>
            <a:lstStyle/>
            <a:p>
              <a:pPr algn="ctr"/>
            </a:p>
          </p:txBody>
        </p:sp>
        <p:sp>
          <p:nvSpPr>
            <p:cNvPr id="166" name="tender frame"/>
            <p:cNvSpPr/>
            <p:nvPr/>
          </p:nvSpPr>
          <p:spPr>
            <a:xfrm>
              <a:off x="8780297" y="3803675"/>
              <a:ext cx="543610" cy="59664"/>
            </a:xfrm>
            <a:prstGeom prst="rect">
              <a:avLst/>
            </a:prstGeom>
            <a:solidFill>
              <a:srgbClr val="3A3F47"/>
            </a:solidFill>
            <a:ln w="9525">
              <a:solidFill>
                <a:srgbClr val="9AA0A6"/>
              </a:solidFill>
            </a:ln>
          </p:spPr>
          <p:txBody>
            <a:bodyPr rtlCol="0" anchor="ctr"/>
            <a:lstStyle/>
            <a:p>
              <a:pPr algn="ctr"/>
            </a:p>
          </p:txBody>
        </p:sp>
        <p:sp>
          <p:nvSpPr>
            <p:cNvPr id="167" name="tender body"/>
            <p:cNvSpPr/>
            <p:nvPr/>
          </p:nvSpPr>
          <p:spPr>
            <a:xfrm>
              <a:off x="8780297" y="3565017"/>
              <a:ext cx="543610" cy="238658"/>
            </a:xfrm>
            <a:prstGeom prst="roundRect">
              <a:avLst>
                <a:gd name="adj" fmla="val 2777"/>
              </a:avLst>
            </a:prstGeom>
            <a:solidFill>
              <a:srgbClr val="D9B26F"/>
            </a:solidFill>
            <a:ln>
              <a:noFill/>
            </a:ln>
          </p:spPr>
          <p:txBody>
            <a:bodyPr rtlCol="0" anchor="ctr"/>
            <a:lstStyle/>
            <a:p>
              <a:pPr algn="ctr"/>
            </a:p>
          </p:txBody>
        </p:sp>
        <p:sp>
          <p:nvSpPr>
            <p:cNvPr id="168" name="tender coal"/>
            <p:cNvSpPr/>
            <p:nvPr/>
          </p:nvSpPr>
          <p:spPr>
            <a:xfrm>
              <a:off x="8800185" y="3492093"/>
              <a:ext cx="503834" cy="92812"/>
            </a:xfrm>
            <a:custGeom>
              <a:avLst/>
              <a:gdLst/>
              <a:ahLst/>
              <a:cxnLst/>
              <a:rect l="l" t="t" r="r" b="b"/>
              <a:pathLst>
                <a:path w="503834" h="92812">
                  <a:moveTo>
                    <a:pt x="0" y="92812"/>
                  </a:moveTo>
                  <a:lnTo>
                    <a:pt x="99441" y="6630"/>
                  </a:lnTo>
                  <a:lnTo>
                    <a:pt x="298323" y="0"/>
                  </a:lnTo>
                  <a:lnTo>
                    <a:pt x="503834" y="92812"/>
                  </a:lnTo>
                  <a:close/>
                </a:path>
              </a:pathLst>
            </a:custGeom>
            <a:solidFill>
              <a:srgbClr val="1B1D21"/>
            </a:solidFill>
            <a:ln w="12700">
              <a:solidFill>
                <a:srgbClr val="6B7078"/>
              </a:solidFill>
            </a:ln>
          </p:spPr>
          <p:txBody>
            <a:bodyPr rtlCol="0" anchor="ctr"/>
            <a:lstStyle/>
            <a:p>
              <a:pPr algn="ctr"/>
            </a:p>
          </p:txBody>
        </p:sp>
        <p:sp>
          <p:nvSpPr>
            <p:cNvPr id="169" name="coupling"/>
            <p:cNvSpPr/>
            <p:nvPr/>
          </p:nvSpPr>
          <p:spPr>
            <a:xfrm>
              <a:off x="9323908" y="3724122"/>
              <a:ext cx="46405" cy="19888"/>
            </a:xfrm>
            <a:prstGeom prst="rect">
              <a:avLst/>
            </a:prstGeom>
            <a:solidFill>
              <a:srgbClr val="9AA0A6"/>
            </a:solidFill>
            <a:ln>
              <a:noFill/>
            </a:ln>
          </p:spPr>
          <p:txBody>
            <a:bodyPr rtlCol="0" anchor="ctr"/>
            <a:lstStyle/>
            <a:p>
              <a:pPr algn="ctr"/>
            </a:p>
          </p:txBody>
        </p:sp>
        <p:sp>
          <p:nvSpPr>
            <p:cNvPr id="170" name="wheel"/>
            <p:cNvSpPr/>
            <p:nvPr/>
          </p:nvSpPr>
          <p:spPr>
            <a:xfrm>
              <a:off x="8806815" y="3810304"/>
              <a:ext cx="185623" cy="185623"/>
            </a:xfrm>
            <a:prstGeom prst="ellipse">
              <a:avLst/>
            </a:prstGeom>
            <a:solidFill>
              <a:srgbClr val="1B1D21"/>
            </a:solidFill>
            <a:ln w="19050">
              <a:solidFill>
                <a:srgbClr val="9AA0A6"/>
              </a:solidFill>
            </a:ln>
          </p:spPr>
          <p:txBody>
            <a:bodyPr rtlCol="0" anchor="ctr"/>
            <a:lstStyle/>
            <a:p>
              <a:pPr algn="ctr"/>
            </a:p>
          </p:txBody>
        </p:sp>
        <p:sp>
          <p:nvSpPr>
            <p:cNvPr id="171" name="hub"/>
            <p:cNvSpPr/>
            <p:nvPr/>
          </p:nvSpPr>
          <p:spPr>
            <a:xfrm>
              <a:off x="8875495" y="3878985"/>
              <a:ext cx="48262" cy="48262"/>
            </a:xfrm>
            <a:prstGeom prst="ellipse">
              <a:avLst/>
            </a:prstGeom>
            <a:solidFill>
              <a:srgbClr val="9AA0A6"/>
            </a:solidFill>
            <a:ln>
              <a:noFill/>
            </a:ln>
          </p:spPr>
          <p:txBody>
            <a:bodyPr rtlCol="0" anchor="ctr"/>
            <a:lstStyle/>
            <a:p>
              <a:pPr algn="ctr"/>
            </a:p>
          </p:txBody>
        </p:sp>
        <p:sp>
          <p:nvSpPr>
            <p:cNvPr id="172" name="wheel"/>
            <p:cNvSpPr/>
            <p:nvPr/>
          </p:nvSpPr>
          <p:spPr>
            <a:xfrm>
              <a:off x="8965920" y="3810304"/>
              <a:ext cx="185623" cy="185623"/>
            </a:xfrm>
            <a:prstGeom prst="ellipse">
              <a:avLst/>
            </a:prstGeom>
            <a:solidFill>
              <a:srgbClr val="1B1D21"/>
            </a:solidFill>
            <a:ln w="19050">
              <a:solidFill>
                <a:srgbClr val="9AA0A6"/>
              </a:solidFill>
            </a:ln>
          </p:spPr>
          <p:txBody>
            <a:bodyPr rtlCol="0" anchor="ctr"/>
            <a:lstStyle/>
            <a:p>
              <a:pPr algn="ctr"/>
            </a:p>
          </p:txBody>
        </p:sp>
        <p:sp>
          <p:nvSpPr>
            <p:cNvPr id="173" name="hub"/>
            <p:cNvSpPr/>
            <p:nvPr/>
          </p:nvSpPr>
          <p:spPr>
            <a:xfrm>
              <a:off x="9034601" y="3878985"/>
              <a:ext cx="48262" cy="48262"/>
            </a:xfrm>
            <a:prstGeom prst="ellipse">
              <a:avLst/>
            </a:prstGeom>
            <a:solidFill>
              <a:srgbClr val="9AA0A6"/>
            </a:solidFill>
            <a:ln>
              <a:noFill/>
            </a:ln>
          </p:spPr>
          <p:txBody>
            <a:bodyPr rtlCol="0" anchor="ctr"/>
            <a:lstStyle/>
            <a:p>
              <a:pPr algn="ctr"/>
            </a:p>
          </p:txBody>
        </p:sp>
        <p:sp>
          <p:nvSpPr>
            <p:cNvPr id="174" name="wheel"/>
            <p:cNvSpPr/>
            <p:nvPr/>
          </p:nvSpPr>
          <p:spPr>
            <a:xfrm>
              <a:off x="9125026" y="3810304"/>
              <a:ext cx="185623" cy="185623"/>
            </a:xfrm>
            <a:prstGeom prst="ellipse">
              <a:avLst/>
            </a:prstGeom>
            <a:solidFill>
              <a:srgbClr val="1B1D21"/>
            </a:solidFill>
            <a:ln w="19050">
              <a:solidFill>
                <a:srgbClr val="9AA0A6"/>
              </a:solidFill>
            </a:ln>
          </p:spPr>
          <p:txBody>
            <a:bodyPr rtlCol="0" anchor="ctr"/>
            <a:lstStyle/>
            <a:p>
              <a:pPr algn="ctr"/>
            </a:p>
          </p:txBody>
        </p:sp>
        <p:sp>
          <p:nvSpPr>
            <p:cNvPr id="175" name="hub"/>
            <p:cNvSpPr/>
            <p:nvPr/>
          </p:nvSpPr>
          <p:spPr>
            <a:xfrm>
              <a:off x="9193706" y="3878985"/>
              <a:ext cx="48262" cy="48262"/>
            </a:xfrm>
            <a:prstGeom prst="ellipse">
              <a:avLst/>
            </a:prstGeom>
            <a:solidFill>
              <a:srgbClr val="9AA0A6"/>
            </a:solidFill>
            <a:ln>
              <a:noFill/>
            </a:ln>
          </p:spPr>
          <p:txBody>
            <a:bodyPr rtlCol="0" anchor="ctr"/>
            <a:lstStyle/>
            <a:p>
              <a:pPr algn="ctr"/>
            </a:p>
          </p:txBody>
        </p:sp>
        <p:sp>
          <p:nvSpPr>
            <p:cNvPr id="176" name="frame"/>
            <p:cNvSpPr/>
            <p:nvPr/>
          </p:nvSpPr>
          <p:spPr>
            <a:xfrm>
              <a:off x="9370313" y="3803675"/>
              <a:ext cx="1743532" cy="59664"/>
            </a:xfrm>
            <a:prstGeom prst="rect">
              <a:avLst/>
            </a:prstGeom>
            <a:solidFill>
              <a:srgbClr val="3A3F47"/>
            </a:solidFill>
            <a:ln w="9525">
              <a:solidFill>
                <a:srgbClr val="9AA0A6"/>
              </a:solidFill>
            </a:ln>
          </p:spPr>
          <p:txBody>
            <a:bodyPr rtlCol="0" anchor="ctr"/>
            <a:lstStyle/>
            <a:p>
              <a:pPr algn="ctr"/>
            </a:p>
          </p:txBody>
        </p:sp>
        <p:sp>
          <p:nvSpPr>
            <p:cNvPr id="177" name="cab"/>
            <p:cNvSpPr/>
            <p:nvPr/>
          </p:nvSpPr>
          <p:spPr>
            <a:xfrm>
              <a:off x="9370313" y="3439058"/>
              <a:ext cx="265176" cy="364617"/>
            </a:xfrm>
            <a:prstGeom prst="roundRect">
              <a:avLst>
                <a:gd name="adj" fmla="val 2500"/>
              </a:avLst>
            </a:prstGeom>
            <a:solidFill>
              <a:srgbClr val="D9B26F"/>
            </a:solidFill>
            <a:ln>
              <a:noFill/>
            </a:ln>
          </p:spPr>
          <p:txBody>
            <a:bodyPr rtlCol="0" anchor="ctr"/>
            <a:lstStyle/>
            <a:p>
              <a:pPr algn="ctr"/>
            </a:p>
          </p:txBody>
        </p:sp>
        <p:sp>
          <p:nvSpPr>
            <p:cNvPr id="178" name="cab roof"/>
            <p:cNvSpPr/>
            <p:nvPr/>
          </p:nvSpPr>
          <p:spPr>
            <a:xfrm>
              <a:off x="9350425" y="3386023"/>
              <a:ext cx="304952" cy="53035"/>
            </a:xfrm>
            <a:prstGeom prst="roundRect">
              <a:avLst>
                <a:gd name="adj" fmla="val 37500"/>
              </a:avLst>
            </a:prstGeom>
            <a:solidFill>
              <a:srgbClr val="3A3F47"/>
            </a:solidFill>
            <a:ln w="9525">
              <a:solidFill>
                <a:srgbClr val="9AA0A6"/>
              </a:solidFill>
            </a:ln>
          </p:spPr>
          <p:txBody>
            <a:bodyPr rtlCol="0" anchor="ctr"/>
            <a:lstStyle/>
            <a:p>
              <a:pPr algn="ctr"/>
            </a:p>
          </p:txBody>
        </p:sp>
        <p:sp>
          <p:nvSpPr>
            <p:cNvPr id="179" name="cab window"/>
            <p:cNvSpPr/>
            <p:nvPr/>
          </p:nvSpPr>
          <p:spPr>
            <a:xfrm>
              <a:off x="9436608" y="3492093"/>
              <a:ext cx="119329" cy="119329"/>
            </a:xfrm>
            <a:prstGeom prst="rect">
              <a:avLst/>
            </a:prstGeom>
            <a:solidFill>
              <a:srgbClr val="1B1D21"/>
            </a:solidFill>
            <a:ln>
              <a:noFill/>
            </a:ln>
          </p:spPr>
          <p:txBody>
            <a:bodyPr rtlCol="0" anchor="ctr"/>
            <a:lstStyle/>
            <a:p>
              <a:pPr algn="ctr"/>
            </a:p>
          </p:txBody>
        </p:sp>
        <p:sp>
          <p:nvSpPr>
            <p:cNvPr id="180" name="boiler"/>
            <p:cNvSpPr/>
            <p:nvPr/>
          </p:nvSpPr>
          <p:spPr>
            <a:xfrm>
              <a:off x="9635490" y="3472205"/>
              <a:ext cx="1345768" cy="265176"/>
            </a:xfrm>
            <a:prstGeom prst="roundRect">
              <a:avLst>
                <a:gd name="adj" fmla="val 25000"/>
              </a:avLst>
            </a:prstGeom>
            <a:solidFill>
              <a:srgbClr val="D9B26F"/>
            </a:solidFill>
            <a:ln>
              <a:noFill/>
            </a:ln>
          </p:spPr>
          <p:txBody>
            <a:bodyPr rtlCol="0" anchor="ctr"/>
            <a:lstStyle/>
            <a:p>
              <a:pPr algn="ctr"/>
            </a:p>
          </p:txBody>
        </p:sp>
        <p:sp>
          <p:nvSpPr>
            <p:cNvPr id="181" name="boiler band"/>
            <p:cNvSpPr/>
            <p:nvPr/>
          </p:nvSpPr>
          <p:spPr>
            <a:xfrm>
              <a:off x="10039220" y="3472205"/>
              <a:ext cx="9281" cy="265176"/>
            </a:xfrm>
            <a:prstGeom prst="rect">
              <a:avLst/>
            </a:prstGeom>
            <a:solidFill>
              <a:srgbClr val="9C804F"/>
            </a:solidFill>
            <a:ln>
              <a:noFill/>
            </a:ln>
          </p:spPr>
          <p:txBody>
            <a:bodyPr rtlCol="0" anchor="ctr"/>
            <a:lstStyle/>
            <a:p>
              <a:pPr algn="ctr"/>
            </a:p>
          </p:txBody>
        </p:sp>
        <p:sp>
          <p:nvSpPr>
            <p:cNvPr id="182" name="boiler band"/>
            <p:cNvSpPr/>
            <p:nvPr/>
          </p:nvSpPr>
          <p:spPr>
            <a:xfrm>
              <a:off x="10375662" y="3472205"/>
              <a:ext cx="9281" cy="265176"/>
            </a:xfrm>
            <a:prstGeom prst="rect">
              <a:avLst/>
            </a:prstGeom>
            <a:solidFill>
              <a:srgbClr val="9C804F"/>
            </a:solidFill>
            <a:ln>
              <a:noFill/>
            </a:ln>
          </p:spPr>
          <p:txBody>
            <a:bodyPr rtlCol="0" anchor="ctr"/>
            <a:lstStyle/>
            <a:p>
              <a:pPr algn="ctr"/>
            </a:p>
          </p:txBody>
        </p:sp>
        <p:sp>
          <p:nvSpPr>
            <p:cNvPr id="183" name="boiler band"/>
            <p:cNvSpPr/>
            <p:nvPr/>
          </p:nvSpPr>
          <p:spPr>
            <a:xfrm>
              <a:off x="10712104" y="3472205"/>
              <a:ext cx="9281" cy="265176"/>
            </a:xfrm>
            <a:prstGeom prst="rect">
              <a:avLst/>
            </a:prstGeom>
            <a:solidFill>
              <a:srgbClr val="9C804F"/>
            </a:solidFill>
            <a:ln>
              <a:noFill/>
            </a:ln>
          </p:spPr>
          <p:txBody>
            <a:bodyPr rtlCol="0" anchor="ctr"/>
            <a:lstStyle/>
            <a:p>
              <a:pPr algn="ctr"/>
            </a:p>
          </p:txBody>
        </p:sp>
        <p:sp>
          <p:nvSpPr>
            <p:cNvPr id="184" name="smokebox"/>
            <p:cNvSpPr/>
            <p:nvPr/>
          </p:nvSpPr>
          <p:spPr>
            <a:xfrm>
              <a:off x="10981258" y="3472205"/>
              <a:ext cx="132588" cy="265176"/>
            </a:xfrm>
            <a:prstGeom prst="roundRect">
              <a:avLst>
                <a:gd name="adj" fmla="val 12000"/>
              </a:avLst>
            </a:prstGeom>
            <a:solidFill>
              <a:srgbClr val="4A515B"/>
            </a:solidFill>
            <a:ln>
              <a:noFill/>
            </a:ln>
          </p:spPr>
          <p:txBody>
            <a:bodyPr rtlCol="0" anchor="ctr"/>
            <a:lstStyle/>
            <a:p>
              <a:pPr algn="ctr"/>
            </a:p>
          </p:txBody>
        </p:sp>
        <p:sp>
          <p:nvSpPr>
            <p:cNvPr id="185" name="chimney"/>
            <p:cNvSpPr/>
            <p:nvPr/>
          </p:nvSpPr>
          <p:spPr>
            <a:xfrm>
              <a:off x="11021034" y="3293211"/>
              <a:ext cx="53035" cy="178993"/>
            </a:xfrm>
            <a:prstGeom prst="rect">
              <a:avLst/>
            </a:prstGeom>
            <a:solidFill>
              <a:srgbClr val="3A3F47"/>
            </a:solidFill>
            <a:ln w="9525">
              <a:solidFill>
                <a:srgbClr val="9AA0A6"/>
              </a:solidFill>
            </a:ln>
          </p:spPr>
          <p:txBody>
            <a:bodyPr rtlCol="0" anchor="ctr"/>
            <a:lstStyle/>
            <a:p>
              <a:pPr algn="ctr"/>
            </a:p>
          </p:txBody>
        </p:sp>
        <p:sp>
          <p:nvSpPr>
            <p:cNvPr id="186" name="smoke deflector"/>
            <p:cNvSpPr/>
            <p:nvPr/>
          </p:nvSpPr>
          <p:spPr>
            <a:xfrm>
              <a:off x="10808893" y="3306470"/>
              <a:ext cx="159106" cy="225400"/>
            </a:xfrm>
            <a:custGeom>
              <a:avLst/>
              <a:gdLst/>
              <a:ahLst/>
              <a:cxnLst/>
              <a:rect l="l" t="t" r="r" b="b"/>
              <a:pathLst>
                <a:path w="159106" h="225400">
                  <a:moveTo>
                    <a:pt x="0" y="225400"/>
                  </a:moveTo>
                  <a:lnTo>
                    <a:pt x="159106" y="225400"/>
                  </a:lnTo>
                  <a:lnTo>
                    <a:pt x="159106" y="0"/>
                  </a:lnTo>
                  <a:lnTo>
                    <a:pt x="26518" y="39776"/>
                  </a:lnTo>
                  <a:close/>
                </a:path>
              </a:pathLst>
            </a:custGeom>
            <a:solidFill>
              <a:srgbClr val="3A3F47"/>
            </a:solidFill>
            <a:ln w="12700">
              <a:solidFill>
                <a:srgbClr val="9AA0A6"/>
              </a:solidFill>
            </a:ln>
          </p:spPr>
          <p:txBody>
            <a:bodyPr rtlCol="0" anchor="ctr"/>
            <a:lstStyle/>
            <a:p>
              <a:pPr algn="ctr"/>
            </a:p>
          </p:txBody>
        </p:sp>
        <p:sp>
          <p:nvSpPr>
            <p:cNvPr id="187" name="lamp"/>
            <p:cNvSpPr/>
            <p:nvPr/>
          </p:nvSpPr>
          <p:spPr>
            <a:xfrm>
              <a:off x="11080699" y="3704234"/>
              <a:ext cx="66294" cy="66294"/>
            </a:xfrm>
            <a:prstGeom prst="ellipse">
              <a:avLst/>
            </a:prstGeom>
            <a:solidFill>
              <a:srgbClr val="F2C14E"/>
            </a:solidFill>
            <a:ln>
              <a:noFill/>
            </a:ln>
          </p:spPr>
          <p:txBody>
            <a:bodyPr rtlCol="0" anchor="ctr"/>
            <a:lstStyle/>
            <a:p>
              <a:pPr algn="ctr"/>
            </a:p>
          </p:txBody>
        </p:sp>
        <p:sp>
          <p:nvSpPr>
            <p:cNvPr id="188" name="dome"/>
            <p:cNvSpPr/>
            <p:nvPr/>
          </p:nvSpPr>
          <p:spPr>
            <a:xfrm>
              <a:off x="10173797" y="3399282"/>
              <a:ext cx="119329" cy="72923"/>
            </a:xfrm>
            <a:prstGeom prst="roundRect">
              <a:avLst>
                <a:gd name="adj" fmla="val 36363"/>
              </a:avLst>
            </a:prstGeom>
            <a:solidFill>
              <a:srgbClr val="D9B26F"/>
            </a:solidFill>
            <a:ln>
              <a:noFill/>
            </a:ln>
          </p:spPr>
          <p:txBody>
            <a:bodyPr rtlCol="0" anchor="ctr"/>
            <a:lstStyle/>
            <a:p>
              <a:pPr algn="ctr"/>
            </a:p>
          </p:txBody>
        </p:sp>
        <p:sp>
          <p:nvSpPr>
            <p:cNvPr id="189" name="wheel"/>
            <p:cNvSpPr/>
            <p:nvPr/>
          </p:nvSpPr>
          <p:spPr>
            <a:xfrm>
              <a:off x="9390202" y="3730752"/>
              <a:ext cx="265176" cy="265176"/>
            </a:xfrm>
            <a:prstGeom prst="ellipse">
              <a:avLst/>
            </a:prstGeom>
            <a:solidFill>
              <a:srgbClr val="1B1D21"/>
            </a:solidFill>
            <a:ln w="19050">
              <a:solidFill>
                <a:srgbClr val="9AA0A6"/>
              </a:solidFill>
            </a:ln>
          </p:spPr>
          <p:txBody>
            <a:bodyPr rtlCol="0" anchor="ctr"/>
            <a:lstStyle/>
            <a:p>
              <a:pPr algn="ctr"/>
            </a:p>
          </p:txBody>
        </p:sp>
        <p:sp>
          <p:nvSpPr>
            <p:cNvPr id="190" name="hub"/>
            <p:cNvSpPr/>
            <p:nvPr/>
          </p:nvSpPr>
          <p:spPr>
            <a:xfrm>
              <a:off x="9488317" y="3828867"/>
              <a:ext cx="68945" cy="68945"/>
            </a:xfrm>
            <a:prstGeom prst="ellipse">
              <a:avLst/>
            </a:prstGeom>
            <a:solidFill>
              <a:srgbClr val="9AA0A6"/>
            </a:solidFill>
            <a:ln>
              <a:noFill/>
            </a:ln>
          </p:spPr>
          <p:txBody>
            <a:bodyPr rtlCol="0" anchor="ctr"/>
            <a:lstStyle/>
            <a:p>
              <a:pPr algn="ctr"/>
            </a:p>
          </p:txBody>
        </p:sp>
        <p:sp>
          <p:nvSpPr>
            <p:cNvPr id="191" name="wheel"/>
            <p:cNvSpPr/>
            <p:nvPr/>
          </p:nvSpPr>
          <p:spPr>
            <a:xfrm>
              <a:off x="9688525" y="3730752"/>
              <a:ext cx="265176" cy="265176"/>
            </a:xfrm>
            <a:prstGeom prst="ellipse">
              <a:avLst/>
            </a:prstGeom>
            <a:solidFill>
              <a:srgbClr val="1B1D21"/>
            </a:solidFill>
            <a:ln w="19050">
              <a:solidFill>
                <a:srgbClr val="9AA0A6"/>
              </a:solidFill>
            </a:ln>
          </p:spPr>
          <p:txBody>
            <a:bodyPr rtlCol="0" anchor="ctr"/>
            <a:lstStyle/>
            <a:p>
              <a:pPr algn="ctr"/>
            </a:p>
          </p:txBody>
        </p:sp>
        <p:sp>
          <p:nvSpPr>
            <p:cNvPr id="192" name="hub"/>
            <p:cNvSpPr/>
            <p:nvPr/>
          </p:nvSpPr>
          <p:spPr>
            <a:xfrm>
              <a:off x="9786640" y="3828867"/>
              <a:ext cx="68945" cy="68945"/>
            </a:xfrm>
            <a:prstGeom prst="ellipse">
              <a:avLst/>
            </a:prstGeom>
            <a:solidFill>
              <a:srgbClr val="9AA0A6"/>
            </a:solidFill>
            <a:ln>
              <a:noFill/>
            </a:ln>
          </p:spPr>
          <p:txBody>
            <a:bodyPr rtlCol="0" anchor="ctr"/>
            <a:lstStyle/>
            <a:p>
              <a:pPr algn="ctr"/>
            </a:p>
          </p:txBody>
        </p:sp>
        <p:sp>
          <p:nvSpPr>
            <p:cNvPr id="193" name="wheel"/>
            <p:cNvSpPr/>
            <p:nvPr/>
          </p:nvSpPr>
          <p:spPr>
            <a:xfrm>
              <a:off x="9986848" y="3730752"/>
              <a:ext cx="265176" cy="265176"/>
            </a:xfrm>
            <a:prstGeom prst="ellipse">
              <a:avLst/>
            </a:prstGeom>
            <a:solidFill>
              <a:srgbClr val="1B1D21"/>
            </a:solidFill>
            <a:ln w="19050">
              <a:solidFill>
                <a:srgbClr val="9AA0A6"/>
              </a:solidFill>
            </a:ln>
          </p:spPr>
          <p:txBody>
            <a:bodyPr rtlCol="0" anchor="ctr"/>
            <a:lstStyle/>
            <a:p>
              <a:pPr algn="ctr"/>
            </a:p>
          </p:txBody>
        </p:sp>
        <p:sp>
          <p:nvSpPr>
            <p:cNvPr id="194" name="hub"/>
            <p:cNvSpPr/>
            <p:nvPr/>
          </p:nvSpPr>
          <p:spPr>
            <a:xfrm>
              <a:off x="10084963" y="3828867"/>
              <a:ext cx="68945" cy="68945"/>
            </a:xfrm>
            <a:prstGeom prst="ellipse">
              <a:avLst/>
            </a:prstGeom>
            <a:solidFill>
              <a:srgbClr val="9AA0A6"/>
            </a:solidFill>
            <a:ln>
              <a:noFill/>
            </a:ln>
          </p:spPr>
          <p:txBody>
            <a:bodyPr rtlCol="0" anchor="ctr"/>
            <a:lstStyle/>
            <a:p>
              <a:pPr algn="ctr"/>
            </a:p>
          </p:txBody>
        </p:sp>
        <p:sp>
          <p:nvSpPr>
            <p:cNvPr id="195" name="wheel"/>
            <p:cNvSpPr/>
            <p:nvPr/>
          </p:nvSpPr>
          <p:spPr>
            <a:xfrm>
              <a:off x="10285171" y="3730752"/>
              <a:ext cx="265176" cy="265176"/>
            </a:xfrm>
            <a:prstGeom prst="ellipse">
              <a:avLst/>
            </a:prstGeom>
            <a:solidFill>
              <a:srgbClr val="1B1D21"/>
            </a:solidFill>
            <a:ln w="19050">
              <a:solidFill>
                <a:srgbClr val="9AA0A6"/>
              </a:solidFill>
            </a:ln>
          </p:spPr>
          <p:txBody>
            <a:bodyPr rtlCol="0" anchor="ctr"/>
            <a:lstStyle/>
            <a:p>
              <a:pPr algn="ctr"/>
            </a:p>
          </p:txBody>
        </p:sp>
        <p:sp>
          <p:nvSpPr>
            <p:cNvPr id="196" name="hub"/>
            <p:cNvSpPr/>
            <p:nvPr/>
          </p:nvSpPr>
          <p:spPr>
            <a:xfrm>
              <a:off x="10383286" y="3828867"/>
              <a:ext cx="68945" cy="68945"/>
            </a:xfrm>
            <a:prstGeom prst="ellipse">
              <a:avLst/>
            </a:prstGeom>
            <a:solidFill>
              <a:srgbClr val="9AA0A6"/>
            </a:solidFill>
            <a:ln>
              <a:noFill/>
            </a:ln>
          </p:spPr>
          <p:txBody>
            <a:bodyPr rtlCol="0" anchor="ctr"/>
            <a:lstStyle/>
            <a:p>
              <a:pPr algn="ctr"/>
            </a:p>
          </p:txBody>
        </p:sp>
        <p:sp>
          <p:nvSpPr>
            <p:cNvPr id="197" name="wheel"/>
            <p:cNvSpPr/>
            <p:nvPr/>
          </p:nvSpPr>
          <p:spPr>
            <a:xfrm>
              <a:off x="10649788" y="3850081"/>
              <a:ext cx="145846" cy="145846"/>
            </a:xfrm>
            <a:prstGeom prst="ellipse">
              <a:avLst/>
            </a:prstGeom>
            <a:solidFill>
              <a:srgbClr val="1B1D21"/>
            </a:solidFill>
            <a:ln w="19050">
              <a:solidFill>
                <a:srgbClr val="9AA0A6"/>
              </a:solidFill>
            </a:ln>
          </p:spPr>
          <p:txBody>
            <a:bodyPr rtlCol="0" anchor="ctr"/>
            <a:lstStyle/>
            <a:p>
              <a:pPr algn="ctr"/>
            </a:p>
          </p:txBody>
        </p:sp>
        <p:sp>
          <p:nvSpPr>
            <p:cNvPr id="198" name="hub"/>
            <p:cNvSpPr/>
            <p:nvPr/>
          </p:nvSpPr>
          <p:spPr>
            <a:xfrm>
              <a:off x="10703751" y="3904044"/>
              <a:ext cx="37920" cy="37920"/>
            </a:xfrm>
            <a:prstGeom prst="ellipse">
              <a:avLst/>
            </a:prstGeom>
            <a:solidFill>
              <a:srgbClr val="9AA0A6"/>
            </a:solidFill>
            <a:ln>
              <a:noFill/>
            </a:ln>
          </p:spPr>
          <p:txBody>
            <a:bodyPr rtlCol="0" anchor="ctr"/>
            <a:lstStyle/>
            <a:p>
              <a:pPr algn="ctr"/>
            </a:p>
          </p:txBody>
        </p:sp>
        <p:sp>
          <p:nvSpPr>
            <p:cNvPr id="199" name="coupling rod"/>
            <p:cNvSpPr/>
            <p:nvPr/>
          </p:nvSpPr>
          <p:spPr>
            <a:xfrm>
              <a:off x="9522790" y="3787764"/>
              <a:ext cx="894968" cy="18562"/>
            </a:xfrm>
            <a:prstGeom prst="rect">
              <a:avLst/>
            </a:prstGeom>
            <a:solidFill>
              <a:srgbClr val="D0D4D8"/>
            </a:solidFill>
            <a:ln>
              <a:noFill/>
            </a:ln>
          </p:spPr>
          <p:txBody>
            <a:bodyPr rtlCol="0" anchor="ctr"/>
            <a:lstStyle/>
            <a:p>
              <a:pPr algn="ctr"/>
            </a:p>
          </p:txBody>
        </p:sp>
        <p:sp>
          <p:nvSpPr>
            <p:cNvPr id="200" name="buffer beam"/>
            <p:cNvSpPr/>
            <p:nvPr/>
          </p:nvSpPr>
          <p:spPr>
            <a:xfrm>
              <a:off x="11113846" y="3744010"/>
              <a:ext cx="39776" cy="119329"/>
            </a:xfrm>
            <a:prstGeom prst="rect">
              <a:avLst/>
            </a:prstGeom>
            <a:solidFill>
              <a:srgbClr val="9AA0A6"/>
            </a:solidFill>
            <a:ln>
              <a:noFill/>
            </a:ln>
          </p:spPr>
          <p:txBody>
            <a:bodyPr rtlCol="0" anchor="ctr"/>
            <a:lstStyle/>
            <a:p>
              <a:pPr algn="ctr"/>
            </a:p>
          </p:txBody>
        </p:sp>
        <p:sp>
          <p:nvSpPr>
            <p:cNvPr id="201" name="row heading"/>
            <p:cNvSpPr txBox="1"/>
            <p:nvPr/>
          </p:nvSpPr>
          <p:spPr>
            <a:xfrm>
              <a:off x="548640" y="4251960"/>
              <a:ext cx="1417320" cy="1207008"/>
            </a:xfrm>
            <a:prstGeom prst="rect">
              <a:avLst/>
            </a:prstGeom>
            <a:noFill/>
          </p:spPr>
          <p:txBody>
            <a:bodyPr wrap="square" anchor="ctr" lIns="18288" tIns="9144" rIns="18288" bIns="9144">
              <a:noAutofit/>
            </a:bodyPr>
            <a:lstStyle/>
            <a:p>
              <a:pPr algn="l"/>
              <a:r>
                <a:rPr sz="2000" b="1" i="0" lang="en-GB">
                  <a:solidFill>
                    <a:srgbClr val="F2F2F2"/>
                  </a:solidFill>
                  <a:latin typeface="Arial"/>
                </a:rPr>
                <a:t>Large</a:t>
              </a:r>
            </a:p>
          </p:txBody>
        </p:sp>
        <p:sp>
          <p:nvSpPr>
            <p:cNvPr id="202" name="panel"/>
            <p:cNvSpPr/>
            <p:nvPr/>
          </p:nvSpPr>
          <p:spPr>
            <a:xfrm>
              <a:off x="2011680" y="425196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203" name="rail"/>
            <p:cNvSpPr/>
            <p:nvPr/>
          </p:nvSpPr>
          <p:spPr>
            <a:xfrm>
              <a:off x="2148840" y="5276088"/>
              <a:ext cx="2834640" cy="45720"/>
            </a:xfrm>
            <a:prstGeom prst="rect">
              <a:avLst/>
            </a:prstGeom>
            <a:solidFill>
              <a:srgbClr val="9AA0A6"/>
            </a:solidFill>
            <a:ln>
              <a:noFill/>
            </a:ln>
          </p:spPr>
          <p:txBody>
            <a:bodyPr rtlCol="0" anchor="ctr"/>
            <a:lstStyle/>
            <a:p>
              <a:pPr algn="ctr"/>
            </a:p>
          </p:txBody>
        </p:sp>
        <p:sp>
          <p:nvSpPr>
            <p:cNvPr id="204" name="tender frame"/>
            <p:cNvSpPr/>
            <p:nvPr/>
          </p:nvSpPr>
          <p:spPr>
            <a:xfrm>
              <a:off x="2227021" y="5083835"/>
              <a:ext cx="543610" cy="59664"/>
            </a:xfrm>
            <a:prstGeom prst="rect">
              <a:avLst/>
            </a:prstGeom>
            <a:solidFill>
              <a:srgbClr val="3A3F47"/>
            </a:solidFill>
            <a:ln w="9525">
              <a:solidFill>
                <a:srgbClr val="9AA0A6"/>
              </a:solidFill>
            </a:ln>
          </p:spPr>
          <p:txBody>
            <a:bodyPr rtlCol="0" anchor="ctr"/>
            <a:lstStyle/>
            <a:p>
              <a:pPr algn="ctr"/>
            </a:p>
          </p:txBody>
        </p:sp>
        <p:sp>
          <p:nvSpPr>
            <p:cNvPr id="205" name="tender body"/>
            <p:cNvSpPr/>
            <p:nvPr/>
          </p:nvSpPr>
          <p:spPr>
            <a:xfrm>
              <a:off x="2227021" y="4865065"/>
              <a:ext cx="543610" cy="218770"/>
            </a:xfrm>
            <a:prstGeom prst="roundRect">
              <a:avLst>
                <a:gd name="adj" fmla="val 3030"/>
              </a:avLst>
            </a:prstGeom>
            <a:solidFill>
              <a:srgbClr val="2BB5B0"/>
            </a:solidFill>
            <a:ln>
              <a:noFill/>
            </a:ln>
          </p:spPr>
          <p:txBody>
            <a:bodyPr rtlCol="0" anchor="ctr"/>
            <a:lstStyle/>
            <a:p>
              <a:pPr algn="ctr"/>
            </a:p>
          </p:txBody>
        </p:sp>
        <p:sp>
          <p:nvSpPr>
            <p:cNvPr id="206" name="tender coal"/>
            <p:cNvSpPr/>
            <p:nvPr/>
          </p:nvSpPr>
          <p:spPr>
            <a:xfrm>
              <a:off x="2246909" y="4772253"/>
              <a:ext cx="503834" cy="92812"/>
            </a:xfrm>
            <a:custGeom>
              <a:avLst/>
              <a:gdLst/>
              <a:ahLst/>
              <a:cxnLst/>
              <a:rect l="l" t="t" r="r" b="b"/>
              <a:pathLst>
                <a:path w="503834" h="92812">
                  <a:moveTo>
                    <a:pt x="0" y="92812"/>
                  </a:moveTo>
                  <a:lnTo>
                    <a:pt x="99441" y="6630"/>
                  </a:lnTo>
                  <a:lnTo>
                    <a:pt x="298323" y="0"/>
                  </a:lnTo>
                  <a:lnTo>
                    <a:pt x="503834" y="92812"/>
                  </a:lnTo>
                  <a:close/>
                </a:path>
              </a:pathLst>
            </a:custGeom>
            <a:solidFill>
              <a:srgbClr val="1B1D21"/>
            </a:solidFill>
            <a:ln w="12700">
              <a:solidFill>
                <a:srgbClr val="6B7078"/>
              </a:solidFill>
            </a:ln>
          </p:spPr>
          <p:txBody>
            <a:bodyPr rtlCol="0" anchor="ctr"/>
            <a:lstStyle/>
            <a:p>
              <a:pPr algn="ctr"/>
            </a:p>
          </p:txBody>
        </p:sp>
        <p:sp>
          <p:nvSpPr>
            <p:cNvPr id="207" name="coupling"/>
            <p:cNvSpPr/>
            <p:nvPr/>
          </p:nvSpPr>
          <p:spPr>
            <a:xfrm>
              <a:off x="2770632" y="5004282"/>
              <a:ext cx="46405" cy="19888"/>
            </a:xfrm>
            <a:prstGeom prst="rect">
              <a:avLst/>
            </a:prstGeom>
            <a:solidFill>
              <a:srgbClr val="9AA0A6"/>
            </a:solidFill>
            <a:ln>
              <a:noFill/>
            </a:ln>
          </p:spPr>
          <p:txBody>
            <a:bodyPr rtlCol="0" anchor="ctr"/>
            <a:lstStyle/>
            <a:p>
              <a:pPr algn="ctr"/>
            </a:p>
          </p:txBody>
        </p:sp>
        <p:sp>
          <p:nvSpPr>
            <p:cNvPr id="208" name="wheel"/>
            <p:cNvSpPr/>
            <p:nvPr/>
          </p:nvSpPr>
          <p:spPr>
            <a:xfrm>
              <a:off x="2266797" y="5090464"/>
              <a:ext cx="185623" cy="185623"/>
            </a:xfrm>
            <a:prstGeom prst="ellipse">
              <a:avLst/>
            </a:prstGeom>
            <a:solidFill>
              <a:srgbClr val="1B1D21"/>
            </a:solidFill>
            <a:ln w="19050">
              <a:solidFill>
                <a:srgbClr val="9AA0A6"/>
              </a:solidFill>
            </a:ln>
          </p:spPr>
          <p:txBody>
            <a:bodyPr rtlCol="0" anchor="ctr"/>
            <a:lstStyle/>
            <a:p>
              <a:pPr algn="ctr"/>
            </a:p>
          </p:txBody>
        </p:sp>
        <p:sp>
          <p:nvSpPr>
            <p:cNvPr id="209" name="hub"/>
            <p:cNvSpPr/>
            <p:nvPr/>
          </p:nvSpPr>
          <p:spPr>
            <a:xfrm>
              <a:off x="2335478" y="5159145"/>
              <a:ext cx="48262" cy="48262"/>
            </a:xfrm>
            <a:prstGeom prst="ellipse">
              <a:avLst/>
            </a:prstGeom>
            <a:solidFill>
              <a:srgbClr val="9AA0A6"/>
            </a:solidFill>
            <a:ln>
              <a:noFill/>
            </a:ln>
          </p:spPr>
          <p:txBody>
            <a:bodyPr rtlCol="0" anchor="ctr"/>
            <a:lstStyle/>
            <a:p>
              <a:pPr algn="ctr"/>
            </a:p>
          </p:txBody>
        </p:sp>
        <p:sp>
          <p:nvSpPr>
            <p:cNvPr id="210" name="wheel"/>
            <p:cNvSpPr/>
            <p:nvPr/>
          </p:nvSpPr>
          <p:spPr>
            <a:xfrm>
              <a:off x="2545232" y="5090464"/>
              <a:ext cx="185623" cy="185623"/>
            </a:xfrm>
            <a:prstGeom prst="ellipse">
              <a:avLst/>
            </a:prstGeom>
            <a:solidFill>
              <a:srgbClr val="1B1D21"/>
            </a:solidFill>
            <a:ln w="19050">
              <a:solidFill>
                <a:srgbClr val="9AA0A6"/>
              </a:solidFill>
            </a:ln>
          </p:spPr>
          <p:txBody>
            <a:bodyPr rtlCol="0" anchor="ctr"/>
            <a:lstStyle/>
            <a:p>
              <a:pPr algn="ctr"/>
            </a:p>
          </p:txBody>
        </p:sp>
        <p:sp>
          <p:nvSpPr>
            <p:cNvPr id="211" name="hub"/>
            <p:cNvSpPr/>
            <p:nvPr/>
          </p:nvSpPr>
          <p:spPr>
            <a:xfrm>
              <a:off x="2613912" y="5159145"/>
              <a:ext cx="48262" cy="48262"/>
            </a:xfrm>
            <a:prstGeom prst="ellipse">
              <a:avLst/>
            </a:prstGeom>
            <a:solidFill>
              <a:srgbClr val="9AA0A6"/>
            </a:solidFill>
            <a:ln>
              <a:noFill/>
            </a:ln>
          </p:spPr>
          <p:txBody>
            <a:bodyPr rtlCol="0" anchor="ctr"/>
            <a:lstStyle/>
            <a:p>
              <a:pPr algn="ctr"/>
            </a:p>
          </p:txBody>
        </p:sp>
        <p:sp>
          <p:nvSpPr>
            <p:cNvPr id="212" name="frame"/>
            <p:cNvSpPr/>
            <p:nvPr/>
          </p:nvSpPr>
          <p:spPr>
            <a:xfrm>
              <a:off x="2817037" y="5083835"/>
              <a:ext cx="2041855" cy="59664"/>
            </a:xfrm>
            <a:prstGeom prst="rect">
              <a:avLst/>
            </a:prstGeom>
            <a:solidFill>
              <a:srgbClr val="3A3F47"/>
            </a:solidFill>
            <a:ln w="9525">
              <a:solidFill>
                <a:srgbClr val="9AA0A6"/>
              </a:solidFill>
            </a:ln>
          </p:spPr>
          <p:txBody>
            <a:bodyPr rtlCol="0" anchor="ctr"/>
            <a:lstStyle/>
            <a:p>
              <a:pPr algn="ctr"/>
            </a:p>
          </p:txBody>
        </p:sp>
        <p:sp>
          <p:nvSpPr>
            <p:cNvPr id="213" name="cab"/>
            <p:cNvSpPr/>
            <p:nvPr/>
          </p:nvSpPr>
          <p:spPr>
            <a:xfrm>
              <a:off x="2817037" y="4719218"/>
              <a:ext cx="265176" cy="364617"/>
            </a:xfrm>
            <a:prstGeom prst="roundRect">
              <a:avLst>
                <a:gd name="adj" fmla="val 2500"/>
              </a:avLst>
            </a:prstGeom>
            <a:solidFill>
              <a:srgbClr val="2BB5B0"/>
            </a:solidFill>
            <a:ln>
              <a:noFill/>
            </a:ln>
          </p:spPr>
          <p:txBody>
            <a:bodyPr rtlCol="0" anchor="ctr"/>
            <a:lstStyle/>
            <a:p>
              <a:pPr algn="ctr"/>
            </a:p>
          </p:txBody>
        </p:sp>
        <p:sp>
          <p:nvSpPr>
            <p:cNvPr id="214" name="cab roof"/>
            <p:cNvSpPr/>
            <p:nvPr/>
          </p:nvSpPr>
          <p:spPr>
            <a:xfrm>
              <a:off x="2803779" y="4686071"/>
              <a:ext cx="291693" cy="33147"/>
            </a:xfrm>
            <a:prstGeom prst="rect">
              <a:avLst/>
            </a:prstGeom>
            <a:solidFill>
              <a:srgbClr val="3A3F47"/>
            </a:solidFill>
            <a:ln w="9525">
              <a:solidFill>
                <a:srgbClr val="9AA0A6"/>
              </a:solidFill>
            </a:ln>
          </p:spPr>
          <p:txBody>
            <a:bodyPr rtlCol="0" anchor="ctr"/>
            <a:lstStyle/>
            <a:p>
              <a:pPr algn="ctr"/>
            </a:p>
          </p:txBody>
        </p:sp>
        <p:sp>
          <p:nvSpPr>
            <p:cNvPr id="215" name="cab window"/>
            <p:cNvSpPr/>
            <p:nvPr/>
          </p:nvSpPr>
          <p:spPr>
            <a:xfrm>
              <a:off x="2883331" y="4772253"/>
              <a:ext cx="119329" cy="119329"/>
            </a:xfrm>
            <a:prstGeom prst="rect">
              <a:avLst/>
            </a:prstGeom>
            <a:solidFill>
              <a:srgbClr val="1B1D21"/>
            </a:solidFill>
            <a:ln>
              <a:noFill/>
            </a:ln>
          </p:spPr>
          <p:txBody>
            <a:bodyPr rtlCol="0" anchor="ctr"/>
            <a:lstStyle/>
            <a:p>
              <a:pPr algn="ctr"/>
            </a:p>
          </p:txBody>
        </p:sp>
        <p:sp>
          <p:nvSpPr>
            <p:cNvPr id="216" name="boiler"/>
            <p:cNvSpPr/>
            <p:nvPr/>
          </p:nvSpPr>
          <p:spPr>
            <a:xfrm>
              <a:off x="3082213" y="4752365"/>
              <a:ext cx="1644091" cy="265176"/>
            </a:xfrm>
            <a:prstGeom prst="roundRect">
              <a:avLst>
                <a:gd name="adj" fmla="val 25000"/>
              </a:avLst>
            </a:prstGeom>
            <a:solidFill>
              <a:srgbClr val="2BB5B0"/>
            </a:solidFill>
            <a:ln>
              <a:noFill/>
            </a:ln>
          </p:spPr>
          <p:txBody>
            <a:bodyPr rtlCol="0" anchor="ctr"/>
            <a:lstStyle/>
            <a:p>
              <a:pPr algn="ctr"/>
            </a:p>
          </p:txBody>
        </p:sp>
        <p:sp>
          <p:nvSpPr>
            <p:cNvPr id="217" name="boiler band"/>
            <p:cNvSpPr/>
            <p:nvPr/>
          </p:nvSpPr>
          <p:spPr>
            <a:xfrm>
              <a:off x="3575441" y="4752365"/>
              <a:ext cx="9281" cy="265176"/>
            </a:xfrm>
            <a:prstGeom prst="rect">
              <a:avLst/>
            </a:prstGeom>
            <a:solidFill>
              <a:srgbClr val="1E827E"/>
            </a:solidFill>
            <a:ln>
              <a:noFill/>
            </a:ln>
          </p:spPr>
          <p:txBody>
            <a:bodyPr rtlCol="0" anchor="ctr"/>
            <a:lstStyle/>
            <a:p>
              <a:pPr algn="ctr"/>
            </a:p>
          </p:txBody>
        </p:sp>
        <p:sp>
          <p:nvSpPr>
            <p:cNvPr id="218" name="boiler band"/>
            <p:cNvSpPr/>
            <p:nvPr/>
          </p:nvSpPr>
          <p:spPr>
            <a:xfrm>
              <a:off x="3986463" y="4752365"/>
              <a:ext cx="9281" cy="265176"/>
            </a:xfrm>
            <a:prstGeom prst="rect">
              <a:avLst/>
            </a:prstGeom>
            <a:solidFill>
              <a:srgbClr val="1E827E"/>
            </a:solidFill>
            <a:ln>
              <a:noFill/>
            </a:ln>
          </p:spPr>
          <p:txBody>
            <a:bodyPr rtlCol="0" anchor="ctr"/>
            <a:lstStyle/>
            <a:p>
              <a:pPr algn="ctr"/>
            </a:p>
          </p:txBody>
        </p:sp>
        <p:sp>
          <p:nvSpPr>
            <p:cNvPr id="219" name="boiler band"/>
            <p:cNvSpPr/>
            <p:nvPr/>
          </p:nvSpPr>
          <p:spPr>
            <a:xfrm>
              <a:off x="4397486" y="4752365"/>
              <a:ext cx="9281" cy="265176"/>
            </a:xfrm>
            <a:prstGeom prst="rect">
              <a:avLst/>
            </a:prstGeom>
            <a:solidFill>
              <a:srgbClr val="1E827E"/>
            </a:solidFill>
            <a:ln>
              <a:noFill/>
            </a:ln>
          </p:spPr>
          <p:txBody>
            <a:bodyPr rtlCol="0" anchor="ctr"/>
            <a:lstStyle/>
            <a:p>
              <a:pPr algn="ctr"/>
            </a:p>
          </p:txBody>
        </p:sp>
        <p:sp>
          <p:nvSpPr>
            <p:cNvPr id="220" name="smokebox"/>
            <p:cNvSpPr/>
            <p:nvPr/>
          </p:nvSpPr>
          <p:spPr>
            <a:xfrm>
              <a:off x="4726305" y="4752365"/>
              <a:ext cx="132588" cy="265176"/>
            </a:xfrm>
            <a:prstGeom prst="roundRect">
              <a:avLst>
                <a:gd name="adj" fmla="val 12000"/>
              </a:avLst>
            </a:prstGeom>
            <a:solidFill>
              <a:srgbClr val="4A515B"/>
            </a:solidFill>
            <a:ln>
              <a:noFill/>
            </a:ln>
          </p:spPr>
          <p:txBody>
            <a:bodyPr rtlCol="0" anchor="ctr"/>
            <a:lstStyle/>
            <a:p>
              <a:pPr algn="ctr"/>
            </a:p>
          </p:txBody>
        </p:sp>
        <p:sp>
          <p:nvSpPr>
            <p:cNvPr id="221" name="chimney"/>
            <p:cNvSpPr/>
            <p:nvPr/>
          </p:nvSpPr>
          <p:spPr>
            <a:xfrm>
              <a:off x="4752822" y="4613148"/>
              <a:ext cx="79552" cy="139217"/>
            </a:xfrm>
            <a:prstGeom prst="rect">
              <a:avLst/>
            </a:prstGeom>
            <a:solidFill>
              <a:srgbClr val="3A3F47"/>
            </a:solidFill>
            <a:ln w="9525">
              <a:solidFill>
                <a:srgbClr val="9AA0A6"/>
              </a:solidFill>
            </a:ln>
          </p:spPr>
          <p:txBody>
            <a:bodyPr rtlCol="0" anchor="ctr"/>
            <a:lstStyle/>
            <a:p>
              <a:pPr algn="ctr"/>
            </a:p>
          </p:txBody>
        </p:sp>
        <p:sp>
          <p:nvSpPr>
            <p:cNvPr id="222" name="chimney lip"/>
            <p:cNvSpPr/>
            <p:nvPr/>
          </p:nvSpPr>
          <p:spPr>
            <a:xfrm>
              <a:off x="4732934" y="4593259"/>
              <a:ext cx="119329" cy="33147"/>
            </a:xfrm>
            <a:prstGeom prst="rect">
              <a:avLst/>
            </a:prstGeom>
            <a:solidFill>
              <a:srgbClr val="3A3F47"/>
            </a:solidFill>
            <a:ln w="9525">
              <a:solidFill>
                <a:srgbClr val="9AA0A6"/>
              </a:solidFill>
            </a:ln>
          </p:spPr>
          <p:txBody>
            <a:bodyPr rtlCol="0" anchor="ctr"/>
            <a:lstStyle/>
            <a:p>
              <a:pPr algn="ctr"/>
            </a:p>
          </p:txBody>
        </p:sp>
        <p:sp>
          <p:nvSpPr>
            <p:cNvPr id="223" name="dome"/>
            <p:cNvSpPr/>
            <p:nvPr/>
          </p:nvSpPr>
          <p:spPr>
            <a:xfrm>
              <a:off x="3739850" y="4679442"/>
              <a:ext cx="119329" cy="72923"/>
            </a:xfrm>
            <a:prstGeom prst="roundRect">
              <a:avLst>
                <a:gd name="adj" fmla="val 36363"/>
              </a:avLst>
            </a:prstGeom>
            <a:solidFill>
              <a:srgbClr val="2BB5B0"/>
            </a:solidFill>
            <a:ln>
              <a:noFill/>
            </a:ln>
          </p:spPr>
          <p:txBody>
            <a:bodyPr rtlCol="0" anchor="ctr"/>
            <a:lstStyle/>
            <a:p>
              <a:pPr algn="ctr"/>
            </a:p>
          </p:txBody>
        </p:sp>
        <p:sp>
          <p:nvSpPr>
            <p:cNvPr id="224" name="wheel"/>
            <p:cNvSpPr/>
            <p:nvPr/>
          </p:nvSpPr>
          <p:spPr>
            <a:xfrm>
              <a:off x="2836926" y="5010912"/>
              <a:ext cx="265176" cy="265176"/>
            </a:xfrm>
            <a:prstGeom prst="ellipse">
              <a:avLst/>
            </a:prstGeom>
            <a:solidFill>
              <a:srgbClr val="1B1D21"/>
            </a:solidFill>
            <a:ln w="19050">
              <a:solidFill>
                <a:srgbClr val="9AA0A6"/>
              </a:solidFill>
            </a:ln>
          </p:spPr>
          <p:txBody>
            <a:bodyPr rtlCol="0" anchor="ctr"/>
            <a:lstStyle/>
            <a:p>
              <a:pPr algn="ctr"/>
            </a:p>
          </p:txBody>
        </p:sp>
        <p:sp>
          <p:nvSpPr>
            <p:cNvPr id="225" name="hub"/>
            <p:cNvSpPr/>
            <p:nvPr/>
          </p:nvSpPr>
          <p:spPr>
            <a:xfrm>
              <a:off x="2935041" y="5109027"/>
              <a:ext cx="68945" cy="68945"/>
            </a:xfrm>
            <a:prstGeom prst="ellipse">
              <a:avLst/>
            </a:prstGeom>
            <a:solidFill>
              <a:srgbClr val="9AA0A6"/>
            </a:solidFill>
            <a:ln>
              <a:noFill/>
            </a:ln>
          </p:spPr>
          <p:txBody>
            <a:bodyPr rtlCol="0" anchor="ctr"/>
            <a:lstStyle/>
            <a:p>
              <a:pPr algn="ctr"/>
            </a:p>
          </p:txBody>
        </p:sp>
        <p:sp>
          <p:nvSpPr>
            <p:cNvPr id="226" name="wheel"/>
            <p:cNvSpPr/>
            <p:nvPr/>
          </p:nvSpPr>
          <p:spPr>
            <a:xfrm>
              <a:off x="3135249" y="5010912"/>
              <a:ext cx="265176" cy="265176"/>
            </a:xfrm>
            <a:prstGeom prst="ellipse">
              <a:avLst/>
            </a:prstGeom>
            <a:solidFill>
              <a:srgbClr val="1B1D21"/>
            </a:solidFill>
            <a:ln w="19050">
              <a:solidFill>
                <a:srgbClr val="9AA0A6"/>
              </a:solidFill>
            </a:ln>
          </p:spPr>
          <p:txBody>
            <a:bodyPr rtlCol="0" anchor="ctr"/>
            <a:lstStyle/>
            <a:p>
              <a:pPr algn="ctr"/>
            </a:p>
          </p:txBody>
        </p:sp>
        <p:sp>
          <p:nvSpPr>
            <p:cNvPr id="227" name="hub"/>
            <p:cNvSpPr/>
            <p:nvPr/>
          </p:nvSpPr>
          <p:spPr>
            <a:xfrm>
              <a:off x="3233364" y="5109027"/>
              <a:ext cx="68945" cy="68945"/>
            </a:xfrm>
            <a:prstGeom prst="ellipse">
              <a:avLst/>
            </a:prstGeom>
            <a:solidFill>
              <a:srgbClr val="9AA0A6"/>
            </a:solidFill>
            <a:ln>
              <a:noFill/>
            </a:ln>
          </p:spPr>
          <p:txBody>
            <a:bodyPr rtlCol="0" anchor="ctr"/>
            <a:lstStyle/>
            <a:p>
              <a:pPr algn="ctr"/>
            </a:p>
          </p:txBody>
        </p:sp>
        <p:sp>
          <p:nvSpPr>
            <p:cNvPr id="228" name="wheel"/>
            <p:cNvSpPr/>
            <p:nvPr/>
          </p:nvSpPr>
          <p:spPr>
            <a:xfrm>
              <a:off x="3433572" y="5010912"/>
              <a:ext cx="265176" cy="265176"/>
            </a:xfrm>
            <a:prstGeom prst="ellipse">
              <a:avLst/>
            </a:prstGeom>
            <a:solidFill>
              <a:srgbClr val="1B1D21"/>
            </a:solidFill>
            <a:ln w="19050">
              <a:solidFill>
                <a:srgbClr val="9AA0A6"/>
              </a:solidFill>
            </a:ln>
          </p:spPr>
          <p:txBody>
            <a:bodyPr rtlCol="0" anchor="ctr"/>
            <a:lstStyle/>
            <a:p>
              <a:pPr algn="ctr"/>
            </a:p>
          </p:txBody>
        </p:sp>
        <p:sp>
          <p:nvSpPr>
            <p:cNvPr id="229" name="hub"/>
            <p:cNvSpPr/>
            <p:nvPr/>
          </p:nvSpPr>
          <p:spPr>
            <a:xfrm>
              <a:off x="3531687" y="5109027"/>
              <a:ext cx="68945" cy="68945"/>
            </a:xfrm>
            <a:prstGeom prst="ellipse">
              <a:avLst/>
            </a:prstGeom>
            <a:solidFill>
              <a:srgbClr val="9AA0A6"/>
            </a:solidFill>
            <a:ln>
              <a:noFill/>
            </a:ln>
          </p:spPr>
          <p:txBody>
            <a:bodyPr rtlCol="0" anchor="ctr"/>
            <a:lstStyle/>
            <a:p>
              <a:pPr algn="ctr"/>
            </a:p>
          </p:txBody>
        </p:sp>
        <p:sp>
          <p:nvSpPr>
            <p:cNvPr id="230" name="wheel"/>
            <p:cNvSpPr/>
            <p:nvPr/>
          </p:nvSpPr>
          <p:spPr>
            <a:xfrm>
              <a:off x="3731895" y="5010912"/>
              <a:ext cx="265176" cy="265176"/>
            </a:xfrm>
            <a:prstGeom prst="ellipse">
              <a:avLst/>
            </a:prstGeom>
            <a:solidFill>
              <a:srgbClr val="1B1D21"/>
            </a:solidFill>
            <a:ln w="19050">
              <a:solidFill>
                <a:srgbClr val="9AA0A6"/>
              </a:solidFill>
            </a:ln>
          </p:spPr>
          <p:txBody>
            <a:bodyPr rtlCol="0" anchor="ctr"/>
            <a:lstStyle/>
            <a:p>
              <a:pPr algn="ctr"/>
            </a:p>
          </p:txBody>
        </p:sp>
        <p:sp>
          <p:nvSpPr>
            <p:cNvPr id="231" name="hub"/>
            <p:cNvSpPr/>
            <p:nvPr/>
          </p:nvSpPr>
          <p:spPr>
            <a:xfrm>
              <a:off x="3830010" y="5109027"/>
              <a:ext cx="68945" cy="68945"/>
            </a:xfrm>
            <a:prstGeom prst="ellipse">
              <a:avLst/>
            </a:prstGeom>
            <a:solidFill>
              <a:srgbClr val="9AA0A6"/>
            </a:solidFill>
            <a:ln>
              <a:noFill/>
            </a:ln>
          </p:spPr>
          <p:txBody>
            <a:bodyPr rtlCol="0" anchor="ctr"/>
            <a:lstStyle/>
            <a:p>
              <a:pPr algn="ctr"/>
            </a:p>
          </p:txBody>
        </p:sp>
        <p:sp>
          <p:nvSpPr>
            <p:cNvPr id="232" name="wheel"/>
            <p:cNvSpPr/>
            <p:nvPr/>
          </p:nvSpPr>
          <p:spPr>
            <a:xfrm>
              <a:off x="4030218" y="5010912"/>
              <a:ext cx="265176" cy="265176"/>
            </a:xfrm>
            <a:prstGeom prst="ellipse">
              <a:avLst/>
            </a:prstGeom>
            <a:solidFill>
              <a:srgbClr val="1B1D21"/>
            </a:solidFill>
            <a:ln w="19050">
              <a:solidFill>
                <a:srgbClr val="9AA0A6"/>
              </a:solidFill>
            </a:ln>
          </p:spPr>
          <p:txBody>
            <a:bodyPr rtlCol="0" anchor="ctr"/>
            <a:lstStyle/>
            <a:p>
              <a:pPr algn="ctr"/>
            </a:p>
          </p:txBody>
        </p:sp>
        <p:sp>
          <p:nvSpPr>
            <p:cNvPr id="233" name="hub"/>
            <p:cNvSpPr/>
            <p:nvPr/>
          </p:nvSpPr>
          <p:spPr>
            <a:xfrm>
              <a:off x="4128333" y="5109027"/>
              <a:ext cx="68945" cy="68945"/>
            </a:xfrm>
            <a:prstGeom prst="ellipse">
              <a:avLst/>
            </a:prstGeom>
            <a:solidFill>
              <a:srgbClr val="9AA0A6"/>
            </a:solidFill>
            <a:ln>
              <a:noFill/>
            </a:ln>
          </p:spPr>
          <p:txBody>
            <a:bodyPr rtlCol="0" anchor="ctr"/>
            <a:lstStyle/>
            <a:p>
              <a:pPr algn="ctr"/>
            </a:p>
          </p:txBody>
        </p:sp>
        <p:sp>
          <p:nvSpPr>
            <p:cNvPr id="234" name="wheel"/>
            <p:cNvSpPr/>
            <p:nvPr/>
          </p:nvSpPr>
          <p:spPr>
            <a:xfrm>
              <a:off x="4394834" y="5130241"/>
              <a:ext cx="145846" cy="145846"/>
            </a:xfrm>
            <a:prstGeom prst="ellipse">
              <a:avLst/>
            </a:prstGeom>
            <a:solidFill>
              <a:srgbClr val="1B1D21"/>
            </a:solidFill>
            <a:ln w="19050">
              <a:solidFill>
                <a:srgbClr val="9AA0A6"/>
              </a:solidFill>
            </a:ln>
          </p:spPr>
          <p:txBody>
            <a:bodyPr rtlCol="0" anchor="ctr"/>
            <a:lstStyle/>
            <a:p>
              <a:pPr algn="ctr"/>
            </a:p>
          </p:txBody>
        </p:sp>
        <p:sp>
          <p:nvSpPr>
            <p:cNvPr id="235" name="hub"/>
            <p:cNvSpPr/>
            <p:nvPr/>
          </p:nvSpPr>
          <p:spPr>
            <a:xfrm>
              <a:off x="4448798" y="5184204"/>
              <a:ext cx="37920" cy="37920"/>
            </a:xfrm>
            <a:prstGeom prst="ellipse">
              <a:avLst/>
            </a:prstGeom>
            <a:solidFill>
              <a:srgbClr val="9AA0A6"/>
            </a:solidFill>
            <a:ln>
              <a:noFill/>
            </a:ln>
          </p:spPr>
          <p:txBody>
            <a:bodyPr rtlCol="0" anchor="ctr"/>
            <a:lstStyle/>
            <a:p>
              <a:pPr algn="ctr"/>
            </a:p>
          </p:txBody>
        </p:sp>
        <p:sp>
          <p:nvSpPr>
            <p:cNvPr id="236" name="coupling rod"/>
            <p:cNvSpPr/>
            <p:nvPr/>
          </p:nvSpPr>
          <p:spPr>
            <a:xfrm>
              <a:off x="2969514" y="5067924"/>
              <a:ext cx="1193292" cy="18562"/>
            </a:xfrm>
            <a:prstGeom prst="rect">
              <a:avLst/>
            </a:prstGeom>
            <a:solidFill>
              <a:srgbClr val="D0D4D8"/>
            </a:solidFill>
            <a:ln>
              <a:noFill/>
            </a:ln>
          </p:spPr>
          <p:txBody>
            <a:bodyPr rtlCol="0" anchor="ctr"/>
            <a:lstStyle/>
            <a:p>
              <a:pPr algn="ctr"/>
            </a:p>
          </p:txBody>
        </p:sp>
        <p:sp>
          <p:nvSpPr>
            <p:cNvPr id="237" name="buffer beam"/>
            <p:cNvSpPr/>
            <p:nvPr/>
          </p:nvSpPr>
          <p:spPr>
            <a:xfrm>
              <a:off x="4858893" y="5024170"/>
              <a:ext cx="39776" cy="119329"/>
            </a:xfrm>
            <a:prstGeom prst="rect">
              <a:avLst/>
            </a:prstGeom>
            <a:solidFill>
              <a:srgbClr val="9AA0A6"/>
            </a:solidFill>
            <a:ln>
              <a:noFill/>
            </a:ln>
          </p:spPr>
          <p:txBody>
            <a:bodyPr rtlCol="0" anchor="ctr"/>
            <a:lstStyle/>
            <a:p>
              <a:pPr algn="ctr"/>
            </a:p>
          </p:txBody>
        </p:sp>
        <p:sp>
          <p:nvSpPr>
            <p:cNvPr id="238" name="panel"/>
            <p:cNvSpPr/>
            <p:nvPr/>
          </p:nvSpPr>
          <p:spPr>
            <a:xfrm>
              <a:off x="5212080" y="425196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239" name="rail"/>
            <p:cNvSpPr/>
            <p:nvPr/>
          </p:nvSpPr>
          <p:spPr>
            <a:xfrm>
              <a:off x="5349240" y="5276088"/>
              <a:ext cx="2834640" cy="45720"/>
            </a:xfrm>
            <a:prstGeom prst="rect">
              <a:avLst/>
            </a:prstGeom>
            <a:solidFill>
              <a:srgbClr val="9AA0A6"/>
            </a:solidFill>
            <a:ln>
              <a:noFill/>
            </a:ln>
          </p:spPr>
          <p:txBody>
            <a:bodyPr rtlCol="0" anchor="ctr"/>
            <a:lstStyle/>
            <a:p>
              <a:pPr algn="ctr"/>
            </a:p>
          </p:txBody>
        </p:sp>
        <p:sp>
          <p:nvSpPr>
            <p:cNvPr id="240" name="tender frame"/>
            <p:cNvSpPr/>
            <p:nvPr/>
          </p:nvSpPr>
          <p:spPr>
            <a:xfrm>
              <a:off x="5420791" y="5063947"/>
              <a:ext cx="609904" cy="59664"/>
            </a:xfrm>
            <a:prstGeom prst="rect">
              <a:avLst/>
            </a:prstGeom>
            <a:solidFill>
              <a:srgbClr val="3A3F47"/>
            </a:solidFill>
            <a:ln w="9525">
              <a:solidFill>
                <a:srgbClr val="9AA0A6"/>
              </a:solidFill>
            </a:ln>
          </p:spPr>
          <p:txBody>
            <a:bodyPr rtlCol="0" anchor="ctr"/>
            <a:lstStyle/>
            <a:p>
              <a:pPr algn="ctr"/>
            </a:p>
          </p:txBody>
        </p:sp>
        <p:sp>
          <p:nvSpPr>
            <p:cNvPr id="241" name="tender body"/>
            <p:cNvSpPr/>
            <p:nvPr/>
          </p:nvSpPr>
          <p:spPr>
            <a:xfrm>
              <a:off x="5420791" y="4798771"/>
              <a:ext cx="609904" cy="265176"/>
            </a:xfrm>
            <a:prstGeom prst="roundRect">
              <a:avLst>
                <a:gd name="adj" fmla="val 2500"/>
              </a:avLst>
            </a:prstGeom>
            <a:solidFill>
              <a:srgbClr val="D6619B"/>
            </a:solidFill>
            <a:ln>
              <a:noFill/>
            </a:ln>
          </p:spPr>
          <p:txBody>
            <a:bodyPr rtlCol="0" anchor="ctr"/>
            <a:lstStyle/>
            <a:p>
              <a:pPr algn="ctr"/>
            </a:p>
          </p:txBody>
        </p:sp>
        <p:sp>
          <p:nvSpPr>
            <p:cNvPr id="242" name="tender coal"/>
            <p:cNvSpPr/>
            <p:nvPr/>
          </p:nvSpPr>
          <p:spPr>
            <a:xfrm>
              <a:off x="5440680" y="4712589"/>
              <a:ext cx="570128" cy="86182"/>
            </a:xfrm>
            <a:custGeom>
              <a:avLst/>
              <a:gdLst/>
              <a:ahLst/>
              <a:cxnLst/>
              <a:rect l="l" t="t" r="r" b="b"/>
              <a:pathLst>
                <a:path w="570128" h="86182">
                  <a:moveTo>
                    <a:pt x="0" y="86182"/>
                  </a:moveTo>
                  <a:lnTo>
                    <a:pt x="99441" y="6629"/>
                  </a:lnTo>
                  <a:lnTo>
                    <a:pt x="324840" y="0"/>
                  </a:lnTo>
                  <a:lnTo>
                    <a:pt x="570128" y="86182"/>
                  </a:lnTo>
                  <a:close/>
                </a:path>
              </a:pathLst>
            </a:custGeom>
            <a:solidFill>
              <a:srgbClr val="1B1D21"/>
            </a:solidFill>
            <a:ln w="12700">
              <a:solidFill>
                <a:srgbClr val="6B7078"/>
              </a:solidFill>
            </a:ln>
          </p:spPr>
          <p:txBody>
            <a:bodyPr rtlCol="0" anchor="ctr"/>
            <a:lstStyle/>
            <a:p>
              <a:pPr algn="ctr"/>
            </a:p>
          </p:txBody>
        </p:sp>
        <p:sp>
          <p:nvSpPr>
            <p:cNvPr id="243" name="coupling"/>
            <p:cNvSpPr/>
            <p:nvPr/>
          </p:nvSpPr>
          <p:spPr>
            <a:xfrm>
              <a:off x="6030696" y="4964506"/>
              <a:ext cx="53035" cy="19888"/>
            </a:xfrm>
            <a:prstGeom prst="rect">
              <a:avLst/>
            </a:prstGeom>
            <a:solidFill>
              <a:srgbClr val="9AA0A6"/>
            </a:solidFill>
            <a:ln>
              <a:noFill/>
            </a:ln>
          </p:spPr>
          <p:txBody>
            <a:bodyPr rtlCol="0" anchor="ctr"/>
            <a:lstStyle/>
            <a:p>
              <a:pPr algn="ctr"/>
            </a:p>
          </p:txBody>
        </p:sp>
        <p:sp>
          <p:nvSpPr>
            <p:cNvPr id="244" name="wheel"/>
            <p:cNvSpPr/>
            <p:nvPr/>
          </p:nvSpPr>
          <p:spPr>
            <a:xfrm>
              <a:off x="5460568" y="5116982"/>
              <a:ext cx="159105" cy="159105"/>
            </a:xfrm>
            <a:prstGeom prst="ellipse">
              <a:avLst/>
            </a:prstGeom>
            <a:solidFill>
              <a:srgbClr val="1B1D21"/>
            </a:solidFill>
            <a:ln w="19050">
              <a:solidFill>
                <a:srgbClr val="9AA0A6"/>
              </a:solidFill>
            </a:ln>
          </p:spPr>
          <p:txBody>
            <a:bodyPr rtlCol="0" anchor="ctr"/>
            <a:lstStyle/>
            <a:p>
              <a:pPr algn="ctr"/>
            </a:p>
          </p:txBody>
        </p:sp>
        <p:sp>
          <p:nvSpPr>
            <p:cNvPr id="245" name="hub"/>
            <p:cNvSpPr/>
            <p:nvPr/>
          </p:nvSpPr>
          <p:spPr>
            <a:xfrm>
              <a:off x="5519437" y="5175851"/>
              <a:ext cx="41367" cy="41367"/>
            </a:xfrm>
            <a:prstGeom prst="ellipse">
              <a:avLst/>
            </a:prstGeom>
            <a:solidFill>
              <a:srgbClr val="9AA0A6"/>
            </a:solidFill>
            <a:ln>
              <a:noFill/>
            </a:ln>
          </p:spPr>
          <p:txBody>
            <a:bodyPr rtlCol="0" anchor="ctr"/>
            <a:lstStyle/>
            <a:p>
              <a:pPr algn="ctr"/>
            </a:p>
          </p:txBody>
        </p:sp>
        <p:sp>
          <p:nvSpPr>
            <p:cNvPr id="246" name="wheel"/>
            <p:cNvSpPr/>
            <p:nvPr/>
          </p:nvSpPr>
          <p:spPr>
            <a:xfrm>
              <a:off x="5593156" y="5116982"/>
              <a:ext cx="159105" cy="159105"/>
            </a:xfrm>
            <a:prstGeom prst="ellipse">
              <a:avLst/>
            </a:prstGeom>
            <a:solidFill>
              <a:srgbClr val="1B1D21"/>
            </a:solidFill>
            <a:ln w="19050">
              <a:solidFill>
                <a:srgbClr val="9AA0A6"/>
              </a:solidFill>
            </a:ln>
          </p:spPr>
          <p:txBody>
            <a:bodyPr rtlCol="0" anchor="ctr"/>
            <a:lstStyle/>
            <a:p>
              <a:pPr algn="ctr"/>
            </a:p>
          </p:txBody>
        </p:sp>
        <p:sp>
          <p:nvSpPr>
            <p:cNvPr id="247" name="hub"/>
            <p:cNvSpPr/>
            <p:nvPr/>
          </p:nvSpPr>
          <p:spPr>
            <a:xfrm>
              <a:off x="5652025" y="5175851"/>
              <a:ext cx="41367" cy="41367"/>
            </a:xfrm>
            <a:prstGeom prst="ellipse">
              <a:avLst/>
            </a:prstGeom>
            <a:solidFill>
              <a:srgbClr val="9AA0A6"/>
            </a:solidFill>
            <a:ln>
              <a:noFill/>
            </a:ln>
          </p:spPr>
          <p:txBody>
            <a:bodyPr rtlCol="0" anchor="ctr"/>
            <a:lstStyle/>
            <a:p>
              <a:pPr algn="ctr"/>
            </a:p>
          </p:txBody>
        </p:sp>
        <p:sp>
          <p:nvSpPr>
            <p:cNvPr id="248" name="wheel"/>
            <p:cNvSpPr/>
            <p:nvPr/>
          </p:nvSpPr>
          <p:spPr>
            <a:xfrm>
              <a:off x="5699226" y="5116982"/>
              <a:ext cx="159105" cy="159105"/>
            </a:xfrm>
            <a:prstGeom prst="ellipse">
              <a:avLst/>
            </a:prstGeom>
            <a:solidFill>
              <a:srgbClr val="1B1D21"/>
            </a:solidFill>
            <a:ln w="19050">
              <a:solidFill>
                <a:srgbClr val="9AA0A6"/>
              </a:solidFill>
            </a:ln>
          </p:spPr>
          <p:txBody>
            <a:bodyPr rtlCol="0" anchor="ctr"/>
            <a:lstStyle/>
            <a:p>
              <a:pPr algn="ctr"/>
            </a:p>
          </p:txBody>
        </p:sp>
        <p:sp>
          <p:nvSpPr>
            <p:cNvPr id="249" name="hub"/>
            <p:cNvSpPr/>
            <p:nvPr/>
          </p:nvSpPr>
          <p:spPr>
            <a:xfrm>
              <a:off x="5758095" y="5175851"/>
              <a:ext cx="41367" cy="41367"/>
            </a:xfrm>
            <a:prstGeom prst="ellipse">
              <a:avLst/>
            </a:prstGeom>
            <a:solidFill>
              <a:srgbClr val="9AA0A6"/>
            </a:solidFill>
            <a:ln>
              <a:noFill/>
            </a:ln>
          </p:spPr>
          <p:txBody>
            <a:bodyPr rtlCol="0" anchor="ctr"/>
            <a:lstStyle/>
            <a:p>
              <a:pPr algn="ctr"/>
            </a:p>
          </p:txBody>
        </p:sp>
        <p:sp>
          <p:nvSpPr>
            <p:cNvPr id="250" name="wheel"/>
            <p:cNvSpPr/>
            <p:nvPr/>
          </p:nvSpPr>
          <p:spPr>
            <a:xfrm>
              <a:off x="5831814" y="5116982"/>
              <a:ext cx="159105" cy="159105"/>
            </a:xfrm>
            <a:prstGeom prst="ellipse">
              <a:avLst/>
            </a:prstGeom>
            <a:solidFill>
              <a:srgbClr val="1B1D21"/>
            </a:solidFill>
            <a:ln w="19050">
              <a:solidFill>
                <a:srgbClr val="9AA0A6"/>
              </a:solidFill>
            </a:ln>
          </p:spPr>
          <p:txBody>
            <a:bodyPr rtlCol="0" anchor="ctr"/>
            <a:lstStyle/>
            <a:p>
              <a:pPr algn="ctr"/>
            </a:p>
          </p:txBody>
        </p:sp>
        <p:sp>
          <p:nvSpPr>
            <p:cNvPr id="251" name="hub"/>
            <p:cNvSpPr/>
            <p:nvPr/>
          </p:nvSpPr>
          <p:spPr>
            <a:xfrm>
              <a:off x="5890683" y="5175851"/>
              <a:ext cx="41367" cy="41367"/>
            </a:xfrm>
            <a:prstGeom prst="ellipse">
              <a:avLst/>
            </a:prstGeom>
            <a:solidFill>
              <a:srgbClr val="9AA0A6"/>
            </a:solidFill>
            <a:ln>
              <a:noFill/>
            </a:ln>
          </p:spPr>
          <p:txBody>
            <a:bodyPr rtlCol="0" anchor="ctr"/>
            <a:lstStyle/>
            <a:p>
              <a:pPr algn="ctr"/>
            </a:p>
          </p:txBody>
        </p:sp>
        <p:sp>
          <p:nvSpPr>
            <p:cNvPr id="252" name="frame"/>
            <p:cNvSpPr/>
            <p:nvPr/>
          </p:nvSpPr>
          <p:spPr>
            <a:xfrm>
              <a:off x="6083731" y="5063947"/>
              <a:ext cx="1890174" cy="59664"/>
            </a:xfrm>
            <a:prstGeom prst="rect">
              <a:avLst/>
            </a:prstGeom>
            <a:solidFill>
              <a:srgbClr val="3A3F47"/>
            </a:solidFill>
            <a:ln w="9525">
              <a:solidFill>
                <a:srgbClr val="9AA0A6"/>
              </a:solidFill>
            </a:ln>
          </p:spPr>
          <p:txBody>
            <a:bodyPr rtlCol="0" anchor="ctr"/>
            <a:lstStyle/>
            <a:p>
              <a:pPr algn="ctr"/>
            </a:p>
          </p:txBody>
        </p:sp>
        <p:sp>
          <p:nvSpPr>
            <p:cNvPr id="253" name="cab"/>
            <p:cNvSpPr/>
            <p:nvPr/>
          </p:nvSpPr>
          <p:spPr>
            <a:xfrm>
              <a:off x="6083731" y="4613148"/>
              <a:ext cx="304952" cy="450799"/>
            </a:xfrm>
            <a:prstGeom prst="roundRect">
              <a:avLst>
                <a:gd name="adj" fmla="val 2173"/>
              </a:avLst>
            </a:prstGeom>
            <a:solidFill>
              <a:srgbClr val="D6619B"/>
            </a:solidFill>
            <a:ln>
              <a:noFill/>
            </a:ln>
          </p:spPr>
          <p:txBody>
            <a:bodyPr rtlCol="0" anchor="ctr"/>
            <a:lstStyle/>
            <a:p>
              <a:pPr algn="ctr"/>
            </a:p>
          </p:txBody>
        </p:sp>
        <p:sp>
          <p:nvSpPr>
            <p:cNvPr id="254" name="cab roof"/>
            <p:cNvSpPr/>
            <p:nvPr/>
          </p:nvSpPr>
          <p:spPr>
            <a:xfrm>
              <a:off x="6057214" y="4573371"/>
              <a:ext cx="357987" cy="39776"/>
            </a:xfrm>
            <a:prstGeom prst="rect">
              <a:avLst/>
            </a:prstGeom>
            <a:solidFill>
              <a:srgbClr val="3A3F47"/>
            </a:solidFill>
            <a:ln w="9525">
              <a:solidFill>
                <a:srgbClr val="9AA0A6"/>
              </a:solidFill>
            </a:ln>
          </p:spPr>
          <p:txBody>
            <a:bodyPr rtlCol="0" anchor="ctr"/>
            <a:lstStyle/>
            <a:p>
              <a:pPr algn="ctr"/>
            </a:p>
          </p:txBody>
        </p:sp>
        <p:sp>
          <p:nvSpPr>
            <p:cNvPr id="255" name="cab window"/>
            <p:cNvSpPr/>
            <p:nvPr/>
          </p:nvSpPr>
          <p:spPr>
            <a:xfrm>
              <a:off x="6156655" y="4679442"/>
              <a:ext cx="132588" cy="145846"/>
            </a:xfrm>
            <a:prstGeom prst="rect">
              <a:avLst/>
            </a:prstGeom>
            <a:solidFill>
              <a:srgbClr val="1B1D21"/>
            </a:solidFill>
            <a:ln>
              <a:noFill/>
            </a:ln>
          </p:spPr>
          <p:txBody>
            <a:bodyPr rtlCol="0" anchor="ctr"/>
            <a:lstStyle/>
            <a:p>
              <a:pPr algn="ctr"/>
            </a:p>
          </p:txBody>
        </p:sp>
        <p:sp>
          <p:nvSpPr>
            <p:cNvPr id="256" name="boiler"/>
            <p:cNvSpPr/>
            <p:nvPr/>
          </p:nvSpPr>
          <p:spPr>
            <a:xfrm>
              <a:off x="6388684" y="4652924"/>
              <a:ext cx="1359822" cy="331470"/>
            </a:xfrm>
            <a:prstGeom prst="roundRect">
              <a:avLst>
                <a:gd name="adj" fmla="val 22000"/>
              </a:avLst>
            </a:prstGeom>
            <a:solidFill>
              <a:srgbClr val="D6619B"/>
            </a:solidFill>
            <a:ln>
              <a:noFill/>
            </a:ln>
          </p:spPr>
          <p:txBody>
            <a:bodyPr rtlCol="0" anchor="ctr"/>
            <a:lstStyle/>
            <a:p>
              <a:pPr algn="ctr"/>
            </a:p>
          </p:txBody>
        </p:sp>
        <p:sp>
          <p:nvSpPr>
            <p:cNvPr id="257" name="smokebox"/>
            <p:cNvSpPr/>
            <p:nvPr/>
          </p:nvSpPr>
          <p:spPr>
            <a:xfrm>
              <a:off x="7748506" y="4652924"/>
              <a:ext cx="159105" cy="331470"/>
            </a:xfrm>
            <a:prstGeom prst="roundRect">
              <a:avLst>
                <a:gd name="adj" fmla="val 10000"/>
              </a:avLst>
            </a:prstGeom>
            <a:solidFill>
              <a:srgbClr val="4A515B"/>
            </a:solidFill>
            <a:ln>
              <a:noFill/>
            </a:ln>
          </p:spPr>
          <p:txBody>
            <a:bodyPr rtlCol="0" anchor="ctr"/>
            <a:lstStyle/>
            <a:p>
              <a:pPr algn="ctr"/>
            </a:p>
          </p:txBody>
        </p:sp>
        <p:sp>
          <p:nvSpPr>
            <p:cNvPr id="258" name="funnel stack"/>
            <p:cNvSpPr/>
            <p:nvPr/>
          </p:nvSpPr>
          <p:spPr>
            <a:xfrm>
              <a:off x="7741877" y="4427524"/>
              <a:ext cx="159105" cy="225400"/>
            </a:xfrm>
            <a:custGeom>
              <a:avLst/>
              <a:gdLst/>
              <a:ahLst/>
              <a:cxnLst/>
              <a:rect l="l" t="t" r="r" b="b"/>
              <a:pathLst>
                <a:path w="159105" h="225400">
                  <a:moveTo>
                    <a:pt x="53035" y="225400"/>
                  </a:moveTo>
                  <a:lnTo>
                    <a:pt x="53035" y="159106"/>
                  </a:lnTo>
                  <a:lnTo>
                    <a:pt x="0" y="0"/>
                  </a:lnTo>
                  <a:lnTo>
                    <a:pt x="159105" y="0"/>
                  </a:lnTo>
                  <a:lnTo>
                    <a:pt x="106070" y="159106"/>
                  </a:lnTo>
                  <a:lnTo>
                    <a:pt x="106070" y="225400"/>
                  </a:lnTo>
                  <a:close/>
                </a:path>
              </a:pathLst>
            </a:custGeom>
            <a:solidFill>
              <a:srgbClr val="3A3F47"/>
            </a:solidFill>
            <a:ln w="9525">
              <a:solidFill>
                <a:srgbClr val="9AA0A6"/>
              </a:solidFill>
            </a:ln>
          </p:spPr>
          <p:txBody>
            <a:bodyPr rtlCol="0" anchor="ctr"/>
            <a:lstStyle/>
            <a:p>
              <a:pPr algn="ctr"/>
            </a:p>
          </p:txBody>
        </p:sp>
        <p:sp>
          <p:nvSpPr>
            <p:cNvPr id="259" name="headlamp"/>
            <p:cNvSpPr/>
            <p:nvPr/>
          </p:nvSpPr>
          <p:spPr>
            <a:xfrm>
              <a:off x="7867835" y="4546854"/>
              <a:ext cx="99440" cy="99440"/>
            </a:xfrm>
            <a:prstGeom prst="ellipse">
              <a:avLst/>
            </a:prstGeom>
            <a:solidFill>
              <a:srgbClr val="F2C14E"/>
            </a:solidFill>
            <a:ln w="12700">
              <a:solidFill>
                <a:srgbClr val="F2F2F2"/>
              </a:solidFill>
            </a:ln>
          </p:spPr>
          <p:txBody>
            <a:bodyPr rtlCol="0" anchor="ctr"/>
            <a:lstStyle/>
            <a:p>
              <a:pPr algn="ctr"/>
            </a:p>
          </p:txBody>
        </p:sp>
        <p:sp>
          <p:nvSpPr>
            <p:cNvPr id="260" name="sand dome"/>
            <p:cNvSpPr/>
            <p:nvPr/>
          </p:nvSpPr>
          <p:spPr>
            <a:xfrm>
              <a:off x="6769434" y="4573371"/>
              <a:ext cx="119329" cy="79552"/>
            </a:xfrm>
            <a:prstGeom prst="roundRect">
              <a:avLst>
                <a:gd name="adj" fmla="val 33333"/>
              </a:avLst>
            </a:prstGeom>
            <a:solidFill>
              <a:srgbClr val="D6619B"/>
            </a:solidFill>
            <a:ln>
              <a:noFill/>
            </a:ln>
          </p:spPr>
          <p:txBody>
            <a:bodyPr rtlCol="0" anchor="ctr"/>
            <a:lstStyle/>
            <a:p>
              <a:pPr algn="ctr"/>
            </a:p>
          </p:txBody>
        </p:sp>
        <p:sp>
          <p:nvSpPr>
            <p:cNvPr id="261" name="steam dome"/>
            <p:cNvSpPr/>
            <p:nvPr/>
          </p:nvSpPr>
          <p:spPr>
            <a:xfrm>
              <a:off x="7231774" y="4560112"/>
              <a:ext cx="132588" cy="92811"/>
            </a:xfrm>
            <a:prstGeom prst="roundRect">
              <a:avLst>
                <a:gd name="adj" fmla="val 28571"/>
              </a:avLst>
            </a:prstGeom>
            <a:solidFill>
              <a:srgbClr val="D6619B"/>
            </a:solidFill>
            <a:ln>
              <a:noFill/>
            </a:ln>
          </p:spPr>
          <p:txBody>
            <a:bodyPr rtlCol="0" anchor="ctr"/>
            <a:lstStyle/>
            <a:p>
              <a:pPr algn="ctr"/>
            </a:p>
          </p:txBody>
        </p:sp>
        <p:sp>
          <p:nvSpPr>
            <p:cNvPr id="262" name="pilot"/>
            <p:cNvSpPr/>
            <p:nvPr/>
          </p:nvSpPr>
          <p:spPr>
            <a:xfrm>
              <a:off x="7907612" y="5070576"/>
              <a:ext cx="198882" cy="145847"/>
            </a:xfrm>
            <a:custGeom>
              <a:avLst/>
              <a:gdLst/>
              <a:ahLst/>
              <a:cxnLst/>
              <a:rect l="l" t="t" r="r" b="b"/>
              <a:pathLst>
                <a:path w="198882" h="145847">
                  <a:moveTo>
                    <a:pt x="0" y="0"/>
                  </a:moveTo>
                  <a:lnTo>
                    <a:pt x="198882" y="145847"/>
                  </a:lnTo>
                  <a:lnTo>
                    <a:pt x="0" y="145847"/>
                  </a:lnTo>
                  <a:close/>
                </a:path>
              </a:pathLst>
            </a:custGeom>
            <a:solidFill>
              <a:srgbClr val="3A3F47"/>
            </a:solidFill>
            <a:ln w="12700">
              <a:solidFill>
                <a:srgbClr val="9AA0A6"/>
              </a:solidFill>
            </a:ln>
          </p:spPr>
          <p:txBody>
            <a:bodyPr rtlCol="0" anchor="ctr"/>
            <a:lstStyle/>
            <a:p>
              <a:pPr algn="ctr"/>
            </a:p>
          </p:txBody>
        </p:sp>
        <p:sp>
          <p:nvSpPr>
            <p:cNvPr id="263" name="bell"/>
            <p:cNvSpPr/>
            <p:nvPr/>
          </p:nvSpPr>
          <p:spPr>
            <a:xfrm>
              <a:off x="7028819" y="4493818"/>
              <a:ext cx="39776" cy="79552"/>
            </a:xfrm>
            <a:prstGeom prst="rect">
              <a:avLst/>
            </a:prstGeom>
            <a:solidFill>
              <a:srgbClr val="9AA0A6"/>
            </a:solidFill>
            <a:ln>
              <a:noFill/>
            </a:ln>
          </p:spPr>
          <p:txBody>
            <a:bodyPr rtlCol="0" anchor="ctr"/>
            <a:lstStyle/>
            <a:p>
              <a:pPr algn="ctr"/>
            </a:p>
          </p:txBody>
        </p:sp>
        <p:sp>
          <p:nvSpPr>
            <p:cNvPr id="264" name="wheel"/>
            <p:cNvSpPr/>
            <p:nvPr/>
          </p:nvSpPr>
          <p:spPr>
            <a:xfrm>
              <a:off x="6116878" y="4997653"/>
              <a:ext cx="278434" cy="278434"/>
            </a:xfrm>
            <a:prstGeom prst="ellipse">
              <a:avLst/>
            </a:prstGeom>
            <a:solidFill>
              <a:srgbClr val="1B1D21"/>
            </a:solidFill>
            <a:ln w="19050">
              <a:solidFill>
                <a:srgbClr val="9AA0A6"/>
              </a:solidFill>
            </a:ln>
          </p:spPr>
          <p:txBody>
            <a:bodyPr rtlCol="0" anchor="ctr"/>
            <a:lstStyle/>
            <a:p>
              <a:pPr algn="ctr"/>
            </a:p>
          </p:txBody>
        </p:sp>
        <p:sp>
          <p:nvSpPr>
            <p:cNvPr id="265" name="hub"/>
            <p:cNvSpPr/>
            <p:nvPr/>
          </p:nvSpPr>
          <p:spPr>
            <a:xfrm>
              <a:off x="6219899" y="5100674"/>
              <a:ext cx="72393" cy="72393"/>
            </a:xfrm>
            <a:prstGeom prst="ellipse">
              <a:avLst/>
            </a:prstGeom>
            <a:solidFill>
              <a:srgbClr val="9AA0A6"/>
            </a:solidFill>
            <a:ln>
              <a:noFill/>
            </a:ln>
          </p:spPr>
          <p:txBody>
            <a:bodyPr rtlCol="0" anchor="ctr"/>
            <a:lstStyle/>
            <a:p>
              <a:pPr algn="ctr"/>
            </a:p>
          </p:txBody>
        </p:sp>
        <p:sp>
          <p:nvSpPr>
            <p:cNvPr id="266" name="wheel"/>
            <p:cNvSpPr/>
            <p:nvPr/>
          </p:nvSpPr>
          <p:spPr>
            <a:xfrm>
              <a:off x="6428725" y="4997653"/>
              <a:ext cx="278434" cy="278434"/>
            </a:xfrm>
            <a:prstGeom prst="ellipse">
              <a:avLst/>
            </a:prstGeom>
            <a:solidFill>
              <a:srgbClr val="1B1D21"/>
            </a:solidFill>
            <a:ln w="19050">
              <a:solidFill>
                <a:srgbClr val="9AA0A6"/>
              </a:solidFill>
            </a:ln>
          </p:spPr>
          <p:txBody>
            <a:bodyPr rtlCol="0" anchor="ctr"/>
            <a:lstStyle/>
            <a:p>
              <a:pPr algn="ctr"/>
            </a:p>
          </p:txBody>
        </p:sp>
        <p:sp>
          <p:nvSpPr>
            <p:cNvPr id="267" name="hub"/>
            <p:cNvSpPr/>
            <p:nvPr/>
          </p:nvSpPr>
          <p:spPr>
            <a:xfrm>
              <a:off x="6531746" y="5100674"/>
              <a:ext cx="72393" cy="72393"/>
            </a:xfrm>
            <a:prstGeom prst="ellipse">
              <a:avLst/>
            </a:prstGeom>
            <a:solidFill>
              <a:srgbClr val="9AA0A6"/>
            </a:solidFill>
            <a:ln>
              <a:noFill/>
            </a:ln>
          </p:spPr>
          <p:txBody>
            <a:bodyPr rtlCol="0" anchor="ctr"/>
            <a:lstStyle/>
            <a:p>
              <a:pPr algn="ctr"/>
            </a:p>
          </p:txBody>
        </p:sp>
        <p:sp>
          <p:nvSpPr>
            <p:cNvPr id="268" name="wheel"/>
            <p:cNvSpPr/>
            <p:nvPr/>
          </p:nvSpPr>
          <p:spPr>
            <a:xfrm>
              <a:off x="6740572" y="4997653"/>
              <a:ext cx="278434" cy="278434"/>
            </a:xfrm>
            <a:prstGeom prst="ellipse">
              <a:avLst/>
            </a:prstGeom>
            <a:solidFill>
              <a:srgbClr val="1B1D21"/>
            </a:solidFill>
            <a:ln w="19050">
              <a:solidFill>
                <a:srgbClr val="9AA0A6"/>
              </a:solidFill>
            </a:ln>
          </p:spPr>
          <p:txBody>
            <a:bodyPr rtlCol="0" anchor="ctr"/>
            <a:lstStyle/>
            <a:p>
              <a:pPr algn="ctr"/>
            </a:p>
          </p:txBody>
        </p:sp>
        <p:sp>
          <p:nvSpPr>
            <p:cNvPr id="269" name="hub"/>
            <p:cNvSpPr/>
            <p:nvPr/>
          </p:nvSpPr>
          <p:spPr>
            <a:xfrm>
              <a:off x="6843593" y="5100674"/>
              <a:ext cx="72393" cy="72393"/>
            </a:xfrm>
            <a:prstGeom prst="ellipse">
              <a:avLst/>
            </a:prstGeom>
            <a:solidFill>
              <a:srgbClr val="9AA0A6"/>
            </a:solidFill>
            <a:ln>
              <a:noFill/>
            </a:ln>
          </p:spPr>
          <p:txBody>
            <a:bodyPr rtlCol="0" anchor="ctr"/>
            <a:lstStyle/>
            <a:p>
              <a:pPr algn="ctr"/>
            </a:p>
          </p:txBody>
        </p:sp>
        <p:sp>
          <p:nvSpPr>
            <p:cNvPr id="270" name="wheel"/>
            <p:cNvSpPr/>
            <p:nvPr/>
          </p:nvSpPr>
          <p:spPr>
            <a:xfrm>
              <a:off x="7052419" y="4997653"/>
              <a:ext cx="278434" cy="278434"/>
            </a:xfrm>
            <a:prstGeom prst="ellipse">
              <a:avLst/>
            </a:prstGeom>
            <a:solidFill>
              <a:srgbClr val="1B1D21"/>
            </a:solidFill>
            <a:ln w="19050">
              <a:solidFill>
                <a:srgbClr val="9AA0A6"/>
              </a:solidFill>
            </a:ln>
          </p:spPr>
          <p:txBody>
            <a:bodyPr rtlCol="0" anchor="ctr"/>
            <a:lstStyle/>
            <a:p>
              <a:pPr algn="ctr"/>
            </a:p>
          </p:txBody>
        </p:sp>
        <p:sp>
          <p:nvSpPr>
            <p:cNvPr id="271" name="hub"/>
            <p:cNvSpPr/>
            <p:nvPr/>
          </p:nvSpPr>
          <p:spPr>
            <a:xfrm>
              <a:off x="7155440" y="5100674"/>
              <a:ext cx="72393" cy="72393"/>
            </a:xfrm>
            <a:prstGeom prst="ellipse">
              <a:avLst/>
            </a:prstGeom>
            <a:solidFill>
              <a:srgbClr val="9AA0A6"/>
            </a:solidFill>
            <a:ln>
              <a:noFill/>
            </a:ln>
          </p:spPr>
          <p:txBody>
            <a:bodyPr rtlCol="0" anchor="ctr"/>
            <a:lstStyle/>
            <a:p>
              <a:pPr algn="ctr"/>
            </a:p>
          </p:txBody>
        </p:sp>
        <p:sp>
          <p:nvSpPr>
            <p:cNvPr id="272" name="wheel"/>
            <p:cNvSpPr/>
            <p:nvPr/>
          </p:nvSpPr>
          <p:spPr>
            <a:xfrm>
              <a:off x="7642436" y="5143500"/>
              <a:ext cx="132588" cy="132588"/>
            </a:xfrm>
            <a:prstGeom prst="ellipse">
              <a:avLst/>
            </a:prstGeom>
            <a:solidFill>
              <a:srgbClr val="1B1D21"/>
            </a:solidFill>
            <a:ln w="19050">
              <a:solidFill>
                <a:srgbClr val="9AA0A6"/>
              </a:solidFill>
            </a:ln>
          </p:spPr>
          <p:txBody>
            <a:bodyPr rtlCol="0" anchor="ctr"/>
            <a:lstStyle/>
            <a:p>
              <a:pPr algn="ctr"/>
            </a:p>
          </p:txBody>
        </p:sp>
        <p:sp>
          <p:nvSpPr>
            <p:cNvPr id="273" name="hub"/>
            <p:cNvSpPr/>
            <p:nvPr/>
          </p:nvSpPr>
          <p:spPr>
            <a:xfrm>
              <a:off x="7691493" y="5192557"/>
              <a:ext cx="34472" cy="34472"/>
            </a:xfrm>
            <a:prstGeom prst="ellipse">
              <a:avLst/>
            </a:prstGeom>
            <a:solidFill>
              <a:srgbClr val="9AA0A6"/>
            </a:solidFill>
            <a:ln>
              <a:noFill/>
            </a:ln>
          </p:spPr>
          <p:txBody>
            <a:bodyPr rtlCol="0" anchor="ctr"/>
            <a:lstStyle/>
            <a:p>
              <a:pPr algn="ctr"/>
            </a:p>
          </p:txBody>
        </p:sp>
        <p:sp>
          <p:nvSpPr>
            <p:cNvPr id="274" name="wheel"/>
            <p:cNvSpPr/>
            <p:nvPr/>
          </p:nvSpPr>
          <p:spPr>
            <a:xfrm>
              <a:off x="7788283" y="5143500"/>
              <a:ext cx="132588" cy="132588"/>
            </a:xfrm>
            <a:prstGeom prst="ellipse">
              <a:avLst/>
            </a:prstGeom>
            <a:solidFill>
              <a:srgbClr val="1B1D21"/>
            </a:solidFill>
            <a:ln w="19050">
              <a:solidFill>
                <a:srgbClr val="9AA0A6"/>
              </a:solidFill>
            </a:ln>
          </p:spPr>
          <p:txBody>
            <a:bodyPr rtlCol="0" anchor="ctr"/>
            <a:lstStyle/>
            <a:p>
              <a:pPr algn="ctr"/>
            </a:p>
          </p:txBody>
        </p:sp>
        <p:sp>
          <p:nvSpPr>
            <p:cNvPr id="275" name="hub"/>
            <p:cNvSpPr/>
            <p:nvPr/>
          </p:nvSpPr>
          <p:spPr>
            <a:xfrm>
              <a:off x="7837340" y="5192557"/>
              <a:ext cx="34472" cy="34472"/>
            </a:xfrm>
            <a:prstGeom prst="ellipse">
              <a:avLst/>
            </a:prstGeom>
            <a:solidFill>
              <a:srgbClr val="9AA0A6"/>
            </a:solidFill>
            <a:ln>
              <a:noFill/>
            </a:ln>
          </p:spPr>
          <p:txBody>
            <a:bodyPr rtlCol="0" anchor="ctr"/>
            <a:lstStyle/>
            <a:p>
              <a:pPr algn="ctr"/>
            </a:p>
          </p:txBody>
        </p:sp>
        <p:sp>
          <p:nvSpPr>
            <p:cNvPr id="276" name="coupling rod"/>
            <p:cNvSpPr/>
            <p:nvPr/>
          </p:nvSpPr>
          <p:spPr>
            <a:xfrm>
              <a:off x="6256096" y="5061295"/>
              <a:ext cx="935540" cy="18562"/>
            </a:xfrm>
            <a:prstGeom prst="rect">
              <a:avLst/>
            </a:prstGeom>
            <a:solidFill>
              <a:srgbClr val="D0D4D8"/>
            </a:solidFill>
            <a:ln>
              <a:noFill/>
            </a:ln>
          </p:spPr>
          <p:txBody>
            <a:bodyPr rtlCol="0" anchor="ctr"/>
            <a:lstStyle/>
            <a:p>
              <a:pPr algn="ctr"/>
            </a:p>
          </p:txBody>
        </p:sp>
        <p:sp>
          <p:nvSpPr>
            <p:cNvPr id="277" name="panel"/>
            <p:cNvSpPr/>
            <p:nvPr/>
          </p:nvSpPr>
          <p:spPr>
            <a:xfrm>
              <a:off x="8412480" y="4251960"/>
              <a:ext cx="3108960" cy="1207008"/>
            </a:xfrm>
            <a:prstGeom prst="roundRect">
              <a:avLst>
                <a:gd name="adj" fmla="val 7575"/>
              </a:avLst>
            </a:prstGeom>
            <a:solidFill>
              <a:srgbClr val="2B2F36"/>
            </a:solidFill>
            <a:ln w="19050">
              <a:solidFill>
                <a:srgbClr val="4A515B"/>
              </a:solidFill>
            </a:ln>
          </p:spPr>
          <p:txBody>
            <a:bodyPr rtlCol="0" anchor="ctr"/>
            <a:lstStyle/>
            <a:p>
              <a:pPr algn="ctr"/>
            </a:p>
          </p:txBody>
        </p:sp>
        <p:sp>
          <p:nvSpPr>
            <p:cNvPr id="278" name="rail"/>
            <p:cNvSpPr/>
            <p:nvPr/>
          </p:nvSpPr>
          <p:spPr>
            <a:xfrm>
              <a:off x="8549640" y="5276088"/>
              <a:ext cx="2834640" cy="45720"/>
            </a:xfrm>
            <a:prstGeom prst="rect">
              <a:avLst/>
            </a:prstGeom>
            <a:solidFill>
              <a:srgbClr val="9AA0A6"/>
            </a:solidFill>
            <a:ln>
              <a:noFill/>
            </a:ln>
          </p:spPr>
          <p:txBody>
            <a:bodyPr rtlCol="0" anchor="ctr"/>
            <a:lstStyle/>
            <a:p>
              <a:pPr algn="ctr"/>
            </a:p>
          </p:txBody>
        </p:sp>
        <p:sp>
          <p:nvSpPr>
            <p:cNvPr id="279" name="tender frame"/>
            <p:cNvSpPr/>
            <p:nvPr/>
          </p:nvSpPr>
          <p:spPr>
            <a:xfrm>
              <a:off x="8627821" y="5083835"/>
              <a:ext cx="543610" cy="59664"/>
            </a:xfrm>
            <a:prstGeom prst="rect">
              <a:avLst/>
            </a:prstGeom>
            <a:solidFill>
              <a:srgbClr val="3A3F47"/>
            </a:solidFill>
            <a:ln w="9525">
              <a:solidFill>
                <a:srgbClr val="9AA0A6"/>
              </a:solidFill>
            </a:ln>
          </p:spPr>
          <p:txBody>
            <a:bodyPr rtlCol="0" anchor="ctr"/>
            <a:lstStyle/>
            <a:p>
              <a:pPr algn="ctr"/>
            </a:p>
          </p:txBody>
        </p:sp>
        <p:sp>
          <p:nvSpPr>
            <p:cNvPr id="280" name="tender body"/>
            <p:cNvSpPr/>
            <p:nvPr/>
          </p:nvSpPr>
          <p:spPr>
            <a:xfrm>
              <a:off x="8627821" y="4845177"/>
              <a:ext cx="543610" cy="238658"/>
            </a:xfrm>
            <a:prstGeom prst="roundRect">
              <a:avLst>
                <a:gd name="adj" fmla="val 2777"/>
              </a:avLst>
            </a:prstGeom>
            <a:solidFill>
              <a:srgbClr val="D9B26F"/>
            </a:solidFill>
            <a:ln>
              <a:noFill/>
            </a:ln>
          </p:spPr>
          <p:txBody>
            <a:bodyPr rtlCol="0" anchor="ctr"/>
            <a:lstStyle/>
            <a:p>
              <a:pPr algn="ctr"/>
            </a:p>
          </p:txBody>
        </p:sp>
        <p:sp>
          <p:nvSpPr>
            <p:cNvPr id="281" name="tender coal"/>
            <p:cNvSpPr/>
            <p:nvPr/>
          </p:nvSpPr>
          <p:spPr>
            <a:xfrm>
              <a:off x="8647709" y="4772253"/>
              <a:ext cx="503834" cy="92812"/>
            </a:xfrm>
            <a:custGeom>
              <a:avLst/>
              <a:gdLst/>
              <a:ahLst/>
              <a:cxnLst/>
              <a:rect l="l" t="t" r="r" b="b"/>
              <a:pathLst>
                <a:path w="503834" h="92812">
                  <a:moveTo>
                    <a:pt x="0" y="92812"/>
                  </a:moveTo>
                  <a:lnTo>
                    <a:pt x="99441" y="6630"/>
                  </a:lnTo>
                  <a:lnTo>
                    <a:pt x="298323" y="0"/>
                  </a:lnTo>
                  <a:lnTo>
                    <a:pt x="503834" y="92812"/>
                  </a:lnTo>
                  <a:close/>
                </a:path>
              </a:pathLst>
            </a:custGeom>
            <a:solidFill>
              <a:srgbClr val="1B1D21"/>
            </a:solidFill>
            <a:ln w="12700">
              <a:solidFill>
                <a:srgbClr val="6B7078"/>
              </a:solidFill>
            </a:ln>
          </p:spPr>
          <p:txBody>
            <a:bodyPr rtlCol="0" anchor="ctr"/>
            <a:lstStyle/>
            <a:p>
              <a:pPr algn="ctr"/>
            </a:p>
          </p:txBody>
        </p:sp>
        <p:sp>
          <p:nvSpPr>
            <p:cNvPr id="282" name="coupling"/>
            <p:cNvSpPr/>
            <p:nvPr/>
          </p:nvSpPr>
          <p:spPr>
            <a:xfrm>
              <a:off x="9171432" y="5004282"/>
              <a:ext cx="46405" cy="19888"/>
            </a:xfrm>
            <a:prstGeom prst="rect">
              <a:avLst/>
            </a:prstGeom>
            <a:solidFill>
              <a:srgbClr val="9AA0A6"/>
            </a:solidFill>
            <a:ln>
              <a:noFill/>
            </a:ln>
          </p:spPr>
          <p:txBody>
            <a:bodyPr rtlCol="0" anchor="ctr"/>
            <a:lstStyle/>
            <a:p>
              <a:pPr algn="ctr"/>
            </a:p>
          </p:txBody>
        </p:sp>
        <p:sp>
          <p:nvSpPr>
            <p:cNvPr id="283" name="wheel"/>
            <p:cNvSpPr/>
            <p:nvPr/>
          </p:nvSpPr>
          <p:spPr>
            <a:xfrm>
              <a:off x="8654338" y="5090464"/>
              <a:ext cx="185623" cy="185623"/>
            </a:xfrm>
            <a:prstGeom prst="ellipse">
              <a:avLst/>
            </a:prstGeom>
            <a:solidFill>
              <a:srgbClr val="1B1D21"/>
            </a:solidFill>
            <a:ln w="19050">
              <a:solidFill>
                <a:srgbClr val="9AA0A6"/>
              </a:solidFill>
            </a:ln>
          </p:spPr>
          <p:txBody>
            <a:bodyPr rtlCol="0" anchor="ctr"/>
            <a:lstStyle/>
            <a:p>
              <a:pPr algn="ctr"/>
            </a:p>
          </p:txBody>
        </p:sp>
        <p:sp>
          <p:nvSpPr>
            <p:cNvPr id="284" name="hub"/>
            <p:cNvSpPr/>
            <p:nvPr/>
          </p:nvSpPr>
          <p:spPr>
            <a:xfrm>
              <a:off x="8723019" y="5159145"/>
              <a:ext cx="48262" cy="48262"/>
            </a:xfrm>
            <a:prstGeom prst="ellipse">
              <a:avLst/>
            </a:prstGeom>
            <a:solidFill>
              <a:srgbClr val="9AA0A6"/>
            </a:solidFill>
            <a:ln>
              <a:noFill/>
            </a:ln>
          </p:spPr>
          <p:txBody>
            <a:bodyPr rtlCol="0" anchor="ctr"/>
            <a:lstStyle/>
            <a:p>
              <a:pPr algn="ctr"/>
            </a:p>
          </p:txBody>
        </p:sp>
        <p:sp>
          <p:nvSpPr>
            <p:cNvPr id="285" name="wheel"/>
            <p:cNvSpPr/>
            <p:nvPr/>
          </p:nvSpPr>
          <p:spPr>
            <a:xfrm>
              <a:off x="8813444" y="5090464"/>
              <a:ext cx="185623" cy="185623"/>
            </a:xfrm>
            <a:prstGeom prst="ellipse">
              <a:avLst/>
            </a:prstGeom>
            <a:solidFill>
              <a:srgbClr val="1B1D21"/>
            </a:solidFill>
            <a:ln w="19050">
              <a:solidFill>
                <a:srgbClr val="9AA0A6"/>
              </a:solidFill>
            </a:ln>
          </p:spPr>
          <p:txBody>
            <a:bodyPr rtlCol="0" anchor="ctr"/>
            <a:lstStyle/>
            <a:p>
              <a:pPr algn="ctr"/>
            </a:p>
          </p:txBody>
        </p:sp>
        <p:sp>
          <p:nvSpPr>
            <p:cNvPr id="286" name="hub"/>
            <p:cNvSpPr/>
            <p:nvPr/>
          </p:nvSpPr>
          <p:spPr>
            <a:xfrm>
              <a:off x="8882124" y="5159145"/>
              <a:ext cx="48262" cy="48262"/>
            </a:xfrm>
            <a:prstGeom prst="ellipse">
              <a:avLst/>
            </a:prstGeom>
            <a:solidFill>
              <a:srgbClr val="9AA0A6"/>
            </a:solidFill>
            <a:ln>
              <a:noFill/>
            </a:ln>
          </p:spPr>
          <p:txBody>
            <a:bodyPr rtlCol="0" anchor="ctr"/>
            <a:lstStyle/>
            <a:p>
              <a:pPr algn="ctr"/>
            </a:p>
          </p:txBody>
        </p:sp>
        <p:sp>
          <p:nvSpPr>
            <p:cNvPr id="287" name="wheel"/>
            <p:cNvSpPr/>
            <p:nvPr/>
          </p:nvSpPr>
          <p:spPr>
            <a:xfrm>
              <a:off x="8972550" y="5090464"/>
              <a:ext cx="185623" cy="185623"/>
            </a:xfrm>
            <a:prstGeom prst="ellipse">
              <a:avLst/>
            </a:prstGeom>
            <a:solidFill>
              <a:srgbClr val="1B1D21"/>
            </a:solidFill>
            <a:ln w="19050">
              <a:solidFill>
                <a:srgbClr val="9AA0A6"/>
              </a:solidFill>
            </a:ln>
          </p:spPr>
          <p:txBody>
            <a:bodyPr rtlCol="0" anchor="ctr"/>
            <a:lstStyle/>
            <a:p>
              <a:pPr algn="ctr"/>
            </a:p>
          </p:txBody>
        </p:sp>
        <p:sp>
          <p:nvSpPr>
            <p:cNvPr id="288" name="hub"/>
            <p:cNvSpPr/>
            <p:nvPr/>
          </p:nvSpPr>
          <p:spPr>
            <a:xfrm>
              <a:off x="9041230" y="5159145"/>
              <a:ext cx="48262" cy="48262"/>
            </a:xfrm>
            <a:prstGeom prst="ellipse">
              <a:avLst/>
            </a:prstGeom>
            <a:solidFill>
              <a:srgbClr val="9AA0A6"/>
            </a:solidFill>
            <a:ln>
              <a:noFill/>
            </a:ln>
          </p:spPr>
          <p:txBody>
            <a:bodyPr rtlCol="0" anchor="ctr"/>
            <a:lstStyle/>
            <a:p>
              <a:pPr algn="ctr"/>
            </a:p>
          </p:txBody>
        </p:sp>
        <p:sp>
          <p:nvSpPr>
            <p:cNvPr id="289" name="frame"/>
            <p:cNvSpPr/>
            <p:nvPr/>
          </p:nvSpPr>
          <p:spPr>
            <a:xfrm>
              <a:off x="9217837" y="5083835"/>
              <a:ext cx="2041855" cy="59664"/>
            </a:xfrm>
            <a:prstGeom prst="rect">
              <a:avLst/>
            </a:prstGeom>
            <a:solidFill>
              <a:srgbClr val="3A3F47"/>
            </a:solidFill>
            <a:ln w="9525">
              <a:solidFill>
                <a:srgbClr val="9AA0A6"/>
              </a:solidFill>
            </a:ln>
          </p:spPr>
          <p:txBody>
            <a:bodyPr rtlCol="0" anchor="ctr"/>
            <a:lstStyle/>
            <a:p>
              <a:pPr algn="ctr"/>
            </a:p>
          </p:txBody>
        </p:sp>
        <p:sp>
          <p:nvSpPr>
            <p:cNvPr id="290" name="cab"/>
            <p:cNvSpPr/>
            <p:nvPr/>
          </p:nvSpPr>
          <p:spPr>
            <a:xfrm>
              <a:off x="9217837" y="4719218"/>
              <a:ext cx="265176" cy="364617"/>
            </a:xfrm>
            <a:prstGeom prst="roundRect">
              <a:avLst>
                <a:gd name="adj" fmla="val 2500"/>
              </a:avLst>
            </a:prstGeom>
            <a:solidFill>
              <a:srgbClr val="D9B26F"/>
            </a:solidFill>
            <a:ln>
              <a:noFill/>
            </a:ln>
          </p:spPr>
          <p:txBody>
            <a:bodyPr rtlCol="0" anchor="ctr"/>
            <a:lstStyle/>
            <a:p>
              <a:pPr algn="ctr"/>
            </a:p>
          </p:txBody>
        </p:sp>
        <p:sp>
          <p:nvSpPr>
            <p:cNvPr id="291" name="cab roof"/>
            <p:cNvSpPr/>
            <p:nvPr/>
          </p:nvSpPr>
          <p:spPr>
            <a:xfrm>
              <a:off x="9197949" y="4666183"/>
              <a:ext cx="304952" cy="53035"/>
            </a:xfrm>
            <a:prstGeom prst="roundRect">
              <a:avLst>
                <a:gd name="adj" fmla="val 37500"/>
              </a:avLst>
            </a:prstGeom>
            <a:solidFill>
              <a:srgbClr val="3A3F47"/>
            </a:solidFill>
            <a:ln w="9525">
              <a:solidFill>
                <a:srgbClr val="9AA0A6"/>
              </a:solidFill>
            </a:ln>
          </p:spPr>
          <p:txBody>
            <a:bodyPr rtlCol="0" anchor="ctr"/>
            <a:lstStyle/>
            <a:p>
              <a:pPr algn="ctr"/>
            </a:p>
          </p:txBody>
        </p:sp>
        <p:sp>
          <p:nvSpPr>
            <p:cNvPr id="292" name="cab window"/>
            <p:cNvSpPr/>
            <p:nvPr/>
          </p:nvSpPr>
          <p:spPr>
            <a:xfrm>
              <a:off x="9284131" y="4772253"/>
              <a:ext cx="119329" cy="119329"/>
            </a:xfrm>
            <a:prstGeom prst="rect">
              <a:avLst/>
            </a:prstGeom>
            <a:solidFill>
              <a:srgbClr val="1B1D21"/>
            </a:solidFill>
            <a:ln>
              <a:noFill/>
            </a:ln>
          </p:spPr>
          <p:txBody>
            <a:bodyPr rtlCol="0" anchor="ctr"/>
            <a:lstStyle/>
            <a:p>
              <a:pPr algn="ctr"/>
            </a:p>
          </p:txBody>
        </p:sp>
        <p:sp>
          <p:nvSpPr>
            <p:cNvPr id="293" name="boiler"/>
            <p:cNvSpPr/>
            <p:nvPr/>
          </p:nvSpPr>
          <p:spPr>
            <a:xfrm>
              <a:off x="9483013" y="4752365"/>
              <a:ext cx="1644091" cy="265176"/>
            </a:xfrm>
            <a:prstGeom prst="roundRect">
              <a:avLst>
                <a:gd name="adj" fmla="val 25000"/>
              </a:avLst>
            </a:prstGeom>
            <a:solidFill>
              <a:srgbClr val="D9B26F"/>
            </a:solidFill>
            <a:ln>
              <a:noFill/>
            </a:ln>
          </p:spPr>
          <p:txBody>
            <a:bodyPr rtlCol="0" anchor="ctr"/>
            <a:lstStyle/>
            <a:p>
              <a:pPr algn="ctr"/>
            </a:p>
          </p:txBody>
        </p:sp>
        <p:sp>
          <p:nvSpPr>
            <p:cNvPr id="294" name="boiler band"/>
            <p:cNvSpPr/>
            <p:nvPr/>
          </p:nvSpPr>
          <p:spPr>
            <a:xfrm>
              <a:off x="9976241" y="4752365"/>
              <a:ext cx="9281" cy="265176"/>
            </a:xfrm>
            <a:prstGeom prst="rect">
              <a:avLst/>
            </a:prstGeom>
            <a:solidFill>
              <a:srgbClr val="9C804F"/>
            </a:solidFill>
            <a:ln>
              <a:noFill/>
            </a:ln>
          </p:spPr>
          <p:txBody>
            <a:bodyPr rtlCol="0" anchor="ctr"/>
            <a:lstStyle/>
            <a:p>
              <a:pPr algn="ctr"/>
            </a:p>
          </p:txBody>
        </p:sp>
        <p:sp>
          <p:nvSpPr>
            <p:cNvPr id="295" name="boiler band"/>
            <p:cNvSpPr/>
            <p:nvPr/>
          </p:nvSpPr>
          <p:spPr>
            <a:xfrm>
              <a:off x="10387263" y="4752365"/>
              <a:ext cx="9281" cy="265176"/>
            </a:xfrm>
            <a:prstGeom prst="rect">
              <a:avLst/>
            </a:prstGeom>
            <a:solidFill>
              <a:srgbClr val="9C804F"/>
            </a:solidFill>
            <a:ln>
              <a:noFill/>
            </a:ln>
          </p:spPr>
          <p:txBody>
            <a:bodyPr rtlCol="0" anchor="ctr"/>
            <a:lstStyle/>
            <a:p>
              <a:pPr algn="ctr"/>
            </a:p>
          </p:txBody>
        </p:sp>
        <p:sp>
          <p:nvSpPr>
            <p:cNvPr id="296" name="boiler band"/>
            <p:cNvSpPr/>
            <p:nvPr/>
          </p:nvSpPr>
          <p:spPr>
            <a:xfrm>
              <a:off x="10798286" y="4752365"/>
              <a:ext cx="9281" cy="265176"/>
            </a:xfrm>
            <a:prstGeom prst="rect">
              <a:avLst/>
            </a:prstGeom>
            <a:solidFill>
              <a:srgbClr val="9C804F"/>
            </a:solidFill>
            <a:ln>
              <a:noFill/>
            </a:ln>
          </p:spPr>
          <p:txBody>
            <a:bodyPr rtlCol="0" anchor="ctr"/>
            <a:lstStyle/>
            <a:p>
              <a:pPr algn="ctr"/>
            </a:p>
          </p:txBody>
        </p:sp>
        <p:sp>
          <p:nvSpPr>
            <p:cNvPr id="297" name="smokebox"/>
            <p:cNvSpPr/>
            <p:nvPr/>
          </p:nvSpPr>
          <p:spPr>
            <a:xfrm>
              <a:off x="11127105" y="4752365"/>
              <a:ext cx="132588" cy="265176"/>
            </a:xfrm>
            <a:prstGeom prst="roundRect">
              <a:avLst>
                <a:gd name="adj" fmla="val 12000"/>
              </a:avLst>
            </a:prstGeom>
            <a:solidFill>
              <a:srgbClr val="4A515B"/>
            </a:solidFill>
            <a:ln>
              <a:noFill/>
            </a:ln>
          </p:spPr>
          <p:txBody>
            <a:bodyPr rtlCol="0" anchor="ctr"/>
            <a:lstStyle/>
            <a:p>
              <a:pPr algn="ctr"/>
            </a:p>
          </p:txBody>
        </p:sp>
        <p:sp>
          <p:nvSpPr>
            <p:cNvPr id="298" name="chimney"/>
            <p:cNvSpPr/>
            <p:nvPr/>
          </p:nvSpPr>
          <p:spPr>
            <a:xfrm>
              <a:off x="11166881" y="4573371"/>
              <a:ext cx="53035" cy="178993"/>
            </a:xfrm>
            <a:prstGeom prst="rect">
              <a:avLst/>
            </a:prstGeom>
            <a:solidFill>
              <a:srgbClr val="3A3F47"/>
            </a:solidFill>
            <a:ln w="9525">
              <a:solidFill>
                <a:srgbClr val="9AA0A6"/>
              </a:solidFill>
            </a:ln>
          </p:spPr>
          <p:txBody>
            <a:bodyPr rtlCol="0" anchor="ctr"/>
            <a:lstStyle/>
            <a:p>
              <a:pPr algn="ctr"/>
            </a:p>
          </p:txBody>
        </p:sp>
        <p:sp>
          <p:nvSpPr>
            <p:cNvPr id="299" name="smoke deflector"/>
            <p:cNvSpPr/>
            <p:nvPr/>
          </p:nvSpPr>
          <p:spPr>
            <a:xfrm>
              <a:off x="10954740" y="4586630"/>
              <a:ext cx="159106" cy="225400"/>
            </a:xfrm>
            <a:custGeom>
              <a:avLst/>
              <a:gdLst/>
              <a:ahLst/>
              <a:cxnLst/>
              <a:rect l="l" t="t" r="r" b="b"/>
              <a:pathLst>
                <a:path w="159106" h="225400">
                  <a:moveTo>
                    <a:pt x="0" y="225400"/>
                  </a:moveTo>
                  <a:lnTo>
                    <a:pt x="159106" y="225400"/>
                  </a:lnTo>
                  <a:lnTo>
                    <a:pt x="159106" y="0"/>
                  </a:lnTo>
                  <a:lnTo>
                    <a:pt x="26518" y="39776"/>
                  </a:lnTo>
                  <a:close/>
                </a:path>
              </a:pathLst>
            </a:custGeom>
            <a:solidFill>
              <a:srgbClr val="3A3F47"/>
            </a:solidFill>
            <a:ln w="12700">
              <a:solidFill>
                <a:srgbClr val="9AA0A6"/>
              </a:solidFill>
            </a:ln>
          </p:spPr>
          <p:txBody>
            <a:bodyPr rtlCol="0" anchor="ctr"/>
            <a:lstStyle/>
            <a:p>
              <a:pPr algn="ctr"/>
            </a:p>
          </p:txBody>
        </p:sp>
        <p:sp>
          <p:nvSpPr>
            <p:cNvPr id="300" name="lamp"/>
            <p:cNvSpPr/>
            <p:nvPr/>
          </p:nvSpPr>
          <p:spPr>
            <a:xfrm>
              <a:off x="11226546" y="4984394"/>
              <a:ext cx="66294" cy="66294"/>
            </a:xfrm>
            <a:prstGeom prst="ellipse">
              <a:avLst/>
            </a:prstGeom>
            <a:solidFill>
              <a:srgbClr val="F2C14E"/>
            </a:solidFill>
            <a:ln>
              <a:noFill/>
            </a:ln>
          </p:spPr>
          <p:txBody>
            <a:bodyPr rtlCol="0" anchor="ctr"/>
            <a:lstStyle/>
            <a:p>
              <a:pPr algn="ctr"/>
            </a:p>
          </p:txBody>
        </p:sp>
        <p:sp>
          <p:nvSpPr>
            <p:cNvPr id="301" name="dome"/>
            <p:cNvSpPr/>
            <p:nvPr/>
          </p:nvSpPr>
          <p:spPr>
            <a:xfrm>
              <a:off x="10140650" y="4679442"/>
              <a:ext cx="119329" cy="72923"/>
            </a:xfrm>
            <a:prstGeom prst="roundRect">
              <a:avLst>
                <a:gd name="adj" fmla="val 36363"/>
              </a:avLst>
            </a:prstGeom>
            <a:solidFill>
              <a:srgbClr val="D9B26F"/>
            </a:solidFill>
            <a:ln>
              <a:noFill/>
            </a:ln>
          </p:spPr>
          <p:txBody>
            <a:bodyPr rtlCol="0" anchor="ctr"/>
            <a:lstStyle/>
            <a:p>
              <a:pPr algn="ctr"/>
            </a:p>
          </p:txBody>
        </p:sp>
        <p:sp>
          <p:nvSpPr>
            <p:cNvPr id="302" name="wheel"/>
            <p:cNvSpPr/>
            <p:nvPr/>
          </p:nvSpPr>
          <p:spPr>
            <a:xfrm>
              <a:off x="9237726" y="5010912"/>
              <a:ext cx="265176" cy="265176"/>
            </a:xfrm>
            <a:prstGeom prst="ellipse">
              <a:avLst/>
            </a:prstGeom>
            <a:solidFill>
              <a:srgbClr val="1B1D21"/>
            </a:solidFill>
            <a:ln w="19050">
              <a:solidFill>
                <a:srgbClr val="9AA0A6"/>
              </a:solidFill>
            </a:ln>
          </p:spPr>
          <p:txBody>
            <a:bodyPr rtlCol="0" anchor="ctr"/>
            <a:lstStyle/>
            <a:p>
              <a:pPr algn="ctr"/>
            </a:p>
          </p:txBody>
        </p:sp>
        <p:sp>
          <p:nvSpPr>
            <p:cNvPr id="303" name="hub"/>
            <p:cNvSpPr/>
            <p:nvPr/>
          </p:nvSpPr>
          <p:spPr>
            <a:xfrm>
              <a:off x="9335841" y="5109027"/>
              <a:ext cx="68945" cy="68945"/>
            </a:xfrm>
            <a:prstGeom prst="ellipse">
              <a:avLst/>
            </a:prstGeom>
            <a:solidFill>
              <a:srgbClr val="9AA0A6"/>
            </a:solidFill>
            <a:ln>
              <a:noFill/>
            </a:ln>
          </p:spPr>
          <p:txBody>
            <a:bodyPr rtlCol="0" anchor="ctr"/>
            <a:lstStyle/>
            <a:p>
              <a:pPr algn="ctr"/>
            </a:p>
          </p:txBody>
        </p:sp>
        <p:sp>
          <p:nvSpPr>
            <p:cNvPr id="304" name="wheel"/>
            <p:cNvSpPr/>
            <p:nvPr/>
          </p:nvSpPr>
          <p:spPr>
            <a:xfrm>
              <a:off x="9536049" y="5010912"/>
              <a:ext cx="265176" cy="265176"/>
            </a:xfrm>
            <a:prstGeom prst="ellipse">
              <a:avLst/>
            </a:prstGeom>
            <a:solidFill>
              <a:srgbClr val="1B1D21"/>
            </a:solidFill>
            <a:ln w="19050">
              <a:solidFill>
                <a:srgbClr val="9AA0A6"/>
              </a:solidFill>
            </a:ln>
          </p:spPr>
          <p:txBody>
            <a:bodyPr rtlCol="0" anchor="ctr"/>
            <a:lstStyle/>
            <a:p>
              <a:pPr algn="ctr"/>
            </a:p>
          </p:txBody>
        </p:sp>
        <p:sp>
          <p:nvSpPr>
            <p:cNvPr id="305" name="hub"/>
            <p:cNvSpPr/>
            <p:nvPr/>
          </p:nvSpPr>
          <p:spPr>
            <a:xfrm>
              <a:off x="9634164" y="5109027"/>
              <a:ext cx="68945" cy="68945"/>
            </a:xfrm>
            <a:prstGeom prst="ellipse">
              <a:avLst/>
            </a:prstGeom>
            <a:solidFill>
              <a:srgbClr val="9AA0A6"/>
            </a:solidFill>
            <a:ln>
              <a:noFill/>
            </a:ln>
          </p:spPr>
          <p:txBody>
            <a:bodyPr rtlCol="0" anchor="ctr"/>
            <a:lstStyle/>
            <a:p>
              <a:pPr algn="ctr"/>
            </a:p>
          </p:txBody>
        </p:sp>
        <p:sp>
          <p:nvSpPr>
            <p:cNvPr id="306" name="wheel"/>
            <p:cNvSpPr/>
            <p:nvPr/>
          </p:nvSpPr>
          <p:spPr>
            <a:xfrm>
              <a:off x="9834372" y="5010912"/>
              <a:ext cx="265176" cy="265176"/>
            </a:xfrm>
            <a:prstGeom prst="ellipse">
              <a:avLst/>
            </a:prstGeom>
            <a:solidFill>
              <a:srgbClr val="1B1D21"/>
            </a:solidFill>
            <a:ln w="19050">
              <a:solidFill>
                <a:srgbClr val="9AA0A6"/>
              </a:solidFill>
            </a:ln>
          </p:spPr>
          <p:txBody>
            <a:bodyPr rtlCol="0" anchor="ctr"/>
            <a:lstStyle/>
            <a:p>
              <a:pPr algn="ctr"/>
            </a:p>
          </p:txBody>
        </p:sp>
        <p:sp>
          <p:nvSpPr>
            <p:cNvPr id="307" name="hub"/>
            <p:cNvSpPr/>
            <p:nvPr/>
          </p:nvSpPr>
          <p:spPr>
            <a:xfrm>
              <a:off x="9932487" y="5109027"/>
              <a:ext cx="68945" cy="68945"/>
            </a:xfrm>
            <a:prstGeom prst="ellipse">
              <a:avLst/>
            </a:prstGeom>
            <a:solidFill>
              <a:srgbClr val="9AA0A6"/>
            </a:solidFill>
            <a:ln>
              <a:noFill/>
            </a:ln>
          </p:spPr>
          <p:txBody>
            <a:bodyPr rtlCol="0" anchor="ctr"/>
            <a:lstStyle/>
            <a:p>
              <a:pPr algn="ctr"/>
            </a:p>
          </p:txBody>
        </p:sp>
        <p:sp>
          <p:nvSpPr>
            <p:cNvPr id="308" name="wheel"/>
            <p:cNvSpPr/>
            <p:nvPr/>
          </p:nvSpPr>
          <p:spPr>
            <a:xfrm>
              <a:off x="10132694" y="5010912"/>
              <a:ext cx="265176" cy="265176"/>
            </a:xfrm>
            <a:prstGeom prst="ellipse">
              <a:avLst/>
            </a:prstGeom>
            <a:solidFill>
              <a:srgbClr val="1B1D21"/>
            </a:solidFill>
            <a:ln w="19050">
              <a:solidFill>
                <a:srgbClr val="9AA0A6"/>
              </a:solidFill>
            </a:ln>
          </p:spPr>
          <p:txBody>
            <a:bodyPr rtlCol="0" anchor="ctr"/>
            <a:lstStyle/>
            <a:p>
              <a:pPr algn="ctr"/>
            </a:p>
          </p:txBody>
        </p:sp>
        <p:sp>
          <p:nvSpPr>
            <p:cNvPr id="309" name="hub"/>
            <p:cNvSpPr/>
            <p:nvPr/>
          </p:nvSpPr>
          <p:spPr>
            <a:xfrm>
              <a:off x="10230810" y="5109027"/>
              <a:ext cx="68945" cy="68945"/>
            </a:xfrm>
            <a:prstGeom prst="ellipse">
              <a:avLst/>
            </a:prstGeom>
            <a:solidFill>
              <a:srgbClr val="9AA0A6"/>
            </a:solidFill>
            <a:ln>
              <a:noFill/>
            </a:ln>
          </p:spPr>
          <p:txBody>
            <a:bodyPr rtlCol="0" anchor="ctr"/>
            <a:lstStyle/>
            <a:p>
              <a:pPr algn="ctr"/>
            </a:p>
          </p:txBody>
        </p:sp>
        <p:sp>
          <p:nvSpPr>
            <p:cNvPr id="310" name="wheel"/>
            <p:cNvSpPr/>
            <p:nvPr/>
          </p:nvSpPr>
          <p:spPr>
            <a:xfrm>
              <a:off x="10431017" y="5010912"/>
              <a:ext cx="265176" cy="265176"/>
            </a:xfrm>
            <a:prstGeom prst="ellipse">
              <a:avLst/>
            </a:prstGeom>
            <a:solidFill>
              <a:srgbClr val="1B1D21"/>
            </a:solidFill>
            <a:ln w="19050">
              <a:solidFill>
                <a:srgbClr val="9AA0A6"/>
              </a:solidFill>
            </a:ln>
          </p:spPr>
          <p:txBody>
            <a:bodyPr rtlCol="0" anchor="ctr"/>
            <a:lstStyle/>
            <a:p>
              <a:pPr algn="ctr"/>
            </a:p>
          </p:txBody>
        </p:sp>
        <p:sp>
          <p:nvSpPr>
            <p:cNvPr id="311" name="hub"/>
            <p:cNvSpPr/>
            <p:nvPr/>
          </p:nvSpPr>
          <p:spPr>
            <a:xfrm>
              <a:off x="10529133" y="5109027"/>
              <a:ext cx="68945" cy="68945"/>
            </a:xfrm>
            <a:prstGeom prst="ellipse">
              <a:avLst/>
            </a:prstGeom>
            <a:solidFill>
              <a:srgbClr val="9AA0A6"/>
            </a:solidFill>
            <a:ln>
              <a:noFill/>
            </a:ln>
          </p:spPr>
          <p:txBody>
            <a:bodyPr rtlCol="0" anchor="ctr"/>
            <a:lstStyle/>
            <a:p>
              <a:pPr algn="ctr"/>
            </a:p>
          </p:txBody>
        </p:sp>
        <p:sp>
          <p:nvSpPr>
            <p:cNvPr id="312" name="wheel"/>
            <p:cNvSpPr/>
            <p:nvPr/>
          </p:nvSpPr>
          <p:spPr>
            <a:xfrm>
              <a:off x="10795634" y="5130241"/>
              <a:ext cx="145846" cy="145846"/>
            </a:xfrm>
            <a:prstGeom prst="ellipse">
              <a:avLst/>
            </a:prstGeom>
            <a:solidFill>
              <a:srgbClr val="1B1D21"/>
            </a:solidFill>
            <a:ln w="19050">
              <a:solidFill>
                <a:srgbClr val="9AA0A6"/>
              </a:solidFill>
            </a:ln>
          </p:spPr>
          <p:txBody>
            <a:bodyPr rtlCol="0" anchor="ctr"/>
            <a:lstStyle/>
            <a:p>
              <a:pPr algn="ctr"/>
            </a:p>
          </p:txBody>
        </p:sp>
        <p:sp>
          <p:nvSpPr>
            <p:cNvPr id="313" name="hub"/>
            <p:cNvSpPr/>
            <p:nvPr/>
          </p:nvSpPr>
          <p:spPr>
            <a:xfrm>
              <a:off x="10849598" y="5184204"/>
              <a:ext cx="37920" cy="37920"/>
            </a:xfrm>
            <a:prstGeom prst="ellipse">
              <a:avLst/>
            </a:prstGeom>
            <a:solidFill>
              <a:srgbClr val="9AA0A6"/>
            </a:solidFill>
            <a:ln>
              <a:noFill/>
            </a:ln>
          </p:spPr>
          <p:txBody>
            <a:bodyPr rtlCol="0" anchor="ctr"/>
            <a:lstStyle/>
            <a:p>
              <a:pPr algn="ctr"/>
            </a:p>
          </p:txBody>
        </p:sp>
        <p:sp>
          <p:nvSpPr>
            <p:cNvPr id="314" name="coupling rod"/>
            <p:cNvSpPr/>
            <p:nvPr/>
          </p:nvSpPr>
          <p:spPr>
            <a:xfrm>
              <a:off x="9370313" y="5067924"/>
              <a:ext cx="1193292" cy="18562"/>
            </a:xfrm>
            <a:prstGeom prst="rect">
              <a:avLst/>
            </a:prstGeom>
            <a:solidFill>
              <a:srgbClr val="D0D4D8"/>
            </a:solidFill>
            <a:ln>
              <a:noFill/>
            </a:ln>
          </p:spPr>
          <p:txBody>
            <a:bodyPr rtlCol="0" anchor="ctr"/>
            <a:lstStyle/>
            <a:p>
              <a:pPr algn="ctr"/>
            </a:p>
          </p:txBody>
        </p:sp>
        <p:sp>
          <p:nvSpPr>
            <p:cNvPr id="315" name="buffer beam"/>
            <p:cNvSpPr/>
            <p:nvPr/>
          </p:nvSpPr>
          <p:spPr>
            <a:xfrm>
              <a:off x="11259692" y="5024170"/>
              <a:ext cx="39776" cy="119329"/>
            </a:xfrm>
            <a:prstGeom prst="rect">
              <a:avLst/>
            </a:prstGeom>
            <a:solidFill>
              <a:srgbClr val="9AA0A6"/>
            </a:solidFill>
            <a:ln>
              <a:noFill/>
            </a:ln>
          </p:spPr>
          <p:txBody>
            <a:bodyPr rtlCol="0" anchor="ctr"/>
            <a:lstStyle/>
            <a:p>
              <a:pPr algn="ctr"/>
            </a:p>
          </p:txBody>
        </p:sp>
      </p:grpSp>
      <p:sp>
        <p:nvSpPr>
          <p:cNvPr id="31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17"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18" name="CAPTION"/>
          <p:cNvSpPr txBox="1"/>
          <p:nvPr/>
        </p:nvSpPr>
        <p:spPr>
          <a:xfrm>
            <a:off x="822960" y="5760720"/>
            <a:ext cx="786384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Every style gets a Small, a Medium and a Large. Each engine looks and behaves in its own way.</a:t>
            </a:r>
          </a:p>
        </p:txBody>
      </p:sp>
      <p:sp>
        <p:nvSpPr>
          <p:cNvPr id="319"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Different engines, same rules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Engines plugging into shared rules" descr="Three differently shaped example engines. Each has its own data card and plugs into one bar labelled Shared rules."/>
          <p:cNvGrpSpPr/>
          <p:nvPr/>
        </p:nvGrpSpPr>
        <p:grpSpPr>
          <a:xfrm>
            <a:off x="731520" y="1934870"/>
            <a:ext cx="10735056" cy="3396082"/>
            <a:chOff x="731520" y="1934870"/>
            <a:chExt cx="10735056" cy="3396082"/>
          </a:xfrm>
        </p:grpSpPr>
        <p:sp>
          <p:nvSpPr>
            <p:cNvPr id="5" name="rail"/>
            <p:cNvSpPr/>
            <p:nvPr/>
          </p:nvSpPr>
          <p:spPr>
            <a:xfrm>
              <a:off x="731520" y="3017520"/>
              <a:ext cx="3474720" cy="45720"/>
            </a:xfrm>
            <a:prstGeom prst="rect">
              <a:avLst/>
            </a:prstGeom>
            <a:solidFill>
              <a:srgbClr val="9AA0A6"/>
            </a:solidFill>
            <a:ln>
              <a:noFill/>
            </a:ln>
          </p:spPr>
          <p:txBody>
            <a:bodyPr rtlCol="0" anchor="ctr"/>
            <a:lstStyle/>
            <a:p>
              <a:pPr algn="ctr"/>
            </a:p>
          </p:txBody>
        </p:sp>
        <p:sp>
          <p:nvSpPr>
            <p:cNvPr id="6" name="tender frame"/>
            <p:cNvSpPr/>
            <p:nvPr/>
          </p:nvSpPr>
          <p:spPr>
            <a:xfrm>
              <a:off x="954862" y="2772232"/>
              <a:ext cx="693572" cy="76123"/>
            </a:xfrm>
            <a:prstGeom prst="rect">
              <a:avLst/>
            </a:prstGeom>
            <a:solidFill>
              <a:srgbClr val="3A3F47"/>
            </a:solidFill>
            <a:ln w="9525">
              <a:solidFill>
                <a:srgbClr val="9AA0A6"/>
              </a:solidFill>
            </a:ln>
          </p:spPr>
          <p:txBody>
            <a:bodyPr rtlCol="0" anchor="ctr"/>
            <a:lstStyle/>
            <a:p>
              <a:pPr algn="ctr"/>
            </a:p>
          </p:txBody>
        </p:sp>
        <p:sp>
          <p:nvSpPr>
            <p:cNvPr id="7" name="tender body"/>
            <p:cNvSpPr/>
            <p:nvPr/>
          </p:nvSpPr>
          <p:spPr>
            <a:xfrm>
              <a:off x="954862" y="2493111"/>
              <a:ext cx="693572" cy="279120"/>
            </a:xfrm>
            <a:prstGeom prst="roundRect">
              <a:avLst>
                <a:gd name="adj" fmla="val 3030"/>
              </a:avLst>
            </a:prstGeom>
            <a:solidFill>
              <a:srgbClr val="2BB5B0"/>
            </a:solidFill>
            <a:ln>
              <a:noFill/>
            </a:ln>
          </p:spPr>
          <p:txBody>
            <a:bodyPr rtlCol="0" anchor="ctr"/>
            <a:lstStyle/>
            <a:p>
              <a:pPr algn="ctr"/>
            </a:p>
          </p:txBody>
        </p:sp>
        <p:sp>
          <p:nvSpPr>
            <p:cNvPr id="8" name="tender coal"/>
            <p:cNvSpPr/>
            <p:nvPr/>
          </p:nvSpPr>
          <p:spPr>
            <a:xfrm>
              <a:off x="980236" y="2374696"/>
              <a:ext cx="642824" cy="118415"/>
            </a:xfrm>
            <a:custGeom>
              <a:avLst/>
              <a:gdLst/>
              <a:ahLst/>
              <a:cxnLst/>
              <a:rect l="l" t="t" r="r" b="b"/>
              <a:pathLst>
                <a:path w="642824" h="118415">
                  <a:moveTo>
                    <a:pt x="0" y="118415"/>
                  </a:moveTo>
                  <a:lnTo>
                    <a:pt x="126873" y="8458"/>
                  </a:lnTo>
                  <a:lnTo>
                    <a:pt x="380619" y="0"/>
                  </a:lnTo>
                  <a:lnTo>
                    <a:pt x="642824" y="118415"/>
                  </a:lnTo>
                  <a:close/>
                </a:path>
              </a:pathLst>
            </a:custGeom>
            <a:solidFill>
              <a:srgbClr val="1B1D21"/>
            </a:solidFill>
            <a:ln w="12700">
              <a:solidFill>
                <a:srgbClr val="6B7078"/>
              </a:solidFill>
            </a:ln>
          </p:spPr>
          <p:txBody>
            <a:bodyPr rtlCol="0" anchor="ctr"/>
            <a:lstStyle/>
            <a:p>
              <a:pPr algn="ctr"/>
            </a:p>
          </p:txBody>
        </p:sp>
        <p:sp>
          <p:nvSpPr>
            <p:cNvPr id="9" name="coupling"/>
            <p:cNvSpPr/>
            <p:nvPr/>
          </p:nvSpPr>
          <p:spPr>
            <a:xfrm>
              <a:off x="1648434" y="2670733"/>
              <a:ext cx="59207" cy="25374"/>
            </a:xfrm>
            <a:prstGeom prst="rect">
              <a:avLst/>
            </a:prstGeom>
            <a:solidFill>
              <a:srgbClr val="9AA0A6"/>
            </a:solidFill>
            <a:ln>
              <a:noFill/>
            </a:ln>
          </p:spPr>
          <p:txBody>
            <a:bodyPr rtlCol="0" anchor="ctr"/>
            <a:lstStyle/>
            <a:p>
              <a:pPr algn="ctr"/>
            </a:p>
          </p:txBody>
        </p:sp>
        <p:sp>
          <p:nvSpPr>
            <p:cNvPr id="10" name="wheel"/>
            <p:cNvSpPr/>
            <p:nvPr/>
          </p:nvSpPr>
          <p:spPr>
            <a:xfrm>
              <a:off x="1005611" y="2780690"/>
              <a:ext cx="236829" cy="236829"/>
            </a:xfrm>
            <a:prstGeom prst="ellipse">
              <a:avLst/>
            </a:prstGeom>
            <a:solidFill>
              <a:srgbClr val="1B1D21"/>
            </a:solidFill>
            <a:ln w="19050">
              <a:solidFill>
                <a:srgbClr val="9AA0A6"/>
              </a:solidFill>
            </a:ln>
          </p:spPr>
          <p:txBody>
            <a:bodyPr rtlCol="0" anchor="ctr"/>
            <a:lstStyle/>
            <a:p>
              <a:pPr algn="ctr"/>
            </a:p>
          </p:txBody>
        </p:sp>
        <p:sp>
          <p:nvSpPr>
            <p:cNvPr id="11" name="hub"/>
            <p:cNvSpPr/>
            <p:nvPr/>
          </p:nvSpPr>
          <p:spPr>
            <a:xfrm>
              <a:off x="1093238" y="2868317"/>
              <a:ext cx="61575" cy="61575"/>
            </a:xfrm>
            <a:prstGeom prst="ellipse">
              <a:avLst/>
            </a:prstGeom>
            <a:solidFill>
              <a:srgbClr val="9AA0A6"/>
            </a:solidFill>
            <a:ln>
              <a:noFill/>
            </a:ln>
          </p:spPr>
          <p:txBody>
            <a:bodyPr rtlCol="0" anchor="ctr"/>
            <a:lstStyle/>
            <a:p>
              <a:pPr algn="ctr"/>
            </a:p>
          </p:txBody>
        </p:sp>
        <p:sp>
          <p:nvSpPr>
            <p:cNvPr id="12" name="wheel"/>
            <p:cNvSpPr/>
            <p:nvPr/>
          </p:nvSpPr>
          <p:spPr>
            <a:xfrm>
              <a:off x="1360855" y="2780690"/>
              <a:ext cx="236829" cy="236829"/>
            </a:xfrm>
            <a:prstGeom prst="ellipse">
              <a:avLst/>
            </a:prstGeom>
            <a:solidFill>
              <a:srgbClr val="1B1D21"/>
            </a:solidFill>
            <a:ln w="19050">
              <a:solidFill>
                <a:srgbClr val="9AA0A6"/>
              </a:solidFill>
            </a:ln>
          </p:spPr>
          <p:txBody>
            <a:bodyPr rtlCol="0" anchor="ctr"/>
            <a:lstStyle/>
            <a:p>
              <a:pPr algn="ctr"/>
            </a:p>
          </p:txBody>
        </p:sp>
        <p:sp>
          <p:nvSpPr>
            <p:cNvPr id="13" name="hub"/>
            <p:cNvSpPr/>
            <p:nvPr/>
          </p:nvSpPr>
          <p:spPr>
            <a:xfrm>
              <a:off x="1448482" y="2868317"/>
              <a:ext cx="61575" cy="61575"/>
            </a:xfrm>
            <a:prstGeom prst="ellipse">
              <a:avLst/>
            </a:prstGeom>
            <a:solidFill>
              <a:srgbClr val="9AA0A6"/>
            </a:solidFill>
            <a:ln>
              <a:noFill/>
            </a:ln>
          </p:spPr>
          <p:txBody>
            <a:bodyPr rtlCol="0" anchor="ctr"/>
            <a:lstStyle/>
            <a:p>
              <a:pPr algn="ctr"/>
            </a:p>
          </p:txBody>
        </p:sp>
        <p:sp>
          <p:nvSpPr>
            <p:cNvPr id="14" name="frame"/>
            <p:cNvSpPr/>
            <p:nvPr/>
          </p:nvSpPr>
          <p:spPr>
            <a:xfrm>
              <a:off x="1707642" y="2772232"/>
              <a:ext cx="2224506" cy="76123"/>
            </a:xfrm>
            <a:prstGeom prst="rect">
              <a:avLst/>
            </a:prstGeom>
            <a:solidFill>
              <a:srgbClr val="3A3F47"/>
            </a:solidFill>
            <a:ln w="9525">
              <a:solidFill>
                <a:srgbClr val="9AA0A6"/>
              </a:solidFill>
            </a:ln>
          </p:spPr>
          <p:txBody>
            <a:bodyPr rtlCol="0" anchor="ctr"/>
            <a:lstStyle/>
            <a:p>
              <a:pPr algn="ctr"/>
            </a:p>
          </p:txBody>
        </p:sp>
        <p:sp>
          <p:nvSpPr>
            <p:cNvPr id="15" name="cab"/>
            <p:cNvSpPr/>
            <p:nvPr/>
          </p:nvSpPr>
          <p:spPr>
            <a:xfrm>
              <a:off x="1707642" y="2307031"/>
              <a:ext cx="338328" cy="465201"/>
            </a:xfrm>
            <a:prstGeom prst="roundRect">
              <a:avLst>
                <a:gd name="adj" fmla="val 2500"/>
              </a:avLst>
            </a:prstGeom>
            <a:solidFill>
              <a:srgbClr val="2BB5B0"/>
            </a:solidFill>
            <a:ln>
              <a:noFill/>
            </a:ln>
          </p:spPr>
          <p:txBody>
            <a:bodyPr rtlCol="0" anchor="ctr"/>
            <a:lstStyle/>
            <a:p>
              <a:pPr algn="ctr"/>
            </a:p>
          </p:txBody>
        </p:sp>
        <p:sp>
          <p:nvSpPr>
            <p:cNvPr id="16" name="cab roof"/>
            <p:cNvSpPr/>
            <p:nvPr/>
          </p:nvSpPr>
          <p:spPr>
            <a:xfrm>
              <a:off x="1690725" y="2264740"/>
              <a:ext cx="372160" cy="42291"/>
            </a:xfrm>
            <a:prstGeom prst="rect">
              <a:avLst/>
            </a:prstGeom>
            <a:solidFill>
              <a:srgbClr val="3A3F47"/>
            </a:solidFill>
            <a:ln w="9525">
              <a:solidFill>
                <a:srgbClr val="9AA0A6"/>
              </a:solidFill>
            </a:ln>
          </p:spPr>
          <p:txBody>
            <a:bodyPr rtlCol="0" anchor="ctr"/>
            <a:lstStyle/>
            <a:p>
              <a:pPr algn="ctr"/>
            </a:p>
          </p:txBody>
        </p:sp>
        <p:sp>
          <p:nvSpPr>
            <p:cNvPr id="17" name="cab window"/>
            <p:cNvSpPr/>
            <p:nvPr/>
          </p:nvSpPr>
          <p:spPr>
            <a:xfrm>
              <a:off x="1792224" y="2374696"/>
              <a:ext cx="152247" cy="152247"/>
            </a:xfrm>
            <a:prstGeom prst="rect">
              <a:avLst/>
            </a:prstGeom>
            <a:solidFill>
              <a:srgbClr val="1B1D21"/>
            </a:solidFill>
            <a:ln>
              <a:noFill/>
            </a:ln>
          </p:spPr>
          <p:txBody>
            <a:bodyPr rtlCol="0" anchor="ctr"/>
            <a:lstStyle/>
            <a:p>
              <a:pPr algn="ctr"/>
            </a:p>
          </p:txBody>
        </p:sp>
        <p:sp>
          <p:nvSpPr>
            <p:cNvPr id="18" name="boiler"/>
            <p:cNvSpPr/>
            <p:nvPr/>
          </p:nvSpPr>
          <p:spPr>
            <a:xfrm>
              <a:off x="2045970" y="2349322"/>
              <a:ext cx="1717014" cy="338328"/>
            </a:xfrm>
            <a:prstGeom prst="roundRect">
              <a:avLst>
                <a:gd name="adj" fmla="val 25000"/>
              </a:avLst>
            </a:prstGeom>
            <a:solidFill>
              <a:srgbClr val="2BB5B0"/>
            </a:solidFill>
            <a:ln>
              <a:noFill/>
            </a:ln>
          </p:spPr>
          <p:txBody>
            <a:bodyPr rtlCol="0" anchor="ctr"/>
            <a:lstStyle/>
            <a:p>
              <a:pPr algn="ctr"/>
            </a:p>
          </p:txBody>
        </p:sp>
        <p:sp>
          <p:nvSpPr>
            <p:cNvPr id="19" name="boiler band"/>
            <p:cNvSpPr/>
            <p:nvPr/>
          </p:nvSpPr>
          <p:spPr>
            <a:xfrm>
              <a:off x="2561074" y="2349322"/>
              <a:ext cx="11841" cy="338328"/>
            </a:xfrm>
            <a:prstGeom prst="rect">
              <a:avLst/>
            </a:prstGeom>
            <a:solidFill>
              <a:srgbClr val="1E827E"/>
            </a:solidFill>
            <a:ln>
              <a:noFill/>
            </a:ln>
          </p:spPr>
          <p:txBody>
            <a:bodyPr rtlCol="0" anchor="ctr"/>
            <a:lstStyle/>
            <a:p>
              <a:pPr algn="ctr"/>
            </a:p>
          </p:txBody>
        </p:sp>
        <p:sp>
          <p:nvSpPr>
            <p:cNvPr id="20" name="boiler band"/>
            <p:cNvSpPr/>
            <p:nvPr/>
          </p:nvSpPr>
          <p:spPr>
            <a:xfrm>
              <a:off x="2990328" y="2349322"/>
              <a:ext cx="11841" cy="338328"/>
            </a:xfrm>
            <a:prstGeom prst="rect">
              <a:avLst/>
            </a:prstGeom>
            <a:solidFill>
              <a:srgbClr val="1E827E"/>
            </a:solidFill>
            <a:ln>
              <a:noFill/>
            </a:ln>
          </p:spPr>
          <p:txBody>
            <a:bodyPr rtlCol="0" anchor="ctr"/>
            <a:lstStyle/>
            <a:p>
              <a:pPr algn="ctr"/>
            </a:p>
          </p:txBody>
        </p:sp>
        <p:sp>
          <p:nvSpPr>
            <p:cNvPr id="21" name="boiler band"/>
            <p:cNvSpPr/>
            <p:nvPr/>
          </p:nvSpPr>
          <p:spPr>
            <a:xfrm>
              <a:off x="3419581" y="2349322"/>
              <a:ext cx="11841" cy="338328"/>
            </a:xfrm>
            <a:prstGeom prst="rect">
              <a:avLst/>
            </a:prstGeom>
            <a:solidFill>
              <a:srgbClr val="1E827E"/>
            </a:solidFill>
            <a:ln>
              <a:noFill/>
            </a:ln>
          </p:spPr>
          <p:txBody>
            <a:bodyPr rtlCol="0" anchor="ctr"/>
            <a:lstStyle/>
            <a:p>
              <a:pPr algn="ctr"/>
            </a:p>
          </p:txBody>
        </p:sp>
        <p:sp>
          <p:nvSpPr>
            <p:cNvPr id="22" name="smokebox"/>
            <p:cNvSpPr/>
            <p:nvPr/>
          </p:nvSpPr>
          <p:spPr>
            <a:xfrm>
              <a:off x="3762984" y="2349322"/>
              <a:ext cx="169164" cy="338328"/>
            </a:xfrm>
            <a:prstGeom prst="roundRect">
              <a:avLst>
                <a:gd name="adj" fmla="val 11999"/>
              </a:avLst>
            </a:prstGeom>
            <a:solidFill>
              <a:srgbClr val="4A515B"/>
            </a:solidFill>
            <a:ln>
              <a:noFill/>
            </a:ln>
          </p:spPr>
          <p:txBody>
            <a:bodyPr rtlCol="0" anchor="ctr"/>
            <a:lstStyle/>
            <a:p>
              <a:pPr algn="ctr"/>
            </a:p>
          </p:txBody>
        </p:sp>
        <p:sp>
          <p:nvSpPr>
            <p:cNvPr id="23" name="chimney"/>
            <p:cNvSpPr/>
            <p:nvPr/>
          </p:nvSpPr>
          <p:spPr>
            <a:xfrm>
              <a:off x="3796817" y="2171700"/>
              <a:ext cx="101498" cy="177622"/>
            </a:xfrm>
            <a:prstGeom prst="rect">
              <a:avLst/>
            </a:prstGeom>
            <a:solidFill>
              <a:srgbClr val="3A3F47"/>
            </a:solidFill>
            <a:ln w="9525">
              <a:solidFill>
                <a:srgbClr val="9AA0A6"/>
              </a:solidFill>
            </a:ln>
          </p:spPr>
          <p:txBody>
            <a:bodyPr rtlCol="0" anchor="ctr"/>
            <a:lstStyle/>
            <a:p>
              <a:pPr algn="ctr"/>
            </a:p>
          </p:txBody>
        </p:sp>
        <p:sp>
          <p:nvSpPr>
            <p:cNvPr id="24" name="chimney lip"/>
            <p:cNvSpPr/>
            <p:nvPr/>
          </p:nvSpPr>
          <p:spPr>
            <a:xfrm>
              <a:off x="3771442" y="2146325"/>
              <a:ext cx="152247" cy="42291"/>
            </a:xfrm>
            <a:prstGeom prst="rect">
              <a:avLst/>
            </a:prstGeom>
            <a:solidFill>
              <a:srgbClr val="3A3F47"/>
            </a:solidFill>
            <a:ln w="9525">
              <a:solidFill>
                <a:srgbClr val="9AA0A6"/>
              </a:solidFill>
            </a:ln>
          </p:spPr>
          <p:txBody>
            <a:bodyPr rtlCol="0" anchor="ctr"/>
            <a:lstStyle/>
            <a:p>
              <a:pPr algn="ctr"/>
            </a:p>
          </p:txBody>
        </p:sp>
        <p:sp>
          <p:nvSpPr>
            <p:cNvPr id="25" name="dome"/>
            <p:cNvSpPr/>
            <p:nvPr/>
          </p:nvSpPr>
          <p:spPr>
            <a:xfrm>
              <a:off x="2732775" y="2256282"/>
              <a:ext cx="152247" cy="93040"/>
            </a:xfrm>
            <a:prstGeom prst="roundRect">
              <a:avLst>
                <a:gd name="adj" fmla="val 36363"/>
              </a:avLst>
            </a:prstGeom>
            <a:solidFill>
              <a:srgbClr val="2BB5B0"/>
            </a:solidFill>
            <a:ln>
              <a:noFill/>
            </a:ln>
          </p:spPr>
          <p:txBody>
            <a:bodyPr rtlCol="0" anchor="ctr"/>
            <a:lstStyle/>
            <a:p>
              <a:pPr algn="ctr"/>
            </a:p>
          </p:txBody>
        </p:sp>
        <p:sp>
          <p:nvSpPr>
            <p:cNvPr id="26" name="wheel"/>
            <p:cNvSpPr/>
            <p:nvPr/>
          </p:nvSpPr>
          <p:spPr>
            <a:xfrm>
              <a:off x="1733016" y="2679191"/>
              <a:ext cx="338328" cy="338328"/>
            </a:xfrm>
            <a:prstGeom prst="ellipse">
              <a:avLst/>
            </a:prstGeom>
            <a:solidFill>
              <a:srgbClr val="1B1D21"/>
            </a:solidFill>
            <a:ln w="19050">
              <a:solidFill>
                <a:srgbClr val="9AA0A6"/>
              </a:solidFill>
            </a:ln>
          </p:spPr>
          <p:txBody>
            <a:bodyPr rtlCol="0" anchor="ctr"/>
            <a:lstStyle/>
            <a:p>
              <a:pPr algn="ctr"/>
            </a:p>
          </p:txBody>
        </p:sp>
        <p:sp>
          <p:nvSpPr>
            <p:cNvPr id="27" name="hub"/>
            <p:cNvSpPr/>
            <p:nvPr/>
          </p:nvSpPr>
          <p:spPr>
            <a:xfrm>
              <a:off x="1858197" y="2804373"/>
              <a:ext cx="87965" cy="87965"/>
            </a:xfrm>
            <a:prstGeom prst="ellipse">
              <a:avLst/>
            </a:prstGeom>
            <a:solidFill>
              <a:srgbClr val="9AA0A6"/>
            </a:solidFill>
            <a:ln>
              <a:noFill/>
            </a:ln>
          </p:spPr>
          <p:txBody>
            <a:bodyPr rtlCol="0" anchor="ctr"/>
            <a:lstStyle/>
            <a:p>
              <a:pPr algn="ctr"/>
            </a:p>
          </p:txBody>
        </p:sp>
        <p:sp>
          <p:nvSpPr>
            <p:cNvPr id="28" name="wheel"/>
            <p:cNvSpPr/>
            <p:nvPr/>
          </p:nvSpPr>
          <p:spPr>
            <a:xfrm>
              <a:off x="2113635" y="2679191"/>
              <a:ext cx="338328" cy="338328"/>
            </a:xfrm>
            <a:prstGeom prst="ellipse">
              <a:avLst/>
            </a:prstGeom>
            <a:solidFill>
              <a:srgbClr val="1B1D21"/>
            </a:solidFill>
            <a:ln w="19050">
              <a:solidFill>
                <a:srgbClr val="9AA0A6"/>
              </a:solidFill>
            </a:ln>
          </p:spPr>
          <p:txBody>
            <a:bodyPr rtlCol="0" anchor="ctr"/>
            <a:lstStyle/>
            <a:p>
              <a:pPr algn="ctr"/>
            </a:p>
          </p:txBody>
        </p:sp>
        <p:sp>
          <p:nvSpPr>
            <p:cNvPr id="29" name="hub"/>
            <p:cNvSpPr/>
            <p:nvPr/>
          </p:nvSpPr>
          <p:spPr>
            <a:xfrm>
              <a:off x="2238816" y="2804373"/>
              <a:ext cx="87965" cy="87965"/>
            </a:xfrm>
            <a:prstGeom prst="ellipse">
              <a:avLst/>
            </a:prstGeom>
            <a:solidFill>
              <a:srgbClr val="9AA0A6"/>
            </a:solidFill>
            <a:ln>
              <a:noFill/>
            </a:ln>
          </p:spPr>
          <p:txBody>
            <a:bodyPr rtlCol="0" anchor="ctr"/>
            <a:lstStyle/>
            <a:p>
              <a:pPr algn="ctr"/>
            </a:p>
          </p:txBody>
        </p:sp>
        <p:sp>
          <p:nvSpPr>
            <p:cNvPr id="30" name="wheel"/>
            <p:cNvSpPr/>
            <p:nvPr/>
          </p:nvSpPr>
          <p:spPr>
            <a:xfrm>
              <a:off x="2494254" y="2679191"/>
              <a:ext cx="338328" cy="338328"/>
            </a:xfrm>
            <a:prstGeom prst="ellipse">
              <a:avLst/>
            </a:prstGeom>
            <a:solidFill>
              <a:srgbClr val="1B1D21"/>
            </a:solidFill>
            <a:ln w="19050">
              <a:solidFill>
                <a:srgbClr val="9AA0A6"/>
              </a:solidFill>
            </a:ln>
          </p:spPr>
          <p:txBody>
            <a:bodyPr rtlCol="0" anchor="ctr"/>
            <a:lstStyle/>
            <a:p>
              <a:pPr algn="ctr"/>
            </a:p>
          </p:txBody>
        </p:sp>
        <p:sp>
          <p:nvSpPr>
            <p:cNvPr id="31" name="hub"/>
            <p:cNvSpPr/>
            <p:nvPr/>
          </p:nvSpPr>
          <p:spPr>
            <a:xfrm>
              <a:off x="2619435" y="2804373"/>
              <a:ext cx="87965" cy="87965"/>
            </a:xfrm>
            <a:prstGeom prst="ellipse">
              <a:avLst/>
            </a:prstGeom>
            <a:solidFill>
              <a:srgbClr val="9AA0A6"/>
            </a:solidFill>
            <a:ln>
              <a:noFill/>
            </a:ln>
          </p:spPr>
          <p:txBody>
            <a:bodyPr rtlCol="0" anchor="ctr"/>
            <a:lstStyle/>
            <a:p>
              <a:pPr algn="ctr"/>
            </a:p>
          </p:txBody>
        </p:sp>
        <p:sp>
          <p:nvSpPr>
            <p:cNvPr id="32" name="wheel"/>
            <p:cNvSpPr/>
            <p:nvPr/>
          </p:nvSpPr>
          <p:spPr>
            <a:xfrm>
              <a:off x="2874873" y="2679191"/>
              <a:ext cx="338328" cy="338328"/>
            </a:xfrm>
            <a:prstGeom prst="ellipse">
              <a:avLst/>
            </a:prstGeom>
            <a:solidFill>
              <a:srgbClr val="1B1D21"/>
            </a:solidFill>
            <a:ln w="19050">
              <a:solidFill>
                <a:srgbClr val="9AA0A6"/>
              </a:solidFill>
            </a:ln>
          </p:spPr>
          <p:txBody>
            <a:bodyPr rtlCol="0" anchor="ctr"/>
            <a:lstStyle/>
            <a:p>
              <a:pPr algn="ctr"/>
            </a:p>
          </p:txBody>
        </p:sp>
        <p:sp>
          <p:nvSpPr>
            <p:cNvPr id="33" name="hub"/>
            <p:cNvSpPr/>
            <p:nvPr/>
          </p:nvSpPr>
          <p:spPr>
            <a:xfrm>
              <a:off x="3000054" y="2804373"/>
              <a:ext cx="87965" cy="87965"/>
            </a:xfrm>
            <a:prstGeom prst="ellipse">
              <a:avLst/>
            </a:prstGeom>
            <a:solidFill>
              <a:srgbClr val="9AA0A6"/>
            </a:solidFill>
            <a:ln>
              <a:noFill/>
            </a:ln>
          </p:spPr>
          <p:txBody>
            <a:bodyPr rtlCol="0" anchor="ctr"/>
            <a:lstStyle/>
            <a:p>
              <a:pPr algn="ctr"/>
            </a:p>
          </p:txBody>
        </p:sp>
        <p:sp>
          <p:nvSpPr>
            <p:cNvPr id="34" name="wheel"/>
            <p:cNvSpPr/>
            <p:nvPr/>
          </p:nvSpPr>
          <p:spPr>
            <a:xfrm>
              <a:off x="3340074" y="2831439"/>
              <a:ext cx="186080" cy="186080"/>
            </a:xfrm>
            <a:prstGeom prst="ellipse">
              <a:avLst/>
            </a:prstGeom>
            <a:solidFill>
              <a:srgbClr val="1B1D21"/>
            </a:solidFill>
            <a:ln w="19050">
              <a:solidFill>
                <a:srgbClr val="9AA0A6"/>
              </a:solidFill>
            </a:ln>
          </p:spPr>
          <p:txBody>
            <a:bodyPr rtlCol="0" anchor="ctr"/>
            <a:lstStyle/>
            <a:p>
              <a:pPr algn="ctr"/>
            </a:p>
          </p:txBody>
        </p:sp>
        <p:sp>
          <p:nvSpPr>
            <p:cNvPr id="35" name="hub"/>
            <p:cNvSpPr/>
            <p:nvPr/>
          </p:nvSpPr>
          <p:spPr>
            <a:xfrm>
              <a:off x="3408924" y="2900289"/>
              <a:ext cx="48380" cy="48380"/>
            </a:xfrm>
            <a:prstGeom prst="ellipse">
              <a:avLst/>
            </a:prstGeom>
            <a:solidFill>
              <a:srgbClr val="9AA0A6"/>
            </a:solidFill>
            <a:ln>
              <a:noFill/>
            </a:ln>
          </p:spPr>
          <p:txBody>
            <a:bodyPr rtlCol="0" anchor="ctr"/>
            <a:lstStyle/>
            <a:p>
              <a:pPr algn="ctr"/>
            </a:p>
          </p:txBody>
        </p:sp>
        <p:sp>
          <p:nvSpPr>
            <p:cNvPr id="36" name="coupling rod"/>
            <p:cNvSpPr/>
            <p:nvPr/>
          </p:nvSpPr>
          <p:spPr>
            <a:xfrm>
              <a:off x="1902180" y="2751932"/>
              <a:ext cx="1141857" cy="23682"/>
            </a:xfrm>
            <a:prstGeom prst="rect">
              <a:avLst/>
            </a:prstGeom>
            <a:solidFill>
              <a:srgbClr val="D0D4D8"/>
            </a:solidFill>
            <a:ln>
              <a:noFill/>
            </a:ln>
          </p:spPr>
          <p:txBody>
            <a:bodyPr rtlCol="0" anchor="ctr"/>
            <a:lstStyle/>
            <a:p>
              <a:pPr algn="ctr"/>
            </a:p>
          </p:txBody>
        </p:sp>
        <p:sp>
          <p:nvSpPr>
            <p:cNvPr id="37" name="buffer beam"/>
            <p:cNvSpPr/>
            <p:nvPr/>
          </p:nvSpPr>
          <p:spPr>
            <a:xfrm>
              <a:off x="3932148" y="2696108"/>
              <a:ext cx="50749" cy="152247"/>
            </a:xfrm>
            <a:prstGeom prst="rect">
              <a:avLst/>
            </a:prstGeom>
            <a:solidFill>
              <a:srgbClr val="9AA0A6"/>
            </a:solidFill>
            <a:ln>
              <a:noFill/>
            </a:ln>
          </p:spPr>
          <p:txBody>
            <a:bodyPr rtlCol="0" anchor="ctr"/>
            <a:lstStyle/>
            <a:p>
              <a:pPr algn="ctr"/>
            </a:p>
          </p:txBody>
        </p:sp>
        <p:sp>
          <p:nvSpPr>
            <p:cNvPr id="38" name="data card"/>
            <p:cNvSpPr/>
            <p:nvPr/>
          </p:nvSpPr>
          <p:spPr>
            <a:xfrm>
              <a:off x="1417320" y="3337560"/>
              <a:ext cx="2103120" cy="566928"/>
            </a:xfrm>
            <a:prstGeom prst="roundRect">
              <a:avLst>
                <a:gd name="adj" fmla="val 12903"/>
              </a:avLst>
            </a:prstGeom>
            <a:solidFill>
              <a:srgbClr val="343A43"/>
            </a:solidFill>
            <a:ln w="25400">
              <a:solidFill>
                <a:srgbClr val="F28C28"/>
              </a:solidFill>
            </a:ln>
          </p:spPr>
          <p:txBody>
            <a:bodyPr rtlCol="0" anchor="ctr"/>
            <a:lstStyle/>
            <a:p>
              <a:pPr algn="ctr"/>
            </a:p>
          </p:txBody>
        </p:sp>
        <p:sp>
          <p:nvSpPr>
            <p:cNvPr id="39" name="card icon"/>
            <p:cNvSpPr/>
            <p:nvPr/>
          </p:nvSpPr>
          <p:spPr>
            <a:xfrm>
              <a:off x="1554480" y="3474720"/>
              <a:ext cx="274320" cy="292608"/>
            </a:xfrm>
            <a:prstGeom prst="roundRect">
              <a:avLst>
                <a:gd name="adj" fmla="val 10000"/>
              </a:avLst>
            </a:prstGeom>
            <a:solidFill>
              <a:srgbClr val="F2F2F2"/>
            </a:solidFill>
            <a:ln>
              <a:noFill/>
            </a:ln>
          </p:spPr>
          <p:txBody>
            <a:bodyPr rtlCol="0" anchor="ctr"/>
            <a:lstStyle/>
            <a:p>
              <a:pPr algn="ctr"/>
            </a:p>
          </p:txBody>
        </p:sp>
        <p:sp>
          <p:nvSpPr>
            <p:cNvPr id="40" name="card icon line"/>
            <p:cNvSpPr/>
            <p:nvPr/>
          </p:nvSpPr>
          <p:spPr>
            <a:xfrm>
              <a:off x="1609344" y="3529584"/>
              <a:ext cx="164592" cy="27432"/>
            </a:xfrm>
            <a:prstGeom prst="rect">
              <a:avLst/>
            </a:prstGeom>
            <a:solidFill>
              <a:srgbClr val="4A515B"/>
            </a:solidFill>
            <a:ln>
              <a:noFill/>
            </a:ln>
          </p:spPr>
          <p:txBody>
            <a:bodyPr rtlCol="0" anchor="ctr"/>
            <a:lstStyle/>
            <a:p>
              <a:pPr algn="ctr"/>
            </a:p>
          </p:txBody>
        </p:sp>
        <p:sp>
          <p:nvSpPr>
            <p:cNvPr id="41" name="card icon line"/>
            <p:cNvSpPr/>
            <p:nvPr/>
          </p:nvSpPr>
          <p:spPr>
            <a:xfrm>
              <a:off x="1609344" y="3602736"/>
              <a:ext cx="164592" cy="27432"/>
            </a:xfrm>
            <a:prstGeom prst="rect">
              <a:avLst/>
            </a:prstGeom>
            <a:solidFill>
              <a:srgbClr val="4A515B"/>
            </a:solidFill>
            <a:ln>
              <a:noFill/>
            </a:ln>
          </p:spPr>
          <p:txBody>
            <a:bodyPr rtlCol="0" anchor="ctr"/>
            <a:lstStyle/>
            <a:p>
              <a:pPr algn="ctr"/>
            </a:p>
          </p:txBody>
        </p:sp>
        <p:sp>
          <p:nvSpPr>
            <p:cNvPr id="42" name="card icon line"/>
            <p:cNvSpPr/>
            <p:nvPr/>
          </p:nvSpPr>
          <p:spPr>
            <a:xfrm>
              <a:off x="1609344" y="3675887"/>
              <a:ext cx="164592" cy="27432"/>
            </a:xfrm>
            <a:prstGeom prst="rect">
              <a:avLst/>
            </a:prstGeom>
            <a:solidFill>
              <a:srgbClr val="4A515B"/>
            </a:solidFill>
            <a:ln>
              <a:noFill/>
            </a:ln>
          </p:spPr>
          <p:txBody>
            <a:bodyPr rtlCol="0" anchor="ctr"/>
            <a:lstStyle/>
            <a:p>
              <a:pPr algn="ctr"/>
            </a:p>
          </p:txBody>
        </p:sp>
        <p:sp>
          <p:nvSpPr>
            <p:cNvPr id="43" name="card label"/>
            <p:cNvSpPr txBox="1"/>
            <p:nvPr/>
          </p:nvSpPr>
          <p:spPr>
            <a:xfrm>
              <a:off x="1901952" y="3337560"/>
              <a:ext cx="1600200" cy="566928"/>
            </a:xfrm>
            <a:prstGeom prst="rect">
              <a:avLst/>
            </a:prstGeom>
            <a:noFill/>
          </p:spPr>
          <p:txBody>
            <a:bodyPr wrap="square" anchor="ctr" lIns="18288" tIns="9144" rIns="18288" bIns="9144">
              <a:noAutofit/>
            </a:bodyPr>
            <a:lstStyle/>
            <a:p>
              <a:pPr algn="l"/>
              <a:r>
                <a:rPr sz="1400" b="1" i="0" lang="en-GB">
                  <a:solidFill>
                    <a:srgbClr val="F2F2F2"/>
                  </a:solidFill>
                  <a:latin typeface="Arial"/>
                </a:rPr>
                <a:t>Own data card</a:t>
              </a:r>
            </a:p>
          </p:txBody>
        </p:sp>
        <p:cxnSp>
          <p:nvCxnSpPr>
            <p:cNvPr id="44" name="plug lead"/>
            <p:cNvCxnSpPr/>
            <p:nvPr/>
          </p:nvCxnSpPr>
          <p:spPr>
            <a:xfrm>
              <a:off x="2468880" y="3904487"/>
              <a:ext cx="0" cy="466345"/>
            </a:xfrm>
            <a:prstGeom prst="line">
              <a:avLst/>
            </a:prstGeom>
            <a:ln w="31750">
              <a:solidFill>
                <a:srgbClr val="9AA0A6"/>
              </a:solidFill>
            </a:ln>
          </p:spPr>
        </p:cxnSp>
        <p:sp>
          <p:nvSpPr>
            <p:cNvPr id="45" name="plug head"/>
            <p:cNvSpPr/>
            <p:nvPr/>
          </p:nvSpPr>
          <p:spPr>
            <a:xfrm>
              <a:off x="2286000" y="4297680"/>
              <a:ext cx="365760" cy="256032"/>
            </a:xfrm>
            <a:prstGeom prst="roundRect">
              <a:avLst>
                <a:gd name="adj" fmla="val 14285"/>
              </a:avLst>
            </a:prstGeom>
            <a:solidFill>
              <a:srgbClr val="F28C28"/>
            </a:solidFill>
            <a:ln>
              <a:noFill/>
            </a:ln>
          </p:spPr>
          <p:txBody>
            <a:bodyPr rtlCol="0" anchor="ctr"/>
            <a:lstStyle/>
            <a:p>
              <a:pPr algn="ctr"/>
            </a:p>
          </p:txBody>
        </p:sp>
        <p:sp>
          <p:nvSpPr>
            <p:cNvPr id="46" name="plug prong"/>
            <p:cNvSpPr/>
            <p:nvPr/>
          </p:nvSpPr>
          <p:spPr>
            <a:xfrm>
              <a:off x="2377440" y="4553712"/>
              <a:ext cx="54864" cy="128016"/>
            </a:xfrm>
            <a:prstGeom prst="rect">
              <a:avLst/>
            </a:prstGeom>
            <a:solidFill>
              <a:srgbClr val="F28C28"/>
            </a:solidFill>
            <a:ln>
              <a:noFill/>
            </a:ln>
          </p:spPr>
          <p:txBody>
            <a:bodyPr rtlCol="0" anchor="ctr"/>
            <a:lstStyle/>
            <a:p>
              <a:pPr algn="ctr"/>
            </a:p>
          </p:txBody>
        </p:sp>
        <p:sp>
          <p:nvSpPr>
            <p:cNvPr id="47" name="plug prong"/>
            <p:cNvSpPr/>
            <p:nvPr/>
          </p:nvSpPr>
          <p:spPr>
            <a:xfrm>
              <a:off x="2505456" y="4553712"/>
              <a:ext cx="54864" cy="128016"/>
            </a:xfrm>
            <a:prstGeom prst="rect">
              <a:avLst/>
            </a:prstGeom>
            <a:solidFill>
              <a:srgbClr val="F28C28"/>
            </a:solidFill>
            <a:ln>
              <a:noFill/>
            </a:ln>
          </p:spPr>
          <p:txBody>
            <a:bodyPr rtlCol="0" anchor="ctr"/>
            <a:lstStyle/>
            <a:p>
              <a:pPr algn="ctr"/>
            </a:p>
          </p:txBody>
        </p:sp>
        <p:sp>
          <p:nvSpPr>
            <p:cNvPr id="48" name="rail"/>
            <p:cNvSpPr/>
            <p:nvPr/>
          </p:nvSpPr>
          <p:spPr>
            <a:xfrm>
              <a:off x="4361688" y="3017520"/>
              <a:ext cx="3474720" cy="45720"/>
            </a:xfrm>
            <a:prstGeom prst="rect">
              <a:avLst/>
            </a:prstGeom>
            <a:solidFill>
              <a:srgbClr val="9AA0A6"/>
            </a:solidFill>
            <a:ln>
              <a:noFill/>
            </a:ln>
          </p:spPr>
          <p:txBody>
            <a:bodyPr rtlCol="0" anchor="ctr"/>
            <a:lstStyle/>
            <a:p>
              <a:pPr algn="ctr"/>
            </a:p>
          </p:txBody>
        </p:sp>
        <p:sp>
          <p:nvSpPr>
            <p:cNvPr id="49" name="tender frame"/>
            <p:cNvSpPr/>
            <p:nvPr/>
          </p:nvSpPr>
          <p:spPr>
            <a:xfrm>
              <a:off x="4618863" y="2746857"/>
              <a:ext cx="778154" cy="76123"/>
            </a:xfrm>
            <a:prstGeom prst="rect">
              <a:avLst/>
            </a:prstGeom>
            <a:solidFill>
              <a:srgbClr val="3A3F47"/>
            </a:solidFill>
            <a:ln w="9525">
              <a:solidFill>
                <a:srgbClr val="9AA0A6"/>
              </a:solidFill>
            </a:ln>
          </p:spPr>
          <p:txBody>
            <a:bodyPr rtlCol="0" anchor="ctr"/>
            <a:lstStyle/>
            <a:p>
              <a:pPr algn="ctr"/>
            </a:p>
          </p:txBody>
        </p:sp>
        <p:sp>
          <p:nvSpPr>
            <p:cNvPr id="50" name="tender body"/>
            <p:cNvSpPr/>
            <p:nvPr/>
          </p:nvSpPr>
          <p:spPr>
            <a:xfrm>
              <a:off x="4618863" y="2408529"/>
              <a:ext cx="778154" cy="338328"/>
            </a:xfrm>
            <a:prstGeom prst="roundRect">
              <a:avLst>
                <a:gd name="adj" fmla="val 2500"/>
              </a:avLst>
            </a:prstGeom>
            <a:solidFill>
              <a:srgbClr val="D6619B"/>
            </a:solidFill>
            <a:ln>
              <a:noFill/>
            </a:ln>
          </p:spPr>
          <p:txBody>
            <a:bodyPr rtlCol="0" anchor="ctr"/>
            <a:lstStyle/>
            <a:p>
              <a:pPr algn="ctr"/>
            </a:p>
          </p:txBody>
        </p:sp>
        <p:sp>
          <p:nvSpPr>
            <p:cNvPr id="51" name="tender coal"/>
            <p:cNvSpPr/>
            <p:nvPr/>
          </p:nvSpPr>
          <p:spPr>
            <a:xfrm>
              <a:off x="4644237" y="2298573"/>
              <a:ext cx="727405" cy="109956"/>
            </a:xfrm>
            <a:custGeom>
              <a:avLst/>
              <a:gdLst/>
              <a:ahLst/>
              <a:cxnLst/>
              <a:rect l="l" t="t" r="r" b="b"/>
              <a:pathLst>
                <a:path w="727405" h="109956">
                  <a:moveTo>
                    <a:pt x="0" y="109956"/>
                  </a:moveTo>
                  <a:lnTo>
                    <a:pt x="126873" y="8458"/>
                  </a:lnTo>
                  <a:lnTo>
                    <a:pt x="414452" y="0"/>
                  </a:lnTo>
                  <a:lnTo>
                    <a:pt x="727405" y="109956"/>
                  </a:lnTo>
                  <a:close/>
                </a:path>
              </a:pathLst>
            </a:custGeom>
            <a:solidFill>
              <a:srgbClr val="1B1D21"/>
            </a:solidFill>
            <a:ln w="12700">
              <a:solidFill>
                <a:srgbClr val="6B7078"/>
              </a:solidFill>
            </a:ln>
          </p:spPr>
          <p:txBody>
            <a:bodyPr rtlCol="0" anchor="ctr"/>
            <a:lstStyle/>
            <a:p>
              <a:pPr algn="ctr"/>
            </a:p>
          </p:txBody>
        </p:sp>
        <p:sp>
          <p:nvSpPr>
            <p:cNvPr id="52" name="coupling"/>
            <p:cNvSpPr/>
            <p:nvPr/>
          </p:nvSpPr>
          <p:spPr>
            <a:xfrm>
              <a:off x="5397017" y="2619984"/>
              <a:ext cx="67665" cy="25374"/>
            </a:xfrm>
            <a:prstGeom prst="rect">
              <a:avLst/>
            </a:prstGeom>
            <a:solidFill>
              <a:srgbClr val="9AA0A6"/>
            </a:solidFill>
            <a:ln>
              <a:noFill/>
            </a:ln>
          </p:spPr>
          <p:txBody>
            <a:bodyPr rtlCol="0" anchor="ctr"/>
            <a:lstStyle/>
            <a:p>
              <a:pPr algn="ctr"/>
            </a:p>
          </p:txBody>
        </p:sp>
        <p:sp>
          <p:nvSpPr>
            <p:cNvPr id="53" name="wheel"/>
            <p:cNvSpPr/>
            <p:nvPr/>
          </p:nvSpPr>
          <p:spPr>
            <a:xfrm>
              <a:off x="4669612" y="2814523"/>
              <a:ext cx="202996" cy="202996"/>
            </a:xfrm>
            <a:prstGeom prst="ellipse">
              <a:avLst/>
            </a:prstGeom>
            <a:solidFill>
              <a:srgbClr val="1B1D21"/>
            </a:solidFill>
            <a:ln w="19050">
              <a:solidFill>
                <a:srgbClr val="9AA0A6"/>
              </a:solidFill>
            </a:ln>
          </p:spPr>
          <p:txBody>
            <a:bodyPr rtlCol="0" anchor="ctr"/>
            <a:lstStyle/>
            <a:p>
              <a:pPr algn="ctr"/>
            </a:p>
          </p:txBody>
        </p:sp>
        <p:sp>
          <p:nvSpPr>
            <p:cNvPr id="54" name="hub"/>
            <p:cNvSpPr/>
            <p:nvPr/>
          </p:nvSpPr>
          <p:spPr>
            <a:xfrm>
              <a:off x="4744721" y="2889632"/>
              <a:ext cx="52779" cy="52779"/>
            </a:xfrm>
            <a:prstGeom prst="ellipse">
              <a:avLst/>
            </a:prstGeom>
            <a:solidFill>
              <a:srgbClr val="9AA0A6"/>
            </a:solidFill>
            <a:ln>
              <a:noFill/>
            </a:ln>
          </p:spPr>
          <p:txBody>
            <a:bodyPr rtlCol="0" anchor="ctr"/>
            <a:lstStyle/>
            <a:p>
              <a:pPr algn="ctr"/>
            </a:p>
          </p:txBody>
        </p:sp>
        <p:sp>
          <p:nvSpPr>
            <p:cNvPr id="55" name="wheel"/>
            <p:cNvSpPr/>
            <p:nvPr/>
          </p:nvSpPr>
          <p:spPr>
            <a:xfrm>
              <a:off x="4838776" y="2814523"/>
              <a:ext cx="202996" cy="202996"/>
            </a:xfrm>
            <a:prstGeom prst="ellipse">
              <a:avLst/>
            </a:prstGeom>
            <a:solidFill>
              <a:srgbClr val="1B1D21"/>
            </a:solidFill>
            <a:ln w="19050">
              <a:solidFill>
                <a:srgbClr val="9AA0A6"/>
              </a:solidFill>
            </a:ln>
          </p:spPr>
          <p:txBody>
            <a:bodyPr rtlCol="0" anchor="ctr"/>
            <a:lstStyle/>
            <a:p>
              <a:pPr algn="ctr"/>
            </a:p>
          </p:txBody>
        </p:sp>
        <p:sp>
          <p:nvSpPr>
            <p:cNvPr id="56" name="hub"/>
            <p:cNvSpPr/>
            <p:nvPr/>
          </p:nvSpPr>
          <p:spPr>
            <a:xfrm>
              <a:off x="4913885" y="2889632"/>
              <a:ext cx="52779" cy="52779"/>
            </a:xfrm>
            <a:prstGeom prst="ellipse">
              <a:avLst/>
            </a:prstGeom>
            <a:solidFill>
              <a:srgbClr val="9AA0A6"/>
            </a:solidFill>
            <a:ln>
              <a:noFill/>
            </a:ln>
          </p:spPr>
          <p:txBody>
            <a:bodyPr rtlCol="0" anchor="ctr"/>
            <a:lstStyle/>
            <a:p>
              <a:pPr algn="ctr"/>
            </a:p>
          </p:txBody>
        </p:sp>
        <p:sp>
          <p:nvSpPr>
            <p:cNvPr id="57" name="wheel"/>
            <p:cNvSpPr/>
            <p:nvPr/>
          </p:nvSpPr>
          <p:spPr>
            <a:xfrm>
              <a:off x="4974107" y="2814523"/>
              <a:ext cx="202996" cy="202996"/>
            </a:xfrm>
            <a:prstGeom prst="ellipse">
              <a:avLst/>
            </a:prstGeom>
            <a:solidFill>
              <a:srgbClr val="1B1D21"/>
            </a:solidFill>
            <a:ln w="19050">
              <a:solidFill>
                <a:srgbClr val="9AA0A6"/>
              </a:solidFill>
            </a:ln>
          </p:spPr>
          <p:txBody>
            <a:bodyPr rtlCol="0" anchor="ctr"/>
            <a:lstStyle/>
            <a:p>
              <a:pPr algn="ctr"/>
            </a:p>
          </p:txBody>
        </p:sp>
        <p:sp>
          <p:nvSpPr>
            <p:cNvPr id="58" name="hub"/>
            <p:cNvSpPr/>
            <p:nvPr/>
          </p:nvSpPr>
          <p:spPr>
            <a:xfrm>
              <a:off x="5049216" y="2889632"/>
              <a:ext cx="52779" cy="52779"/>
            </a:xfrm>
            <a:prstGeom prst="ellipse">
              <a:avLst/>
            </a:prstGeom>
            <a:solidFill>
              <a:srgbClr val="9AA0A6"/>
            </a:solidFill>
            <a:ln>
              <a:noFill/>
            </a:ln>
          </p:spPr>
          <p:txBody>
            <a:bodyPr rtlCol="0" anchor="ctr"/>
            <a:lstStyle/>
            <a:p>
              <a:pPr algn="ctr"/>
            </a:p>
          </p:txBody>
        </p:sp>
        <p:sp>
          <p:nvSpPr>
            <p:cNvPr id="59" name="wheel"/>
            <p:cNvSpPr/>
            <p:nvPr/>
          </p:nvSpPr>
          <p:spPr>
            <a:xfrm>
              <a:off x="5143271" y="2814523"/>
              <a:ext cx="202996" cy="202996"/>
            </a:xfrm>
            <a:prstGeom prst="ellipse">
              <a:avLst/>
            </a:prstGeom>
            <a:solidFill>
              <a:srgbClr val="1B1D21"/>
            </a:solidFill>
            <a:ln w="19050">
              <a:solidFill>
                <a:srgbClr val="9AA0A6"/>
              </a:solidFill>
            </a:ln>
          </p:spPr>
          <p:txBody>
            <a:bodyPr rtlCol="0" anchor="ctr"/>
            <a:lstStyle/>
            <a:p>
              <a:pPr algn="ctr"/>
            </a:p>
          </p:txBody>
        </p:sp>
        <p:sp>
          <p:nvSpPr>
            <p:cNvPr id="60" name="hub"/>
            <p:cNvSpPr/>
            <p:nvPr/>
          </p:nvSpPr>
          <p:spPr>
            <a:xfrm>
              <a:off x="5218380" y="2889632"/>
              <a:ext cx="52779" cy="52779"/>
            </a:xfrm>
            <a:prstGeom prst="ellipse">
              <a:avLst/>
            </a:prstGeom>
            <a:solidFill>
              <a:srgbClr val="9AA0A6"/>
            </a:solidFill>
            <a:ln>
              <a:noFill/>
            </a:ln>
          </p:spPr>
          <p:txBody>
            <a:bodyPr rtlCol="0" anchor="ctr"/>
            <a:lstStyle/>
            <a:p>
              <a:pPr algn="ctr"/>
            </a:p>
          </p:txBody>
        </p:sp>
        <p:sp>
          <p:nvSpPr>
            <p:cNvPr id="61" name="frame"/>
            <p:cNvSpPr/>
            <p:nvPr/>
          </p:nvSpPr>
          <p:spPr>
            <a:xfrm>
              <a:off x="5464682" y="2746857"/>
              <a:ext cx="1937942" cy="76123"/>
            </a:xfrm>
            <a:prstGeom prst="rect">
              <a:avLst/>
            </a:prstGeom>
            <a:solidFill>
              <a:srgbClr val="3A3F47"/>
            </a:solidFill>
            <a:ln w="9525">
              <a:solidFill>
                <a:srgbClr val="9AA0A6"/>
              </a:solidFill>
            </a:ln>
          </p:spPr>
          <p:txBody>
            <a:bodyPr rtlCol="0" anchor="ctr"/>
            <a:lstStyle/>
            <a:p>
              <a:pPr algn="ctr"/>
            </a:p>
          </p:txBody>
        </p:sp>
        <p:sp>
          <p:nvSpPr>
            <p:cNvPr id="62" name="cab"/>
            <p:cNvSpPr/>
            <p:nvPr/>
          </p:nvSpPr>
          <p:spPr>
            <a:xfrm>
              <a:off x="5464682" y="2171700"/>
              <a:ext cx="389077" cy="575157"/>
            </a:xfrm>
            <a:prstGeom prst="roundRect">
              <a:avLst>
                <a:gd name="adj" fmla="val 2173"/>
              </a:avLst>
            </a:prstGeom>
            <a:solidFill>
              <a:srgbClr val="D6619B"/>
            </a:solidFill>
            <a:ln>
              <a:noFill/>
            </a:ln>
          </p:spPr>
          <p:txBody>
            <a:bodyPr rtlCol="0" anchor="ctr"/>
            <a:lstStyle/>
            <a:p>
              <a:pPr algn="ctr"/>
            </a:p>
          </p:txBody>
        </p:sp>
        <p:sp>
          <p:nvSpPr>
            <p:cNvPr id="63" name="cab roof"/>
            <p:cNvSpPr/>
            <p:nvPr/>
          </p:nvSpPr>
          <p:spPr>
            <a:xfrm>
              <a:off x="5430850" y="2120950"/>
              <a:ext cx="456742" cy="50749"/>
            </a:xfrm>
            <a:prstGeom prst="rect">
              <a:avLst/>
            </a:prstGeom>
            <a:solidFill>
              <a:srgbClr val="3A3F47"/>
            </a:solidFill>
            <a:ln w="9525">
              <a:solidFill>
                <a:srgbClr val="9AA0A6"/>
              </a:solidFill>
            </a:ln>
          </p:spPr>
          <p:txBody>
            <a:bodyPr rtlCol="0" anchor="ctr"/>
            <a:lstStyle/>
            <a:p>
              <a:pPr algn="ctr"/>
            </a:p>
          </p:txBody>
        </p:sp>
        <p:sp>
          <p:nvSpPr>
            <p:cNvPr id="64" name="cab window"/>
            <p:cNvSpPr/>
            <p:nvPr/>
          </p:nvSpPr>
          <p:spPr>
            <a:xfrm>
              <a:off x="5557723" y="2256282"/>
              <a:ext cx="169164" cy="186080"/>
            </a:xfrm>
            <a:prstGeom prst="rect">
              <a:avLst/>
            </a:prstGeom>
            <a:solidFill>
              <a:srgbClr val="1B1D21"/>
            </a:solidFill>
            <a:ln>
              <a:noFill/>
            </a:ln>
          </p:spPr>
          <p:txBody>
            <a:bodyPr rtlCol="0" anchor="ctr"/>
            <a:lstStyle/>
            <a:p>
              <a:pPr algn="ctr"/>
            </a:p>
          </p:txBody>
        </p:sp>
        <p:sp>
          <p:nvSpPr>
            <p:cNvPr id="65" name="boiler"/>
            <p:cNvSpPr/>
            <p:nvPr/>
          </p:nvSpPr>
          <p:spPr>
            <a:xfrm>
              <a:off x="5853760" y="2222449"/>
              <a:ext cx="1261286" cy="422910"/>
            </a:xfrm>
            <a:prstGeom prst="roundRect">
              <a:avLst>
                <a:gd name="adj" fmla="val 22000"/>
              </a:avLst>
            </a:prstGeom>
            <a:solidFill>
              <a:srgbClr val="D6619B"/>
            </a:solidFill>
            <a:ln>
              <a:noFill/>
            </a:ln>
          </p:spPr>
          <p:txBody>
            <a:bodyPr rtlCol="0" anchor="ctr"/>
            <a:lstStyle/>
            <a:p>
              <a:pPr algn="ctr"/>
            </a:p>
          </p:txBody>
        </p:sp>
        <p:sp>
          <p:nvSpPr>
            <p:cNvPr id="66" name="smokebox"/>
            <p:cNvSpPr/>
            <p:nvPr/>
          </p:nvSpPr>
          <p:spPr>
            <a:xfrm>
              <a:off x="7115046" y="2222449"/>
              <a:ext cx="202996" cy="422910"/>
            </a:xfrm>
            <a:prstGeom prst="roundRect">
              <a:avLst>
                <a:gd name="adj" fmla="val 10000"/>
              </a:avLst>
            </a:prstGeom>
            <a:solidFill>
              <a:srgbClr val="4A515B"/>
            </a:solidFill>
            <a:ln>
              <a:noFill/>
            </a:ln>
          </p:spPr>
          <p:txBody>
            <a:bodyPr rtlCol="0" anchor="ctr"/>
            <a:lstStyle/>
            <a:p>
              <a:pPr algn="ctr"/>
            </a:p>
          </p:txBody>
        </p:sp>
        <p:sp>
          <p:nvSpPr>
            <p:cNvPr id="67" name="funnel stack"/>
            <p:cNvSpPr/>
            <p:nvPr/>
          </p:nvSpPr>
          <p:spPr>
            <a:xfrm>
              <a:off x="7106588" y="1934870"/>
              <a:ext cx="202997" cy="287579"/>
            </a:xfrm>
            <a:custGeom>
              <a:avLst/>
              <a:gdLst/>
              <a:ahLst/>
              <a:cxnLst/>
              <a:rect l="l" t="t" r="r" b="b"/>
              <a:pathLst>
                <a:path w="202997" h="287579">
                  <a:moveTo>
                    <a:pt x="67666" y="287579"/>
                  </a:moveTo>
                  <a:lnTo>
                    <a:pt x="67666" y="202997"/>
                  </a:lnTo>
                  <a:lnTo>
                    <a:pt x="0" y="0"/>
                  </a:lnTo>
                  <a:lnTo>
                    <a:pt x="202997" y="0"/>
                  </a:lnTo>
                  <a:lnTo>
                    <a:pt x="135331" y="202997"/>
                  </a:lnTo>
                  <a:lnTo>
                    <a:pt x="135331" y="287579"/>
                  </a:lnTo>
                  <a:close/>
                </a:path>
              </a:pathLst>
            </a:custGeom>
            <a:solidFill>
              <a:srgbClr val="3A3F47"/>
            </a:solidFill>
            <a:ln w="9525">
              <a:solidFill>
                <a:srgbClr val="9AA0A6"/>
              </a:solidFill>
            </a:ln>
          </p:spPr>
          <p:txBody>
            <a:bodyPr rtlCol="0" anchor="ctr"/>
            <a:lstStyle/>
            <a:p>
              <a:pPr algn="ctr"/>
            </a:p>
          </p:txBody>
        </p:sp>
        <p:sp>
          <p:nvSpPr>
            <p:cNvPr id="68" name="headlamp"/>
            <p:cNvSpPr/>
            <p:nvPr/>
          </p:nvSpPr>
          <p:spPr>
            <a:xfrm>
              <a:off x="7267294" y="2087117"/>
              <a:ext cx="126872" cy="126872"/>
            </a:xfrm>
            <a:prstGeom prst="ellipse">
              <a:avLst/>
            </a:prstGeom>
            <a:solidFill>
              <a:srgbClr val="F2C14E"/>
            </a:solidFill>
            <a:ln w="12700">
              <a:solidFill>
                <a:srgbClr val="F2F2F2"/>
              </a:solidFill>
            </a:ln>
          </p:spPr>
          <p:txBody>
            <a:bodyPr rtlCol="0" anchor="ctr"/>
            <a:lstStyle/>
            <a:p>
              <a:pPr algn="ctr"/>
            </a:p>
          </p:txBody>
        </p:sp>
        <p:sp>
          <p:nvSpPr>
            <p:cNvPr id="69" name="sand dome"/>
            <p:cNvSpPr/>
            <p:nvPr/>
          </p:nvSpPr>
          <p:spPr>
            <a:xfrm>
              <a:off x="6206920" y="2120950"/>
              <a:ext cx="152247" cy="101498"/>
            </a:xfrm>
            <a:prstGeom prst="roundRect">
              <a:avLst>
                <a:gd name="adj" fmla="val 33333"/>
              </a:avLst>
            </a:prstGeom>
            <a:solidFill>
              <a:srgbClr val="D6619B"/>
            </a:solidFill>
            <a:ln>
              <a:noFill/>
            </a:ln>
          </p:spPr>
          <p:txBody>
            <a:bodyPr rtlCol="0" anchor="ctr"/>
            <a:lstStyle/>
            <a:p>
              <a:pPr algn="ctr"/>
            </a:p>
          </p:txBody>
        </p:sp>
        <p:sp>
          <p:nvSpPr>
            <p:cNvPr id="70" name="steam dome"/>
            <p:cNvSpPr/>
            <p:nvPr/>
          </p:nvSpPr>
          <p:spPr>
            <a:xfrm>
              <a:off x="6635758" y="2104034"/>
              <a:ext cx="169164" cy="118414"/>
            </a:xfrm>
            <a:prstGeom prst="roundRect">
              <a:avLst>
                <a:gd name="adj" fmla="val 28571"/>
              </a:avLst>
            </a:prstGeom>
            <a:solidFill>
              <a:srgbClr val="D6619B"/>
            </a:solidFill>
            <a:ln>
              <a:noFill/>
            </a:ln>
          </p:spPr>
          <p:txBody>
            <a:bodyPr rtlCol="0" anchor="ctr"/>
            <a:lstStyle/>
            <a:p>
              <a:pPr algn="ctr"/>
            </a:p>
          </p:txBody>
        </p:sp>
        <p:sp>
          <p:nvSpPr>
            <p:cNvPr id="71" name="pilot"/>
            <p:cNvSpPr/>
            <p:nvPr/>
          </p:nvSpPr>
          <p:spPr>
            <a:xfrm>
              <a:off x="7318043" y="2755315"/>
              <a:ext cx="253746" cy="186081"/>
            </a:xfrm>
            <a:custGeom>
              <a:avLst/>
              <a:gdLst/>
              <a:ahLst/>
              <a:cxnLst/>
              <a:rect l="l" t="t" r="r" b="b"/>
              <a:pathLst>
                <a:path w="253746" h="186081">
                  <a:moveTo>
                    <a:pt x="0" y="0"/>
                  </a:moveTo>
                  <a:lnTo>
                    <a:pt x="253746" y="186081"/>
                  </a:lnTo>
                  <a:lnTo>
                    <a:pt x="0" y="186081"/>
                  </a:lnTo>
                  <a:close/>
                </a:path>
              </a:pathLst>
            </a:custGeom>
            <a:solidFill>
              <a:srgbClr val="3A3F47"/>
            </a:solidFill>
            <a:ln w="12700">
              <a:solidFill>
                <a:srgbClr val="9AA0A6"/>
              </a:solidFill>
            </a:ln>
          </p:spPr>
          <p:txBody>
            <a:bodyPr rtlCol="0" anchor="ctr"/>
            <a:lstStyle/>
            <a:p>
              <a:pPr algn="ctr"/>
            </a:p>
          </p:txBody>
        </p:sp>
        <p:sp>
          <p:nvSpPr>
            <p:cNvPr id="72" name="bell"/>
            <p:cNvSpPr/>
            <p:nvPr/>
          </p:nvSpPr>
          <p:spPr>
            <a:xfrm>
              <a:off x="6433654" y="2019452"/>
              <a:ext cx="50749" cy="101498"/>
            </a:xfrm>
            <a:prstGeom prst="rect">
              <a:avLst/>
            </a:prstGeom>
            <a:solidFill>
              <a:srgbClr val="9AA0A6"/>
            </a:solidFill>
            <a:ln>
              <a:noFill/>
            </a:ln>
          </p:spPr>
          <p:txBody>
            <a:bodyPr rtlCol="0" anchor="ctr"/>
            <a:lstStyle/>
            <a:p>
              <a:pPr algn="ctr"/>
            </a:p>
          </p:txBody>
        </p:sp>
        <p:sp>
          <p:nvSpPr>
            <p:cNvPr id="73" name="wheel"/>
            <p:cNvSpPr/>
            <p:nvPr/>
          </p:nvSpPr>
          <p:spPr>
            <a:xfrm>
              <a:off x="5523890" y="2696108"/>
              <a:ext cx="321411" cy="321411"/>
            </a:xfrm>
            <a:prstGeom prst="ellipse">
              <a:avLst/>
            </a:prstGeom>
            <a:solidFill>
              <a:srgbClr val="1B1D21"/>
            </a:solidFill>
            <a:ln w="19050">
              <a:solidFill>
                <a:srgbClr val="9AA0A6"/>
              </a:solidFill>
            </a:ln>
          </p:spPr>
          <p:txBody>
            <a:bodyPr rtlCol="0" anchor="ctr"/>
            <a:lstStyle/>
            <a:p>
              <a:pPr algn="ctr"/>
            </a:p>
          </p:txBody>
        </p:sp>
        <p:sp>
          <p:nvSpPr>
            <p:cNvPr id="74" name="hub"/>
            <p:cNvSpPr/>
            <p:nvPr/>
          </p:nvSpPr>
          <p:spPr>
            <a:xfrm>
              <a:off x="5642812" y="2815030"/>
              <a:ext cx="83567" cy="83567"/>
            </a:xfrm>
            <a:prstGeom prst="ellipse">
              <a:avLst/>
            </a:prstGeom>
            <a:solidFill>
              <a:srgbClr val="9AA0A6"/>
            </a:solidFill>
            <a:ln>
              <a:noFill/>
            </a:ln>
          </p:spPr>
          <p:txBody>
            <a:bodyPr rtlCol="0" anchor="ctr"/>
            <a:lstStyle/>
            <a:p>
              <a:pPr algn="ctr"/>
            </a:p>
          </p:txBody>
        </p:sp>
        <p:sp>
          <p:nvSpPr>
            <p:cNvPr id="75" name="wheel"/>
            <p:cNvSpPr/>
            <p:nvPr/>
          </p:nvSpPr>
          <p:spPr>
            <a:xfrm>
              <a:off x="5883871" y="2696108"/>
              <a:ext cx="321411" cy="321411"/>
            </a:xfrm>
            <a:prstGeom prst="ellipse">
              <a:avLst/>
            </a:prstGeom>
            <a:solidFill>
              <a:srgbClr val="1B1D21"/>
            </a:solidFill>
            <a:ln w="19050">
              <a:solidFill>
                <a:srgbClr val="9AA0A6"/>
              </a:solidFill>
            </a:ln>
          </p:spPr>
          <p:txBody>
            <a:bodyPr rtlCol="0" anchor="ctr"/>
            <a:lstStyle/>
            <a:p>
              <a:pPr algn="ctr"/>
            </a:p>
          </p:txBody>
        </p:sp>
        <p:sp>
          <p:nvSpPr>
            <p:cNvPr id="76" name="hub"/>
            <p:cNvSpPr/>
            <p:nvPr/>
          </p:nvSpPr>
          <p:spPr>
            <a:xfrm>
              <a:off x="6002793" y="2815030"/>
              <a:ext cx="83567" cy="83567"/>
            </a:xfrm>
            <a:prstGeom prst="ellipse">
              <a:avLst/>
            </a:prstGeom>
            <a:solidFill>
              <a:srgbClr val="9AA0A6"/>
            </a:solidFill>
            <a:ln>
              <a:noFill/>
            </a:ln>
          </p:spPr>
          <p:txBody>
            <a:bodyPr rtlCol="0" anchor="ctr"/>
            <a:lstStyle/>
            <a:p>
              <a:pPr algn="ctr"/>
            </a:p>
          </p:txBody>
        </p:sp>
        <p:sp>
          <p:nvSpPr>
            <p:cNvPr id="77" name="wheel"/>
            <p:cNvSpPr/>
            <p:nvPr/>
          </p:nvSpPr>
          <p:spPr>
            <a:xfrm>
              <a:off x="6243852" y="2696108"/>
              <a:ext cx="321411" cy="321411"/>
            </a:xfrm>
            <a:prstGeom prst="ellipse">
              <a:avLst/>
            </a:prstGeom>
            <a:solidFill>
              <a:srgbClr val="1B1D21"/>
            </a:solidFill>
            <a:ln w="19050">
              <a:solidFill>
                <a:srgbClr val="9AA0A6"/>
              </a:solidFill>
            </a:ln>
          </p:spPr>
          <p:txBody>
            <a:bodyPr rtlCol="0" anchor="ctr"/>
            <a:lstStyle/>
            <a:p>
              <a:pPr algn="ctr"/>
            </a:p>
          </p:txBody>
        </p:sp>
        <p:sp>
          <p:nvSpPr>
            <p:cNvPr id="78" name="hub"/>
            <p:cNvSpPr/>
            <p:nvPr/>
          </p:nvSpPr>
          <p:spPr>
            <a:xfrm>
              <a:off x="6362774" y="2815030"/>
              <a:ext cx="83567" cy="83567"/>
            </a:xfrm>
            <a:prstGeom prst="ellipse">
              <a:avLst/>
            </a:prstGeom>
            <a:solidFill>
              <a:srgbClr val="9AA0A6"/>
            </a:solidFill>
            <a:ln>
              <a:noFill/>
            </a:ln>
          </p:spPr>
          <p:txBody>
            <a:bodyPr rtlCol="0" anchor="ctr"/>
            <a:lstStyle/>
            <a:p>
              <a:pPr algn="ctr"/>
            </a:p>
          </p:txBody>
        </p:sp>
        <p:sp>
          <p:nvSpPr>
            <p:cNvPr id="79" name="wheel"/>
            <p:cNvSpPr/>
            <p:nvPr/>
          </p:nvSpPr>
          <p:spPr>
            <a:xfrm>
              <a:off x="6979715" y="2848356"/>
              <a:ext cx="169164" cy="169164"/>
            </a:xfrm>
            <a:prstGeom prst="ellipse">
              <a:avLst/>
            </a:prstGeom>
            <a:solidFill>
              <a:srgbClr val="1B1D21"/>
            </a:solidFill>
            <a:ln w="19050">
              <a:solidFill>
                <a:srgbClr val="9AA0A6"/>
              </a:solidFill>
            </a:ln>
          </p:spPr>
          <p:txBody>
            <a:bodyPr rtlCol="0" anchor="ctr"/>
            <a:lstStyle/>
            <a:p>
              <a:pPr algn="ctr"/>
            </a:p>
          </p:txBody>
        </p:sp>
        <p:sp>
          <p:nvSpPr>
            <p:cNvPr id="80" name="hub"/>
            <p:cNvSpPr/>
            <p:nvPr/>
          </p:nvSpPr>
          <p:spPr>
            <a:xfrm>
              <a:off x="7042306" y="2910946"/>
              <a:ext cx="43982" cy="43982"/>
            </a:xfrm>
            <a:prstGeom prst="ellipse">
              <a:avLst/>
            </a:prstGeom>
            <a:solidFill>
              <a:srgbClr val="9AA0A6"/>
            </a:solidFill>
            <a:ln>
              <a:noFill/>
            </a:ln>
          </p:spPr>
          <p:txBody>
            <a:bodyPr rtlCol="0" anchor="ctr"/>
            <a:lstStyle/>
            <a:p>
              <a:pPr algn="ctr"/>
            </a:p>
          </p:txBody>
        </p:sp>
        <p:sp>
          <p:nvSpPr>
            <p:cNvPr id="81" name="wheel"/>
            <p:cNvSpPr/>
            <p:nvPr/>
          </p:nvSpPr>
          <p:spPr>
            <a:xfrm>
              <a:off x="7165796" y="2848356"/>
              <a:ext cx="169164" cy="169164"/>
            </a:xfrm>
            <a:prstGeom prst="ellipse">
              <a:avLst/>
            </a:prstGeom>
            <a:solidFill>
              <a:srgbClr val="1B1D21"/>
            </a:solidFill>
            <a:ln w="19050">
              <a:solidFill>
                <a:srgbClr val="9AA0A6"/>
              </a:solidFill>
            </a:ln>
          </p:spPr>
          <p:txBody>
            <a:bodyPr rtlCol="0" anchor="ctr"/>
            <a:lstStyle/>
            <a:p>
              <a:pPr algn="ctr"/>
            </a:p>
          </p:txBody>
        </p:sp>
        <p:sp>
          <p:nvSpPr>
            <p:cNvPr id="82" name="hub"/>
            <p:cNvSpPr/>
            <p:nvPr/>
          </p:nvSpPr>
          <p:spPr>
            <a:xfrm>
              <a:off x="7228386" y="2910946"/>
              <a:ext cx="43982" cy="43982"/>
            </a:xfrm>
            <a:prstGeom prst="ellipse">
              <a:avLst/>
            </a:prstGeom>
            <a:solidFill>
              <a:srgbClr val="9AA0A6"/>
            </a:solidFill>
            <a:ln>
              <a:noFill/>
            </a:ln>
          </p:spPr>
          <p:txBody>
            <a:bodyPr rtlCol="0" anchor="ctr"/>
            <a:lstStyle/>
            <a:p>
              <a:pPr algn="ctr"/>
            </a:p>
          </p:txBody>
        </p:sp>
        <p:sp>
          <p:nvSpPr>
            <p:cNvPr id="83" name="coupling rod"/>
            <p:cNvSpPr/>
            <p:nvPr/>
          </p:nvSpPr>
          <p:spPr>
            <a:xfrm>
              <a:off x="5684596" y="2760390"/>
              <a:ext cx="719961" cy="23682"/>
            </a:xfrm>
            <a:prstGeom prst="rect">
              <a:avLst/>
            </a:prstGeom>
            <a:solidFill>
              <a:srgbClr val="D0D4D8"/>
            </a:solidFill>
            <a:ln>
              <a:noFill/>
            </a:ln>
          </p:spPr>
          <p:txBody>
            <a:bodyPr rtlCol="0" anchor="ctr"/>
            <a:lstStyle/>
            <a:p>
              <a:pPr algn="ctr"/>
            </a:p>
          </p:txBody>
        </p:sp>
        <p:sp>
          <p:nvSpPr>
            <p:cNvPr id="84" name="data card"/>
            <p:cNvSpPr/>
            <p:nvPr/>
          </p:nvSpPr>
          <p:spPr>
            <a:xfrm>
              <a:off x="5047488" y="3337560"/>
              <a:ext cx="2103120" cy="566928"/>
            </a:xfrm>
            <a:prstGeom prst="roundRect">
              <a:avLst>
                <a:gd name="adj" fmla="val 12903"/>
              </a:avLst>
            </a:prstGeom>
            <a:solidFill>
              <a:srgbClr val="343A43"/>
            </a:solidFill>
            <a:ln w="25400">
              <a:solidFill>
                <a:srgbClr val="F28C28"/>
              </a:solidFill>
            </a:ln>
          </p:spPr>
          <p:txBody>
            <a:bodyPr rtlCol="0" anchor="ctr"/>
            <a:lstStyle/>
            <a:p>
              <a:pPr algn="ctr"/>
            </a:p>
          </p:txBody>
        </p:sp>
        <p:sp>
          <p:nvSpPr>
            <p:cNvPr id="85" name="card icon"/>
            <p:cNvSpPr/>
            <p:nvPr/>
          </p:nvSpPr>
          <p:spPr>
            <a:xfrm>
              <a:off x="5184648" y="3474720"/>
              <a:ext cx="274320" cy="292608"/>
            </a:xfrm>
            <a:prstGeom prst="roundRect">
              <a:avLst>
                <a:gd name="adj" fmla="val 10000"/>
              </a:avLst>
            </a:prstGeom>
            <a:solidFill>
              <a:srgbClr val="F2F2F2"/>
            </a:solidFill>
            <a:ln>
              <a:noFill/>
            </a:ln>
          </p:spPr>
          <p:txBody>
            <a:bodyPr rtlCol="0" anchor="ctr"/>
            <a:lstStyle/>
            <a:p>
              <a:pPr algn="ctr"/>
            </a:p>
          </p:txBody>
        </p:sp>
        <p:sp>
          <p:nvSpPr>
            <p:cNvPr id="86" name="card icon line"/>
            <p:cNvSpPr/>
            <p:nvPr/>
          </p:nvSpPr>
          <p:spPr>
            <a:xfrm>
              <a:off x="5239512" y="3529584"/>
              <a:ext cx="164592" cy="27432"/>
            </a:xfrm>
            <a:prstGeom prst="rect">
              <a:avLst/>
            </a:prstGeom>
            <a:solidFill>
              <a:srgbClr val="4A515B"/>
            </a:solidFill>
            <a:ln>
              <a:noFill/>
            </a:ln>
          </p:spPr>
          <p:txBody>
            <a:bodyPr rtlCol="0" anchor="ctr"/>
            <a:lstStyle/>
            <a:p>
              <a:pPr algn="ctr"/>
            </a:p>
          </p:txBody>
        </p:sp>
        <p:sp>
          <p:nvSpPr>
            <p:cNvPr id="87" name="card icon line"/>
            <p:cNvSpPr/>
            <p:nvPr/>
          </p:nvSpPr>
          <p:spPr>
            <a:xfrm>
              <a:off x="5239512" y="3602736"/>
              <a:ext cx="164592" cy="27432"/>
            </a:xfrm>
            <a:prstGeom prst="rect">
              <a:avLst/>
            </a:prstGeom>
            <a:solidFill>
              <a:srgbClr val="4A515B"/>
            </a:solidFill>
            <a:ln>
              <a:noFill/>
            </a:ln>
          </p:spPr>
          <p:txBody>
            <a:bodyPr rtlCol="0" anchor="ctr"/>
            <a:lstStyle/>
            <a:p>
              <a:pPr algn="ctr"/>
            </a:p>
          </p:txBody>
        </p:sp>
        <p:sp>
          <p:nvSpPr>
            <p:cNvPr id="88" name="card icon line"/>
            <p:cNvSpPr/>
            <p:nvPr/>
          </p:nvSpPr>
          <p:spPr>
            <a:xfrm>
              <a:off x="5239512" y="3675887"/>
              <a:ext cx="164592" cy="27432"/>
            </a:xfrm>
            <a:prstGeom prst="rect">
              <a:avLst/>
            </a:prstGeom>
            <a:solidFill>
              <a:srgbClr val="4A515B"/>
            </a:solidFill>
            <a:ln>
              <a:noFill/>
            </a:ln>
          </p:spPr>
          <p:txBody>
            <a:bodyPr rtlCol="0" anchor="ctr"/>
            <a:lstStyle/>
            <a:p>
              <a:pPr algn="ctr"/>
            </a:p>
          </p:txBody>
        </p:sp>
        <p:sp>
          <p:nvSpPr>
            <p:cNvPr id="89" name="card label"/>
            <p:cNvSpPr txBox="1"/>
            <p:nvPr/>
          </p:nvSpPr>
          <p:spPr>
            <a:xfrm>
              <a:off x="5532120" y="3337560"/>
              <a:ext cx="1600200" cy="566928"/>
            </a:xfrm>
            <a:prstGeom prst="rect">
              <a:avLst/>
            </a:prstGeom>
            <a:noFill/>
          </p:spPr>
          <p:txBody>
            <a:bodyPr wrap="square" anchor="ctr" lIns="18288" tIns="9144" rIns="18288" bIns="9144">
              <a:noAutofit/>
            </a:bodyPr>
            <a:lstStyle/>
            <a:p>
              <a:pPr algn="l"/>
              <a:r>
                <a:rPr sz="1400" b="1" i="0" lang="en-GB">
                  <a:solidFill>
                    <a:srgbClr val="F2F2F2"/>
                  </a:solidFill>
                  <a:latin typeface="Arial"/>
                </a:rPr>
                <a:t>Own data card</a:t>
              </a:r>
            </a:p>
          </p:txBody>
        </p:sp>
        <p:cxnSp>
          <p:nvCxnSpPr>
            <p:cNvPr id="90" name="plug lead"/>
            <p:cNvCxnSpPr/>
            <p:nvPr/>
          </p:nvCxnSpPr>
          <p:spPr>
            <a:xfrm>
              <a:off x="6099048" y="3904487"/>
              <a:ext cx="0" cy="466345"/>
            </a:xfrm>
            <a:prstGeom prst="line">
              <a:avLst/>
            </a:prstGeom>
            <a:ln w="31750">
              <a:solidFill>
                <a:srgbClr val="9AA0A6"/>
              </a:solidFill>
            </a:ln>
          </p:spPr>
        </p:cxnSp>
        <p:sp>
          <p:nvSpPr>
            <p:cNvPr id="91" name="plug head"/>
            <p:cNvSpPr/>
            <p:nvPr/>
          </p:nvSpPr>
          <p:spPr>
            <a:xfrm>
              <a:off x="5916168" y="4297680"/>
              <a:ext cx="365760" cy="256032"/>
            </a:xfrm>
            <a:prstGeom prst="roundRect">
              <a:avLst>
                <a:gd name="adj" fmla="val 14285"/>
              </a:avLst>
            </a:prstGeom>
            <a:solidFill>
              <a:srgbClr val="F28C28"/>
            </a:solidFill>
            <a:ln>
              <a:noFill/>
            </a:ln>
          </p:spPr>
          <p:txBody>
            <a:bodyPr rtlCol="0" anchor="ctr"/>
            <a:lstStyle/>
            <a:p>
              <a:pPr algn="ctr"/>
            </a:p>
          </p:txBody>
        </p:sp>
        <p:sp>
          <p:nvSpPr>
            <p:cNvPr id="92" name="plug prong"/>
            <p:cNvSpPr/>
            <p:nvPr/>
          </p:nvSpPr>
          <p:spPr>
            <a:xfrm>
              <a:off x="6007608" y="4553712"/>
              <a:ext cx="54864" cy="128016"/>
            </a:xfrm>
            <a:prstGeom prst="rect">
              <a:avLst/>
            </a:prstGeom>
            <a:solidFill>
              <a:srgbClr val="F28C28"/>
            </a:solidFill>
            <a:ln>
              <a:noFill/>
            </a:ln>
          </p:spPr>
          <p:txBody>
            <a:bodyPr rtlCol="0" anchor="ctr"/>
            <a:lstStyle/>
            <a:p>
              <a:pPr algn="ctr"/>
            </a:p>
          </p:txBody>
        </p:sp>
        <p:sp>
          <p:nvSpPr>
            <p:cNvPr id="93" name="plug prong"/>
            <p:cNvSpPr/>
            <p:nvPr/>
          </p:nvSpPr>
          <p:spPr>
            <a:xfrm>
              <a:off x="6135624" y="4553712"/>
              <a:ext cx="54864" cy="128016"/>
            </a:xfrm>
            <a:prstGeom prst="rect">
              <a:avLst/>
            </a:prstGeom>
            <a:solidFill>
              <a:srgbClr val="F28C28"/>
            </a:solidFill>
            <a:ln>
              <a:noFill/>
            </a:ln>
          </p:spPr>
          <p:txBody>
            <a:bodyPr rtlCol="0" anchor="ctr"/>
            <a:lstStyle/>
            <a:p>
              <a:pPr algn="ctr"/>
            </a:p>
          </p:txBody>
        </p:sp>
        <p:sp>
          <p:nvSpPr>
            <p:cNvPr id="94" name="rail"/>
            <p:cNvSpPr/>
            <p:nvPr/>
          </p:nvSpPr>
          <p:spPr>
            <a:xfrm>
              <a:off x="7991856" y="3017520"/>
              <a:ext cx="3474720" cy="45720"/>
            </a:xfrm>
            <a:prstGeom prst="rect">
              <a:avLst/>
            </a:prstGeom>
            <a:solidFill>
              <a:srgbClr val="9AA0A6"/>
            </a:solidFill>
            <a:ln>
              <a:noFill/>
            </a:ln>
          </p:spPr>
          <p:txBody>
            <a:bodyPr rtlCol="0" anchor="ctr"/>
            <a:lstStyle/>
            <a:p>
              <a:pPr algn="ctr"/>
            </a:p>
          </p:txBody>
        </p:sp>
        <p:sp>
          <p:nvSpPr>
            <p:cNvPr id="95" name="tender frame"/>
            <p:cNvSpPr/>
            <p:nvPr/>
          </p:nvSpPr>
          <p:spPr>
            <a:xfrm>
              <a:off x="8215198" y="2772232"/>
              <a:ext cx="693572" cy="76123"/>
            </a:xfrm>
            <a:prstGeom prst="rect">
              <a:avLst/>
            </a:prstGeom>
            <a:solidFill>
              <a:srgbClr val="3A3F47"/>
            </a:solidFill>
            <a:ln w="9525">
              <a:solidFill>
                <a:srgbClr val="9AA0A6"/>
              </a:solidFill>
            </a:ln>
          </p:spPr>
          <p:txBody>
            <a:bodyPr rtlCol="0" anchor="ctr"/>
            <a:lstStyle/>
            <a:p>
              <a:pPr algn="ctr"/>
            </a:p>
          </p:txBody>
        </p:sp>
        <p:sp>
          <p:nvSpPr>
            <p:cNvPr id="96" name="tender body"/>
            <p:cNvSpPr/>
            <p:nvPr/>
          </p:nvSpPr>
          <p:spPr>
            <a:xfrm>
              <a:off x="8215198" y="2467737"/>
              <a:ext cx="693572" cy="304495"/>
            </a:xfrm>
            <a:prstGeom prst="roundRect">
              <a:avLst>
                <a:gd name="adj" fmla="val 2777"/>
              </a:avLst>
            </a:prstGeom>
            <a:solidFill>
              <a:srgbClr val="D9B26F"/>
            </a:solidFill>
            <a:ln>
              <a:noFill/>
            </a:ln>
          </p:spPr>
          <p:txBody>
            <a:bodyPr rtlCol="0" anchor="ctr"/>
            <a:lstStyle/>
            <a:p>
              <a:pPr algn="ctr"/>
            </a:p>
          </p:txBody>
        </p:sp>
        <p:sp>
          <p:nvSpPr>
            <p:cNvPr id="97" name="tender coal"/>
            <p:cNvSpPr/>
            <p:nvPr/>
          </p:nvSpPr>
          <p:spPr>
            <a:xfrm>
              <a:off x="8240572" y="2374696"/>
              <a:ext cx="642824" cy="118415"/>
            </a:xfrm>
            <a:custGeom>
              <a:avLst/>
              <a:gdLst/>
              <a:ahLst/>
              <a:cxnLst/>
              <a:rect l="l" t="t" r="r" b="b"/>
              <a:pathLst>
                <a:path w="642824" h="118415">
                  <a:moveTo>
                    <a:pt x="0" y="118415"/>
                  </a:moveTo>
                  <a:lnTo>
                    <a:pt x="126873" y="8458"/>
                  </a:lnTo>
                  <a:lnTo>
                    <a:pt x="380619" y="0"/>
                  </a:lnTo>
                  <a:lnTo>
                    <a:pt x="642824" y="118415"/>
                  </a:lnTo>
                  <a:close/>
                </a:path>
              </a:pathLst>
            </a:custGeom>
            <a:solidFill>
              <a:srgbClr val="1B1D21"/>
            </a:solidFill>
            <a:ln w="12700">
              <a:solidFill>
                <a:srgbClr val="6B7078"/>
              </a:solidFill>
            </a:ln>
          </p:spPr>
          <p:txBody>
            <a:bodyPr rtlCol="0" anchor="ctr"/>
            <a:lstStyle/>
            <a:p>
              <a:pPr algn="ctr"/>
            </a:p>
          </p:txBody>
        </p:sp>
        <p:sp>
          <p:nvSpPr>
            <p:cNvPr id="98" name="coupling"/>
            <p:cNvSpPr/>
            <p:nvPr/>
          </p:nvSpPr>
          <p:spPr>
            <a:xfrm>
              <a:off x="8908770" y="2670733"/>
              <a:ext cx="59207" cy="25374"/>
            </a:xfrm>
            <a:prstGeom prst="rect">
              <a:avLst/>
            </a:prstGeom>
            <a:solidFill>
              <a:srgbClr val="9AA0A6"/>
            </a:solidFill>
            <a:ln>
              <a:noFill/>
            </a:ln>
          </p:spPr>
          <p:txBody>
            <a:bodyPr rtlCol="0" anchor="ctr"/>
            <a:lstStyle/>
            <a:p>
              <a:pPr algn="ctr"/>
            </a:p>
          </p:txBody>
        </p:sp>
        <p:sp>
          <p:nvSpPr>
            <p:cNvPr id="99" name="wheel"/>
            <p:cNvSpPr/>
            <p:nvPr/>
          </p:nvSpPr>
          <p:spPr>
            <a:xfrm>
              <a:off x="8249031" y="2780690"/>
              <a:ext cx="236829" cy="236829"/>
            </a:xfrm>
            <a:prstGeom prst="ellipse">
              <a:avLst/>
            </a:prstGeom>
            <a:solidFill>
              <a:srgbClr val="1B1D21"/>
            </a:solidFill>
            <a:ln w="19050">
              <a:solidFill>
                <a:srgbClr val="9AA0A6"/>
              </a:solidFill>
            </a:ln>
          </p:spPr>
          <p:txBody>
            <a:bodyPr rtlCol="0" anchor="ctr"/>
            <a:lstStyle/>
            <a:p>
              <a:pPr algn="ctr"/>
            </a:p>
          </p:txBody>
        </p:sp>
        <p:sp>
          <p:nvSpPr>
            <p:cNvPr id="100" name="hub"/>
            <p:cNvSpPr/>
            <p:nvPr/>
          </p:nvSpPr>
          <p:spPr>
            <a:xfrm>
              <a:off x="8336657" y="2868317"/>
              <a:ext cx="61575" cy="61575"/>
            </a:xfrm>
            <a:prstGeom prst="ellipse">
              <a:avLst/>
            </a:prstGeom>
            <a:solidFill>
              <a:srgbClr val="9AA0A6"/>
            </a:solidFill>
            <a:ln>
              <a:noFill/>
            </a:ln>
          </p:spPr>
          <p:txBody>
            <a:bodyPr rtlCol="0" anchor="ctr"/>
            <a:lstStyle/>
            <a:p>
              <a:pPr algn="ctr"/>
            </a:p>
          </p:txBody>
        </p:sp>
        <p:sp>
          <p:nvSpPr>
            <p:cNvPr id="101" name="wheel"/>
            <p:cNvSpPr/>
            <p:nvPr/>
          </p:nvSpPr>
          <p:spPr>
            <a:xfrm>
              <a:off x="8452027" y="2780690"/>
              <a:ext cx="236829" cy="236829"/>
            </a:xfrm>
            <a:prstGeom prst="ellipse">
              <a:avLst/>
            </a:prstGeom>
            <a:solidFill>
              <a:srgbClr val="1B1D21"/>
            </a:solidFill>
            <a:ln w="19050">
              <a:solidFill>
                <a:srgbClr val="9AA0A6"/>
              </a:solidFill>
            </a:ln>
          </p:spPr>
          <p:txBody>
            <a:bodyPr rtlCol="0" anchor="ctr"/>
            <a:lstStyle/>
            <a:p>
              <a:pPr algn="ctr"/>
            </a:p>
          </p:txBody>
        </p:sp>
        <p:sp>
          <p:nvSpPr>
            <p:cNvPr id="102" name="hub"/>
            <p:cNvSpPr/>
            <p:nvPr/>
          </p:nvSpPr>
          <p:spPr>
            <a:xfrm>
              <a:off x="8539654" y="2868317"/>
              <a:ext cx="61575" cy="61575"/>
            </a:xfrm>
            <a:prstGeom prst="ellipse">
              <a:avLst/>
            </a:prstGeom>
            <a:solidFill>
              <a:srgbClr val="9AA0A6"/>
            </a:solidFill>
            <a:ln>
              <a:noFill/>
            </a:ln>
          </p:spPr>
          <p:txBody>
            <a:bodyPr rtlCol="0" anchor="ctr"/>
            <a:lstStyle/>
            <a:p>
              <a:pPr algn="ctr"/>
            </a:p>
          </p:txBody>
        </p:sp>
        <p:sp>
          <p:nvSpPr>
            <p:cNvPr id="103" name="wheel"/>
            <p:cNvSpPr/>
            <p:nvPr/>
          </p:nvSpPr>
          <p:spPr>
            <a:xfrm>
              <a:off x="8655024" y="2780690"/>
              <a:ext cx="236829" cy="236829"/>
            </a:xfrm>
            <a:prstGeom prst="ellipse">
              <a:avLst/>
            </a:prstGeom>
            <a:solidFill>
              <a:srgbClr val="1B1D21"/>
            </a:solidFill>
            <a:ln w="19050">
              <a:solidFill>
                <a:srgbClr val="9AA0A6"/>
              </a:solidFill>
            </a:ln>
          </p:spPr>
          <p:txBody>
            <a:bodyPr rtlCol="0" anchor="ctr"/>
            <a:lstStyle/>
            <a:p>
              <a:pPr algn="ctr"/>
            </a:p>
          </p:txBody>
        </p:sp>
        <p:sp>
          <p:nvSpPr>
            <p:cNvPr id="104" name="hub"/>
            <p:cNvSpPr/>
            <p:nvPr/>
          </p:nvSpPr>
          <p:spPr>
            <a:xfrm>
              <a:off x="8742651" y="2868317"/>
              <a:ext cx="61575" cy="61575"/>
            </a:xfrm>
            <a:prstGeom prst="ellipse">
              <a:avLst/>
            </a:prstGeom>
            <a:solidFill>
              <a:srgbClr val="9AA0A6"/>
            </a:solidFill>
            <a:ln>
              <a:noFill/>
            </a:ln>
          </p:spPr>
          <p:txBody>
            <a:bodyPr rtlCol="0" anchor="ctr"/>
            <a:lstStyle/>
            <a:p>
              <a:pPr algn="ctr"/>
            </a:p>
          </p:txBody>
        </p:sp>
        <p:sp>
          <p:nvSpPr>
            <p:cNvPr id="105" name="frame"/>
            <p:cNvSpPr/>
            <p:nvPr/>
          </p:nvSpPr>
          <p:spPr>
            <a:xfrm>
              <a:off x="8967978" y="2772232"/>
              <a:ext cx="2224506" cy="76123"/>
            </a:xfrm>
            <a:prstGeom prst="rect">
              <a:avLst/>
            </a:prstGeom>
            <a:solidFill>
              <a:srgbClr val="3A3F47"/>
            </a:solidFill>
            <a:ln w="9525">
              <a:solidFill>
                <a:srgbClr val="9AA0A6"/>
              </a:solidFill>
            </a:ln>
          </p:spPr>
          <p:txBody>
            <a:bodyPr rtlCol="0" anchor="ctr"/>
            <a:lstStyle/>
            <a:p>
              <a:pPr algn="ctr"/>
            </a:p>
          </p:txBody>
        </p:sp>
        <p:sp>
          <p:nvSpPr>
            <p:cNvPr id="106" name="cab"/>
            <p:cNvSpPr/>
            <p:nvPr/>
          </p:nvSpPr>
          <p:spPr>
            <a:xfrm>
              <a:off x="8967978" y="2307031"/>
              <a:ext cx="338328" cy="465201"/>
            </a:xfrm>
            <a:prstGeom prst="roundRect">
              <a:avLst>
                <a:gd name="adj" fmla="val 2500"/>
              </a:avLst>
            </a:prstGeom>
            <a:solidFill>
              <a:srgbClr val="D9B26F"/>
            </a:solidFill>
            <a:ln>
              <a:noFill/>
            </a:ln>
          </p:spPr>
          <p:txBody>
            <a:bodyPr rtlCol="0" anchor="ctr"/>
            <a:lstStyle/>
            <a:p>
              <a:pPr algn="ctr"/>
            </a:p>
          </p:txBody>
        </p:sp>
        <p:sp>
          <p:nvSpPr>
            <p:cNvPr id="107" name="cab roof"/>
            <p:cNvSpPr/>
            <p:nvPr/>
          </p:nvSpPr>
          <p:spPr>
            <a:xfrm>
              <a:off x="8942603" y="2239365"/>
              <a:ext cx="389077" cy="67665"/>
            </a:xfrm>
            <a:prstGeom prst="roundRect">
              <a:avLst>
                <a:gd name="adj" fmla="val 37500"/>
              </a:avLst>
            </a:prstGeom>
            <a:solidFill>
              <a:srgbClr val="3A3F47"/>
            </a:solidFill>
            <a:ln w="9525">
              <a:solidFill>
                <a:srgbClr val="9AA0A6"/>
              </a:solidFill>
            </a:ln>
          </p:spPr>
          <p:txBody>
            <a:bodyPr rtlCol="0" anchor="ctr"/>
            <a:lstStyle/>
            <a:p>
              <a:pPr algn="ctr"/>
            </a:p>
          </p:txBody>
        </p:sp>
        <p:sp>
          <p:nvSpPr>
            <p:cNvPr id="108" name="cab window"/>
            <p:cNvSpPr/>
            <p:nvPr/>
          </p:nvSpPr>
          <p:spPr>
            <a:xfrm>
              <a:off x="9052560" y="2374696"/>
              <a:ext cx="152247" cy="152247"/>
            </a:xfrm>
            <a:prstGeom prst="rect">
              <a:avLst/>
            </a:prstGeom>
            <a:solidFill>
              <a:srgbClr val="1B1D21"/>
            </a:solidFill>
            <a:ln>
              <a:noFill/>
            </a:ln>
          </p:spPr>
          <p:txBody>
            <a:bodyPr rtlCol="0" anchor="ctr"/>
            <a:lstStyle/>
            <a:p>
              <a:pPr algn="ctr"/>
            </a:p>
          </p:txBody>
        </p:sp>
        <p:sp>
          <p:nvSpPr>
            <p:cNvPr id="109" name="boiler"/>
            <p:cNvSpPr/>
            <p:nvPr/>
          </p:nvSpPr>
          <p:spPr>
            <a:xfrm>
              <a:off x="9306306" y="2349322"/>
              <a:ext cx="1717014" cy="338328"/>
            </a:xfrm>
            <a:prstGeom prst="roundRect">
              <a:avLst>
                <a:gd name="adj" fmla="val 25000"/>
              </a:avLst>
            </a:prstGeom>
            <a:solidFill>
              <a:srgbClr val="D9B26F"/>
            </a:solidFill>
            <a:ln>
              <a:noFill/>
            </a:ln>
          </p:spPr>
          <p:txBody>
            <a:bodyPr rtlCol="0" anchor="ctr"/>
            <a:lstStyle/>
            <a:p>
              <a:pPr algn="ctr"/>
            </a:p>
          </p:txBody>
        </p:sp>
        <p:sp>
          <p:nvSpPr>
            <p:cNvPr id="110" name="boiler band"/>
            <p:cNvSpPr/>
            <p:nvPr/>
          </p:nvSpPr>
          <p:spPr>
            <a:xfrm>
              <a:off x="9821410" y="2349322"/>
              <a:ext cx="11841" cy="338328"/>
            </a:xfrm>
            <a:prstGeom prst="rect">
              <a:avLst/>
            </a:prstGeom>
            <a:solidFill>
              <a:srgbClr val="9C804F"/>
            </a:solidFill>
            <a:ln>
              <a:noFill/>
            </a:ln>
          </p:spPr>
          <p:txBody>
            <a:bodyPr rtlCol="0" anchor="ctr"/>
            <a:lstStyle/>
            <a:p>
              <a:pPr algn="ctr"/>
            </a:p>
          </p:txBody>
        </p:sp>
        <p:sp>
          <p:nvSpPr>
            <p:cNvPr id="111" name="boiler band"/>
            <p:cNvSpPr/>
            <p:nvPr/>
          </p:nvSpPr>
          <p:spPr>
            <a:xfrm>
              <a:off x="10250664" y="2349322"/>
              <a:ext cx="11841" cy="338328"/>
            </a:xfrm>
            <a:prstGeom prst="rect">
              <a:avLst/>
            </a:prstGeom>
            <a:solidFill>
              <a:srgbClr val="9C804F"/>
            </a:solidFill>
            <a:ln>
              <a:noFill/>
            </a:ln>
          </p:spPr>
          <p:txBody>
            <a:bodyPr rtlCol="0" anchor="ctr"/>
            <a:lstStyle/>
            <a:p>
              <a:pPr algn="ctr"/>
            </a:p>
          </p:txBody>
        </p:sp>
        <p:sp>
          <p:nvSpPr>
            <p:cNvPr id="112" name="boiler band"/>
            <p:cNvSpPr/>
            <p:nvPr/>
          </p:nvSpPr>
          <p:spPr>
            <a:xfrm>
              <a:off x="10679917" y="2349322"/>
              <a:ext cx="11841" cy="338328"/>
            </a:xfrm>
            <a:prstGeom prst="rect">
              <a:avLst/>
            </a:prstGeom>
            <a:solidFill>
              <a:srgbClr val="9C804F"/>
            </a:solidFill>
            <a:ln>
              <a:noFill/>
            </a:ln>
          </p:spPr>
          <p:txBody>
            <a:bodyPr rtlCol="0" anchor="ctr"/>
            <a:lstStyle/>
            <a:p>
              <a:pPr algn="ctr"/>
            </a:p>
          </p:txBody>
        </p:sp>
        <p:sp>
          <p:nvSpPr>
            <p:cNvPr id="113" name="smokebox"/>
            <p:cNvSpPr/>
            <p:nvPr/>
          </p:nvSpPr>
          <p:spPr>
            <a:xfrm>
              <a:off x="11023320" y="2349322"/>
              <a:ext cx="169164" cy="338328"/>
            </a:xfrm>
            <a:prstGeom prst="roundRect">
              <a:avLst>
                <a:gd name="adj" fmla="val 11999"/>
              </a:avLst>
            </a:prstGeom>
            <a:solidFill>
              <a:srgbClr val="4A515B"/>
            </a:solidFill>
            <a:ln>
              <a:noFill/>
            </a:ln>
          </p:spPr>
          <p:txBody>
            <a:bodyPr rtlCol="0" anchor="ctr"/>
            <a:lstStyle/>
            <a:p>
              <a:pPr algn="ctr"/>
            </a:p>
          </p:txBody>
        </p:sp>
        <p:sp>
          <p:nvSpPr>
            <p:cNvPr id="114" name="chimney"/>
            <p:cNvSpPr/>
            <p:nvPr/>
          </p:nvSpPr>
          <p:spPr>
            <a:xfrm>
              <a:off x="11074069" y="2120950"/>
              <a:ext cx="67665" cy="228371"/>
            </a:xfrm>
            <a:prstGeom prst="rect">
              <a:avLst/>
            </a:prstGeom>
            <a:solidFill>
              <a:srgbClr val="3A3F47"/>
            </a:solidFill>
            <a:ln w="9525">
              <a:solidFill>
                <a:srgbClr val="9AA0A6"/>
              </a:solidFill>
            </a:ln>
          </p:spPr>
          <p:txBody>
            <a:bodyPr rtlCol="0" anchor="ctr"/>
            <a:lstStyle/>
            <a:p>
              <a:pPr algn="ctr"/>
            </a:p>
          </p:txBody>
        </p:sp>
        <p:sp>
          <p:nvSpPr>
            <p:cNvPr id="115" name="smoke deflector"/>
            <p:cNvSpPr/>
            <p:nvPr/>
          </p:nvSpPr>
          <p:spPr>
            <a:xfrm>
              <a:off x="10803407" y="2137867"/>
              <a:ext cx="202997" cy="287579"/>
            </a:xfrm>
            <a:custGeom>
              <a:avLst/>
              <a:gdLst/>
              <a:ahLst/>
              <a:cxnLst/>
              <a:rect l="l" t="t" r="r" b="b"/>
              <a:pathLst>
                <a:path w="202997" h="287579">
                  <a:moveTo>
                    <a:pt x="0" y="287579"/>
                  </a:moveTo>
                  <a:lnTo>
                    <a:pt x="202997" y="287579"/>
                  </a:lnTo>
                  <a:lnTo>
                    <a:pt x="202997" y="0"/>
                  </a:lnTo>
                  <a:lnTo>
                    <a:pt x="33833" y="50749"/>
                  </a:lnTo>
                  <a:close/>
                </a:path>
              </a:pathLst>
            </a:custGeom>
            <a:solidFill>
              <a:srgbClr val="3A3F47"/>
            </a:solidFill>
            <a:ln w="12700">
              <a:solidFill>
                <a:srgbClr val="9AA0A6"/>
              </a:solidFill>
            </a:ln>
          </p:spPr>
          <p:txBody>
            <a:bodyPr rtlCol="0" anchor="ctr"/>
            <a:lstStyle/>
            <a:p>
              <a:pPr algn="ctr"/>
            </a:p>
          </p:txBody>
        </p:sp>
        <p:sp>
          <p:nvSpPr>
            <p:cNvPr id="116" name="lamp"/>
            <p:cNvSpPr/>
            <p:nvPr/>
          </p:nvSpPr>
          <p:spPr>
            <a:xfrm>
              <a:off x="11150193" y="2645359"/>
              <a:ext cx="84582" cy="84582"/>
            </a:xfrm>
            <a:prstGeom prst="ellipse">
              <a:avLst/>
            </a:prstGeom>
            <a:solidFill>
              <a:srgbClr val="F2C14E"/>
            </a:solidFill>
            <a:ln>
              <a:noFill/>
            </a:ln>
          </p:spPr>
          <p:txBody>
            <a:bodyPr rtlCol="0" anchor="ctr"/>
            <a:lstStyle/>
            <a:p>
              <a:pPr algn="ctr"/>
            </a:p>
          </p:txBody>
        </p:sp>
        <p:sp>
          <p:nvSpPr>
            <p:cNvPr id="117" name="dome"/>
            <p:cNvSpPr/>
            <p:nvPr/>
          </p:nvSpPr>
          <p:spPr>
            <a:xfrm>
              <a:off x="9993111" y="2256282"/>
              <a:ext cx="152247" cy="93040"/>
            </a:xfrm>
            <a:prstGeom prst="roundRect">
              <a:avLst>
                <a:gd name="adj" fmla="val 36363"/>
              </a:avLst>
            </a:prstGeom>
            <a:solidFill>
              <a:srgbClr val="D9B26F"/>
            </a:solidFill>
            <a:ln>
              <a:noFill/>
            </a:ln>
          </p:spPr>
          <p:txBody>
            <a:bodyPr rtlCol="0" anchor="ctr"/>
            <a:lstStyle/>
            <a:p>
              <a:pPr algn="ctr"/>
            </a:p>
          </p:txBody>
        </p:sp>
        <p:sp>
          <p:nvSpPr>
            <p:cNvPr id="118" name="wheel"/>
            <p:cNvSpPr/>
            <p:nvPr/>
          </p:nvSpPr>
          <p:spPr>
            <a:xfrm>
              <a:off x="8993352" y="2679191"/>
              <a:ext cx="338328" cy="338328"/>
            </a:xfrm>
            <a:prstGeom prst="ellipse">
              <a:avLst/>
            </a:prstGeom>
            <a:solidFill>
              <a:srgbClr val="1B1D21"/>
            </a:solidFill>
            <a:ln w="19050">
              <a:solidFill>
                <a:srgbClr val="9AA0A6"/>
              </a:solidFill>
            </a:ln>
          </p:spPr>
          <p:txBody>
            <a:bodyPr rtlCol="0" anchor="ctr"/>
            <a:lstStyle/>
            <a:p>
              <a:pPr algn="ctr"/>
            </a:p>
          </p:txBody>
        </p:sp>
        <p:sp>
          <p:nvSpPr>
            <p:cNvPr id="119" name="hub"/>
            <p:cNvSpPr/>
            <p:nvPr/>
          </p:nvSpPr>
          <p:spPr>
            <a:xfrm>
              <a:off x="9118533" y="2804373"/>
              <a:ext cx="87965" cy="87965"/>
            </a:xfrm>
            <a:prstGeom prst="ellipse">
              <a:avLst/>
            </a:prstGeom>
            <a:solidFill>
              <a:srgbClr val="9AA0A6"/>
            </a:solidFill>
            <a:ln>
              <a:noFill/>
            </a:ln>
          </p:spPr>
          <p:txBody>
            <a:bodyPr rtlCol="0" anchor="ctr"/>
            <a:lstStyle/>
            <a:p>
              <a:pPr algn="ctr"/>
            </a:p>
          </p:txBody>
        </p:sp>
        <p:sp>
          <p:nvSpPr>
            <p:cNvPr id="120" name="wheel"/>
            <p:cNvSpPr/>
            <p:nvPr/>
          </p:nvSpPr>
          <p:spPr>
            <a:xfrm>
              <a:off x="9373971" y="2679191"/>
              <a:ext cx="338328" cy="338328"/>
            </a:xfrm>
            <a:prstGeom prst="ellipse">
              <a:avLst/>
            </a:prstGeom>
            <a:solidFill>
              <a:srgbClr val="1B1D21"/>
            </a:solidFill>
            <a:ln w="19050">
              <a:solidFill>
                <a:srgbClr val="9AA0A6"/>
              </a:solidFill>
            </a:ln>
          </p:spPr>
          <p:txBody>
            <a:bodyPr rtlCol="0" anchor="ctr"/>
            <a:lstStyle/>
            <a:p>
              <a:pPr algn="ctr"/>
            </a:p>
          </p:txBody>
        </p:sp>
        <p:sp>
          <p:nvSpPr>
            <p:cNvPr id="121" name="hub"/>
            <p:cNvSpPr/>
            <p:nvPr/>
          </p:nvSpPr>
          <p:spPr>
            <a:xfrm>
              <a:off x="9499152" y="2804373"/>
              <a:ext cx="87965" cy="87965"/>
            </a:xfrm>
            <a:prstGeom prst="ellipse">
              <a:avLst/>
            </a:prstGeom>
            <a:solidFill>
              <a:srgbClr val="9AA0A6"/>
            </a:solidFill>
            <a:ln>
              <a:noFill/>
            </a:ln>
          </p:spPr>
          <p:txBody>
            <a:bodyPr rtlCol="0" anchor="ctr"/>
            <a:lstStyle/>
            <a:p>
              <a:pPr algn="ctr"/>
            </a:p>
          </p:txBody>
        </p:sp>
        <p:sp>
          <p:nvSpPr>
            <p:cNvPr id="122" name="wheel"/>
            <p:cNvSpPr/>
            <p:nvPr/>
          </p:nvSpPr>
          <p:spPr>
            <a:xfrm>
              <a:off x="9754590" y="2679191"/>
              <a:ext cx="338328" cy="338328"/>
            </a:xfrm>
            <a:prstGeom prst="ellipse">
              <a:avLst/>
            </a:prstGeom>
            <a:solidFill>
              <a:srgbClr val="1B1D21"/>
            </a:solidFill>
            <a:ln w="19050">
              <a:solidFill>
                <a:srgbClr val="9AA0A6"/>
              </a:solidFill>
            </a:ln>
          </p:spPr>
          <p:txBody>
            <a:bodyPr rtlCol="0" anchor="ctr"/>
            <a:lstStyle/>
            <a:p>
              <a:pPr algn="ctr"/>
            </a:p>
          </p:txBody>
        </p:sp>
        <p:sp>
          <p:nvSpPr>
            <p:cNvPr id="123" name="hub"/>
            <p:cNvSpPr/>
            <p:nvPr/>
          </p:nvSpPr>
          <p:spPr>
            <a:xfrm>
              <a:off x="9879771" y="2804373"/>
              <a:ext cx="87965" cy="87965"/>
            </a:xfrm>
            <a:prstGeom prst="ellipse">
              <a:avLst/>
            </a:prstGeom>
            <a:solidFill>
              <a:srgbClr val="9AA0A6"/>
            </a:solidFill>
            <a:ln>
              <a:noFill/>
            </a:ln>
          </p:spPr>
          <p:txBody>
            <a:bodyPr rtlCol="0" anchor="ctr"/>
            <a:lstStyle/>
            <a:p>
              <a:pPr algn="ctr"/>
            </a:p>
          </p:txBody>
        </p:sp>
        <p:sp>
          <p:nvSpPr>
            <p:cNvPr id="124" name="wheel"/>
            <p:cNvSpPr/>
            <p:nvPr/>
          </p:nvSpPr>
          <p:spPr>
            <a:xfrm>
              <a:off x="10135209" y="2679191"/>
              <a:ext cx="338328" cy="338328"/>
            </a:xfrm>
            <a:prstGeom prst="ellipse">
              <a:avLst/>
            </a:prstGeom>
            <a:solidFill>
              <a:srgbClr val="1B1D21"/>
            </a:solidFill>
            <a:ln w="19050">
              <a:solidFill>
                <a:srgbClr val="9AA0A6"/>
              </a:solidFill>
            </a:ln>
          </p:spPr>
          <p:txBody>
            <a:bodyPr rtlCol="0" anchor="ctr"/>
            <a:lstStyle/>
            <a:p>
              <a:pPr algn="ctr"/>
            </a:p>
          </p:txBody>
        </p:sp>
        <p:sp>
          <p:nvSpPr>
            <p:cNvPr id="125" name="hub"/>
            <p:cNvSpPr/>
            <p:nvPr/>
          </p:nvSpPr>
          <p:spPr>
            <a:xfrm>
              <a:off x="10260390" y="2804373"/>
              <a:ext cx="87965" cy="87965"/>
            </a:xfrm>
            <a:prstGeom prst="ellipse">
              <a:avLst/>
            </a:prstGeom>
            <a:solidFill>
              <a:srgbClr val="9AA0A6"/>
            </a:solidFill>
            <a:ln>
              <a:noFill/>
            </a:ln>
          </p:spPr>
          <p:txBody>
            <a:bodyPr rtlCol="0" anchor="ctr"/>
            <a:lstStyle/>
            <a:p>
              <a:pPr algn="ctr"/>
            </a:p>
          </p:txBody>
        </p:sp>
        <p:sp>
          <p:nvSpPr>
            <p:cNvPr id="126" name="wheel"/>
            <p:cNvSpPr/>
            <p:nvPr/>
          </p:nvSpPr>
          <p:spPr>
            <a:xfrm>
              <a:off x="10600410" y="2831439"/>
              <a:ext cx="186080" cy="186080"/>
            </a:xfrm>
            <a:prstGeom prst="ellipse">
              <a:avLst/>
            </a:prstGeom>
            <a:solidFill>
              <a:srgbClr val="1B1D21"/>
            </a:solidFill>
            <a:ln w="19050">
              <a:solidFill>
                <a:srgbClr val="9AA0A6"/>
              </a:solidFill>
            </a:ln>
          </p:spPr>
          <p:txBody>
            <a:bodyPr rtlCol="0" anchor="ctr"/>
            <a:lstStyle/>
            <a:p>
              <a:pPr algn="ctr"/>
            </a:p>
          </p:txBody>
        </p:sp>
        <p:sp>
          <p:nvSpPr>
            <p:cNvPr id="127" name="hub"/>
            <p:cNvSpPr/>
            <p:nvPr/>
          </p:nvSpPr>
          <p:spPr>
            <a:xfrm>
              <a:off x="10669260" y="2900289"/>
              <a:ext cx="48380" cy="48380"/>
            </a:xfrm>
            <a:prstGeom prst="ellipse">
              <a:avLst/>
            </a:prstGeom>
            <a:solidFill>
              <a:srgbClr val="9AA0A6"/>
            </a:solidFill>
            <a:ln>
              <a:noFill/>
            </a:ln>
          </p:spPr>
          <p:txBody>
            <a:bodyPr rtlCol="0" anchor="ctr"/>
            <a:lstStyle/>
            <a:p>
              <a:pPr algn="ctr"/>
            </a:p>
          </p:txBody>
        </p:sp>
        <p:sp>
          <p:nvSpPr>
            <p:cNvPr id="128" name="coupling rod"/>
            <p:cNvSpPr/>
            <p:nvPr/>
          </p:nvSpPr>
          <p:spPr>
            <a:xfrm>
              <a:off x="9162516" y="2751932"/>
              <a:ext cx="1141857" cy="23682"/>
            </a:xfrm>
            <a:prstGeom prst="rect">
              <a:avLst/>
            </a:prstGeom>
            <a:solidFill>
              <a:srgbClr val="D0D4D8"/>
            </a:solidFill>
            <a:ln>
              <a:noFill/>
            </a:ln>
          </p:spPr>
          <p:txBody>
            <a:bodyPr rtlCol="0" anchor="ctr"/>
            <a:lstStyle/>
            <a:p>
              <a:pPr algn="ctr"/>
            </a:p>
          </p:txBody>
        </p:sp>
        <p:sp>
          <p:nvSpPr>
            <p:cNvPr id="129" name="buffer beam"/>
            <p:cNvSpPr/>
            <p:nvPr/>
          </p:nvSpPr>
          <p:spPr>
            <a:xfrm>
              <a:off x="11192484" y="2696108"/>
              <a:ext cx="50749" cy="152247"/>
            </a:xfrm>
            <a:prstGeom prst="rect">
              <a:avLst/>
            </a:prstGeom>
            <a:solidFill>
              <a:srgbClr val="9AA0A6"/>
            </a:solidFill>
            <a:ln>
              <a:noFill/>
            </a:ln>
          </p:spPr>
          <p:txBody>
            <a:bodyPr rtlCol="0" anchor="ctr"/>
            <a:lstStyle/>
            <a:p>
              <a:pPr algn="ctr"/>
            </a:p>
          </p:txBody>
        </p:sp>
        <p:sp>
          <p:nvSpPr>
            <p:cNvPr id="130" name="data card"/>
            <p:cNvSpPr/>
            <p:nvPr/>
          </p:nvSpPr>
          <p:spPr>
            <a:xfrm>
              <a:off x="8677656" y="3337560"/>
              <a:ext cx="2103120" cy="566928"/>
            </a:xfrm>
            <a:prstGeom prst="roundRect">
              <a:avLst>
                <a:gd name="adj" fmla="val 12903"/>
              </a:avLst>
            </a:prstGeom>
            <a:solidFill>
              <a:srgbClr val="343A43"/>
            </a:solidFill>
            <a:ln w="25400">
              <a:solidFill>
                <a:srgbClr val="F28C28"/>
              </a:solidFill>
            </a:ln>
          </p:spPr>
          <p:txBody>
            <a:bodyPr rtlCol="0" anchor="ctr"/>
            <a:lstStyle/>
            <a:p>
              <a:pPr algn="ctr"/>
            </a:p>
          </p:txBody>
        </p:sp>
        <p:sp>
          <p:nvSpPr>
            <p:cNvPr id="131" name="card icon"/>
            <p:cNvSpPr/>
            <p:nvPr/>
          </p:nvSpPr>
          <p:spPr>
            <a:xfrm>
              <a:off x="8814816" y="3474720"/>
              <a:ext cx="274320" cy="292608"/>
            </a:xfrm>
            <a:prstGeom prst="roundRect">
              <a:avLst>
                <a:gd name="adj" fmla="val 10000"/>
              </a:avLst>
            </a:prstGeom>
            <a:solidFill>
              <a:srgbClr val="F2F2F2"/>
            </a:solidFill>
            <a:ln>
              <a:noFill/>
            </a:ln>
          </p:spPr>
          <p:txBody>
            <a:bodyPr rtlCol="0" anchor="ctr"/>
            <a:lstStyle/>
            <a:p>
              <a:pPr algn="ctr"/>
            </a:p>
          </p:txBody>
        </p:sp>
        <p:sp>
          <p:nvSpPr>
            <p:cNvPr id="132" name="card icon line"/>
            <p:cNvSpPr/>
            <p:nvPr/>
          </p:nvSpPr>
          <p:spPr>
            <a:xfrm>
              <a:off x="8869680" y="3529584"/>
              <a:ext cx="164592" cy="27432"/>
            </a:xfrm>
            <a:prstGeom prst="rect">
              <a:avLst/>
            </a:prstGeom>
            <a:solidFill>
              <a:srgbClr val="4A515B"/>
            </a:solidFill>
            <a:ln>
              <a:noFill/>
            </a:ln>
          </p:spPr>
          <p:txBody>
            <a:bodyPr rtlCol="0" anchor="ctr"/>
            <a:lstStyle/>
            <a:p>
              <a:pPr algn="ctr"/>
            </a:p>
          </p:txBody>
        </p:sp>
        <p:sp>
          <p:nvSpPr>
            <p:cNvPr id="133" name="card icon line"/>
            <p:cNvSpPr/>
            <p:nvPr/>
          </p:nvSpPr>
          <p:spPr>
            <a:xfrm>
              <a:off x="8869680" y="3602736"/>
              <a:ext cx="164592" cy="27432"/>
            </a:xfrm>
            <a:prstGeom prst="rect">
              <a:avLst/>
            </a:prstGeom>
            <a:solidFill>
              <a:srgbClr val="4A515B"/>
            </a:solidFill>
            <a:ln>
              <a:noFill/>
            </a:ln>
          </p:spPr>
          <p:txBody>
            <a:bodyPr rtlCol="0" anchor="ctr"/>
            <a:lstStyle/>
            <a:p>
              <a:pPr algn="ctr"/>
            </a:p>
          </p:txBody>
        </p:sp>
        <p:sp>
          <p:nvSpPr>
            <p:cNvPr id="134" name="card icon line"/>
            <p:cNvSpPr/>
            <p:nvPr/>
          </p:nvSpPr>
          <p:spPr>
            <a:xfrm>
              <a:off x="8869680" y="3675887"/>
              <a:ext cx="164592" cy="27432"/>
            </a:xfrm>
            <a:prstGeom prst="rect">
              <a:avLst/>
            </a:prstGeom>
            <a:solidFill>
              <a:srgbClr val="4A515B"/>
            </a:solidFill>
            <a:ln>
              <a:noFill/>
            </a:ln>
          </p:spPr>
          <p:txBody>
            <a:bodyPr rtlCol="0" anchor="ctr"/>
            <a:lstStyle/>
            <a:p>
              <a:pPr algn="ctr"/>
            </a:p>
          </p:txBody>
        </p:sp>
        <p:sp>
          <p:nvSpPr>
            <p:cNvPr id="135" name="card label"/>
            <p:cNvSpPr txBox="1"/>
            <p:nvPr/>
          </p:nvSpPr>
          <p:spPr>
            <a:xfrm>
              <a:off x="9162288" y="3337560"/>
              <a:ext cx="1600200" cy="566928"/>
            </a:xfrm>
            <a:prstGeom prst="rect">
              <a:avLst/>
            </a:prstGeom>
            <a:noFill/>
          </p:spPr>
          <p:txBody>
            <a:bodyPr wrap="square" anchor="ctr" lIns="18288" tIns="9144" rIns="18288" bIns="9144">
              <a:noAutofit/>
            </a:bodyPr>
            <a:lstStyle/>
            <a:p>
              <a:pPr algn="l"/>
              <a:r>
                <a:rPr sz="1400" b="1" i="0" lang="en-GB">
                  <a:solidFill>
                    <a:srgbClr val="F2F2F2"/>
                  </a:solidFill>
                  <a:latin typeface="Arial"/>
                </a:rPr>
                <a:t>Own data card</a:t>
              </a:r>
            </a:p>
          </p:txBody>
        </p:sp>
        <p:cxnSp>
          <p:nvCxnSpPr>
            <p:cNvPr id="136" name="plug lead"/>
            <p:cNvCxnSpPr/>
            <p:nvPr/>
          </p:nvCxnSpPr>
          <p:spPr>
            <a:xfrm>
              <a:off x="9729216" y="3904487"/>
              <a:ext cx="0" cy="466345"/>
            </a:xfrm>
            <a:prstGeom prst="line">
              <a:avLst/>
            </a:prstGeom>
            <a:ln w="31750">
              <a:solidFill>
                <a:srgbClr val="9AA0A6"/>
              </a:solidFill>
            </a:ln>
          </p:spPr>
        </p:cxnSp>
        <p:sp>
          <p:nvSpPr>
            <p:cNvPr id="137" name="plug head"/>
            <p:cNvSpPr/>
            <p:nvPr/>
          </p:nvSpPr>
          <p:spPr>
            <a:xfrm>
              <a:off x="9546336" y="4297680"/>
              <a:ext cx="365760" cy="256032"/>
            </a:xfrm>
            <a:prstGeom prst="roundRect">
              <a:avLst>
                <a:gd name="adj" fmla="val 14285"/>
              </a:avLst>
            </a:prstGeom>
            <a:solidFill>
              <a:srgbClr val="F28C28"/>
            </a:solidFill>
            <a:ln>
              <a:noFill/>
            </a:ln>
          </p:spPr>
          <p:txBody>
            <a:bodyPr rtlCol="0" anchor="ctr"/>
            <a:lstStyle/>
            <a:p>
              <a:pPr algn="ctr"/>
            </a:p>
          </p:txBody>
        </p:sp>
        <p:sp>
          <p:nvSpPr>
            <p:cNvPr id="138" name="plug prong"/>
            <p:cNvSpPr/>
            <p:nvPr/>
          </p:nvSpPr>
          <p:spPr>
            <a:xfrm>
              <a:off x="9637776" y="4553712"/>
              <a:ext cx="54864" cy="128016"/>
            </a:xfrm>
            <a:prstGeom prst="rect">
              <a:avLst/>
            </a:prstGeom>
            <a:solidFill>
              <a:srgbClr val="F28C28"/>
            </a:solidFill>
            <a:ln>
              <a:noFill/>
            </a:ln>
          </p:spPr>
          <p:txBody>
            <a:bodyPr rtlCol="0" anchor="ctr"/>
            <a:lstStyle/>
            <a:p>
              <a:pPr algn="ctr"/>
            </a:p>
          </p:txBody>
        </p:sp>
        <p:sp>
          <p:nvSpPr>
            <p:cNvPr id="139" name="plug prong"/>
            <p:cNvSpPr/>
            <p:nvPr/>
          </p:nvSpPr>
          <p:spPr>
            <a:xfrm>
              <a:off x="9765792" y="4553712"/>
              <a:ext cx="54864" cy="128016"/>
            </a:xfrm>
            <a:prstGeom prst="rect">
              <a:avLst/>
            </a:prstGeom>
            <a:solidFill>
              <a:srgbClr val="F28C28"/>
            </a:solidFill>
            <a:ln>
              <a:noFill/>
            </a:ln>
          </p:spPr>
          <p:txBody>
            <a:bodyPr rtlCol="0" anchor="ctr"/>
            <a:lstStyle/>
            <a:p>
              <a:pPr algn="ctr"/>
            </a:p>
          </p:txBody>
        </p:sp>
        <p:sp>
          <p:nvSpPr>
            <p:cNvPr id="140" name="shared rules bar"/>
            <p:cNvSpPr/>
            <p:nvPr/>
          </p:nvSpPr>
          <p:spPr>
            <a:xfrm>
              <a:off x="822960" y="4553712"/>
              <a:ext cx="10515600" cy="777240"/>
            </a:xfrm>
            <a:prstGeom prst="roundRect">
              <a:avLst>
                <a:gd name="adj" fmla="val 11764"/>
              </a:avLst>
            </a:prstGeom>
            <a:solidFill>
              <a:srgbClr val="343A43"/>
            </a:solidFill>
            <a:ln w="31750">
              <a:solidFill>
                <a:srgbClr val="F28C28"/>
              </a:solidFill>
            </a:ln>
          </p:spPr>
          <p:txBody>
            <a:bodyPr rtlCol="0" anchor="ctr" wrap="square" tIns="91440" bIns="0">
              <a:noAutofit/>
            </a:bodyPr>
            <a:lstStyle/>
            <a:p>
              <a:pPr algn="ctr"/>
              <a:r>
                <a:rPr sz="2400" b="1" i="0" lang="en-GB">
                  <a:solidFill>
                    <a:srgbClr val="F2F2F2"/>
                  </a:solidFill>
                  <a:latin typeface="Arial"/>
                </a:rPr>
                <a:t>Shared rules</a:t>
              </a:r>
            </a:p>
          </p:txBody>
        </p:sp>
      </p:grpSp>
      <p:sp>
        <p:nvSpPr>
          <p:cNvPr id="14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42"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43"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The code is shared. The engines are not. Each model keeps its own wheels and shape.</a:t>
            </a:r>
          </a:p>
        </p:txBody>
      </p:sp>
      <p:sp>
        <p:nvSpPr>
          <p:cNvPr id="144"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Weight and power differ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wo balanced scales" descr="Two balance scales, both level. On the first, a heavy engine with heavy wagons balances more power. On the second, a lighter engine with light wagons balances less power. Illustration only."/>
          <p:cNvGrpSpPr/>
          <p:nvPr/>
        </p:nvGrpSpPr>
        <p:grpSpPr>
          <a:xfrm>
            <a:off x="1572768" y="1335024"/>
            <a:ext cx="9052560" cy="4297680"/>
            <a:chOff x="1572768" y="1335024"/>
            <a:chExt cx="9052560" cy="4297680"/>
          </a:xfrm>
        </p:grpSpPr>
        <p:sp>
          <p:nvSpPr>
            <p:cNvPr id="5" name="scale post"/>
            <p:cNvSpPr/>
            <p:nvPr/>
          </p:nvSpPr>
          <p:spPr>
            <a:xfrm>
              <a:off x="6025896" y="1463039"/>
              <a:ext cx="146304" cy="1417320"/>
            </a:xfrm>
            <a:prstGeom prst="rect">
              <a:avLst/>
            </a:prstGeom>
            <a:solidFill>
              <a:srgbClr val="9AA0A6"/>
            </a:solidFill>
            <a:ln>
              <a:noFill/>
            </a:ln>
          </p:spPr>
          <p:txBody>
            <a:bodyPr rtlCol="0" anchor="ctr"/>
            <a:lstStyle/>
            <a:p>
              <a:pPr algn="ctr"/>
            </a:p>
          </p:txBody>
        </p:sp>
        <p:sp>
          <p:nvSpPr>
            <p:cNvPr id="6" name="scale base"/>
            <p:cNvSpPr/>
            <p:nvPr/>
          </p:nvSpPr>
          <p:spPr>
            <a:xfrm>
              <a:off x="5367528" y="2624328"/>
              <a:ext cx="1463040" cy="256032"/>
            </a:xfrm>
            <a:custGeom>
              <a:avLst/>
              <a:gdLst/>
              <a:ahLst/>
              <a:cxnLst/>
              <a:rect l="l" t="t" r="r" b="b"/>
              <a:pathLst>
                <a:path w="1463040" h="256032">
                  <a:moveTo>
                    <a:pt x="0" y="256032"/>
                  </a:moveTo>
                  <a:lnTo>
                    <a:pt x="1463040" y="256032"/>
                  </a:lnTo>
                  <a:lnTo>
                    <a:pt x="1188720" y="0"/>
                  </a:lnTo>
                  <a:lnTo>
                    <a:pt x="274320" y="0"/>
                  </a:lnTo>
                  <a:close/>
                </a:path>
              </a:pathLst>
            </a:custGeom>
            <a:solidFill>
              <a:srgbClr val="73787C"/>
            </a:solidFill>
            <a:ln w="19050">
              <a:solidFill>
                <a:srgbClr val="9AA0A6"/>
              </a:solidFill>
            </a:ln>
          </p:spPr>
          <p:txBody>
            <a:bodyPr rtlCol="0" anchor="ctr"/>
            <a:lstStyle/>
            <a:p>
              <a:pPr algn="ctr"/>
            </a:p>
          </p:txBody>
        </p:sp>
        <p:sp>
          <p:nvSpPr>
            <p:cNvPr id="7" name="scale beam"/>
            <p:cNvSpPr/>
            <p:nvPr/>
          </p:nvSpPr>
          <p:spPr>
            <a:xfrm>
              <a:off x="3127248" y="1408175"/>
              <a:ext cx="5943600" cy="109728"/>
            </a:xfrm>
            <a:prstGeom prst="roundRect">
              <a:avLst>
                <a:gd name="adj" fmla="val 41666"/>
              </a:avLst>
            </a:prstGeom>
            <a:solidFill>
              <a:srgbClr val="9AA0A6"/>
            </a:solidFill>
            <a:ln>
              <a:noFill/>
            </a:ln>
          </p:spPr>
          <p:txBody>
            <a:bodyPr rtlCol="0" anchor="ctr"/>
            <a:lstStyle/>
            <a:p>
              <a:pPr algn="ctr"/>
            </a:p>
          </p:txBody>
        </p:sp>
        <p:sp>
          <p:nvSpPr>
            <p:cNvPr id="8" name="scale pivot"/>
            <p:cNvSpPr/>
            <p:nvPr/>
          </p:nvSpPr>
          <p:spPr>
            <a:xfrm>
              <a:off x="5971032" y="1335024"/>
              <a:ext cx="256032" cy="256032"/>
            </a:xfrm>
            <a:prstGeom prst="ellipse">
              <a:avLst/>
            </a:prstGeom>
            <a:solidFill>
              <a:srgbClr val="F2C14E"/>
            </a:solidFill>
            <a:ln>
              <a:noFill/>
            </a:ln>
          </p:spPr>
          <p:txBody>
            <a:bodyPr rtlCol="0" anchor="ctr"/>
            <a:lstStyle/>
            <a:p>
              <a:pPr algn="ctr"/>
            </a:p>
          </p:txBody>
        </p:sp>
        <p:cxnSp>
          <p:nvCxnSpPr>
            <p:cNvPr id="9" name="scale string"/>
            <p:cNvCxnSpPr/>
            <p:nvPr/>
          </p:nvCxnSpPr>
          <p:spPr>
            <a:xfrm flipH="1">
              <a:off x="1737360" y="1463039"/>
              <a:ext cx="1481328" cy="1234441"/>
            </a:xfrm>
            <a:prstGeom prst="line">
              <a:avLst/>
            </a:prstGeom>
            <a:ln w="19050">
              <a:solidFill>
                <a:srgbClr val="9AA0A6"/>
              </a:solidFill>
            </a:ln>
          </p:spPr>
        </p:cxnSp>
        <p:cxnSp>
          <p:nvCxnSpPr>
            <p:cNvPr id="10" name="scale string"/>
            <p:cNvCxnSpPr/>
            <p:nvPr/>
          </p:nvCxnSpPr>
          <p:spPr>
            <a:xfrm>
              <a:off x="3218688" y="1463039"/>
              <a:ext cx="1481328" cy="1234441"/>
            </a:xfrm>
            <a:prstGeom prst="line">
              <a:avLst/>
            </a:prstGeom>
            <a:ln w="19050">
              <a:solidFill>
                <a:srgbClr val="9AA0A6"/>
              </a:solidFill>
            </a:ln>
          </p:spPr>
        </p:cxnSp>
        <p:sp>
          <p:nvSpPr>
            <p:cNvPr id="11" name="scale pan"/>
            <p:cNvSpPr/>
            <p:nvPr/>
          </p:nvSpPr>
          <p:spPr>
            <a:xfrm>
              <a:off x="1572768" y="269748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p>
          </p:txBody>
        </p:sp>
        <p:cxnSp>
          <p:nvCxnSpPr>
            <p:cNvPr id="12" name="scale string"/>
            <p:cNvCxnSpPr/>
            <p:nvPr/>
          </p:nvCxnSpPr>
          <p:spPr>
            <a:xfrm flipH="1">
              <a:off x="7498079" y="1463039"/>
              <a:ext cx="1481329" cy="1234441"/>
            </a:xfrm>
            <a:prstGeom prst="line">
              <a:avLst/>
            </a:prstGeom>
            <a:ln w="19050">
              <a:solidFill>
                <a:srgbClr val="9AA0A6"/>
              </a:solidFill>
            </a:ln>
          </p:spPr>
        </p:cxnSp>
        <p:cxnSp>
          <p:nvCxnSpPr>
            <p:cNvPr id="13" name="scale string"/>
            <p:cNvCxnSpPr/>
            <p:nvPr/>
          </p:nvCxnSpPr>
          <p:spPr>
            <a:xfrm>
              <a:off x="8979408" y="1463039"/>
              <a:ext cx="1481328" cy="1234441"/>
            </a:xfrm>
            <a:prstGeom prst="line">
              <a:avLst/>
            </a:prstGeom>
            <a:ln w="19050">
              <a:solidFill>
                <a:srgbClr val="9AA0A6"/>
              </a:solidFill>
            </a:ln>
          </p:spPr>
        </p:cxnSp>
        <p:sp>
          <p:nvSpPr>
            <p:cNvPr id="14" name="scale pan"/>
            <p:cNvSpPr/>
            <p:nvPr/>
          </p:nvSpPr>
          <p:spPr>
            <a:xfrm>
              <a:off x="7333488" y="269748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p>
          </p:txBody>
        </p:sp>
        <p:sp>
          <p:nvSpPr>
            <p:cNvPr id="15" name="wagon frame"/>
            <p:cNvSpPr/>
            <p:nvPr/>
          </p:nvSpPr>
          <p:spPr>
            <a:xfrm>
              <a:off x="1686610" y="2556662"/>
              <a:ext cx="442569" cy="40233"/>
            </a:xfrm>
            <a:prstGeom prst="rect">
              <a:avLst/>
            </a:prstGeom>
            <a:solidFill>
              <a:srgbClr val="3A3F47"/>
            </a:solidFill>
            <a:ln w="9525">
              <a:solidFill>
                <a:srgbClr val="9AA0A6"/>
              </a:solidFill>
            </a:ln>
          </p:spPr>
          <p:txBody>
            <a:bodyPr rtlCol="0" anchor="ctr"/>
            <a:lstStyle/>
            <a:p>
              <a:pPr algn="ctr"/>
            </a:p>
          </p:txBody>
        </p:sp>
        <p:sp>
          <p:nvSpPr>
            <p:cNvPr id="16" name="hopper body"/>
            <p:cNvSpPr/>
            <p:nvPr/>
          </p:nvSpPr>
          <p:spPr>
            <a:xfrm>
              <a:off x="1686610" y="2305202"/>
              <a:ext cx="442570" cy="251460"/>
            </a:xfrm>
            <a:custGeom>
              <a:avLst/>
              <a:gdLst/>
              <a:ahLst/>
              <a:cxnLst/>
              <a:rect l="l" t="t" r="r" b="b"/>
              <a:pathLst>
                <a:path w="442570" h="251460">
                  <a:moveTo>
                    <a:pt x="0" y="0"/>
                  </a:moveTo>
                  <a:lnTo>
                    <a:pt x="442570" y="0"/>
                  </a:lnTo>
                  <a:lnTo>
                    <a:pt x="372161" y="251460"/>
                  </a:lnTo>
                  <a:lnTo>
                    <a:pt x="70409" y="251460"/>
                  </a:lnTo>
                  <a:close/>
                </a:path>
              </a:pathLst>
            </a:custGeom>
            <a:solidFill>
              <a:srgbClr val="D6619B"/>
            </a:solidFill>
            <a:ln>
              <a:noFill/>
            </a:ln>
          </p:spPr>
          <p:txBody>
            <a:bodyPr rtlCol="0" anchor="ctr"/>
            <a:lstStyle/>
            <a:p>
              <a:pPr algn="ctr"/>
            </a:p>
          </p:txBody>
        </p:sp>
        <p:sp>
          <p:nvSpPr>
            <p:cNvPr id="17" name="hopper rim"/>
            <p:cNvSpPr/>
            <p:nvPr/>
          </p:nvSpPr>
          <p:spPr>
            <a:xfrm>
              <a:off x="1686610" y="2300173"/>
              <a:ext cx="442569" cy="25146"/>
            </a:xfrm>
            <a:prstGeom prst="rect">
              <a:avLst/>
            </a:prstGeom>
            <a:solidFill>
              <a:srgbClr val="E088B4"/>
            </a:solidFill>
            <a:ln>
              <a:noFill/>
            </a:ln>
          </p:spPr>
          <p:txBody>
            <a:bodyPr rtlCol="0" anchor="ctr"/>
            <a:lstStyle/>
            <a:p>
              <a:pPr algn="ctr"/>
            </a:p>
          </p:txBody>
        </p:sp>
        <p:sp>
          <p:nvSpPr>
            <p:cNvPr id="18" name="hopper hatch"/>
            <p:cNvSpPr/>
            <p:nvPr/>
          </p:nvSpPr>
          <p:spPr>
            <a:xfrm>
              <a:off x="1819381"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p>
          </p:txBody>
        </p:sp>
        <p:sp>
          <p:nvSpPr>
            <p:cNvPr id="19" name="hopper hatch"/>
            <p:cNvSpPr/>
            <p:nvPr/>
          </p:nvSpPr>
          <p:spPr>
            <a:xfrm>
              <a:off x="1930024"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p>
          </p:txBody>
        </p:sp>
        <p:sp>
          <p:nvSpPr>
            <p:cNvPr id="20" name="wheel"/>
            <p:cNvSpPr/>
            <p:nvPr/>
          </p:nvSpPr>
          <p:spPr>
            <a:xfrm>
              <a:off x="1716786" y="2576779"/>
              <a:ext cx="120700" cy="120700"/>
            </a:xfrm>
            <a:prstGeom prst="ellipse">
              <a:avLst/>
            </a:prstGeom>
            <a:solidFill>
              <a:srgbClr val="1B1D21"/>
            </a:solidFill>
            <a:ln w="15875">
              <a:solidFill>
                <a:srgbClr val="9AA0A6"/>
              </a:solidFill>
            </a:ln>
          </p:spPr>
          <p:txBody>
            <a:bodyPr rtlCol="0" anchor="ctr"/>
            <a:lstStyle/>
            <a:p>
              <a:pPr algn="ctr"/>
            </a:p>
          </p:txBody>
        </p:sp>
        <p:sp>
          <p:nvSpPr>
            <p:cNvPr id="21" name="hub"/>
            <p:cNvSpPr/>
            <p:nvPr/>
          </p:nvSpPr>
          <p:spPr>
            <a:xfrm>
              <a:off x="1761445" y="2621438"/>
              <a:ext cx="31382" cy="31382"/>
            </a:xfrm>
            <a:prstGeom prst="ellipse">
              <a:avLst/>
            </a:prstGeom>
            <a:solidFill>
              <a:srgbClr val="9AA0A6"/>
            </a:solidFill>
            <a:ln>
              <a:noFill/>
            </a:ln>
          </p:spPr>
          <p:txBody>
            <a:bodyPr rtlCol="0" anchor="ctr"/>
            <a:lstStyle/>
            <a:p>
              <a:pPr algn="ctr"/>
            </a:p>
          </p:txBody>
        </p:sp>
        <p:sp>
          <p:nvSpPr>
            <p:cNvPr id="22" name="wheel"/>
            <p:cNvSpPr/>
            <p:nvPr/>
          </p:nvSpPr>
          <p:spPr>
            <a:xfrm>
              <a:off x="1978304" y="2576779"/>
              <a:ext cx="120700" cy="120700"/>
            </a:xfrm>
            <a:prstGeom prst="ellipse">
              <a:avLst/>
            </a:prstGeom>
            <a:solidFill>
              <a:srgbClr val="1B1D21"/>
            </a:solidFill>
            <a:ln w="15875">
              <a:solidFill>
                <a:srgbClr val="9AA0A6"/>
              </a:solidFill>
            </a:ln>
          </p:spPr>
          <p:txBody>
            <a:bodyPr rtlCol="0" anchor="ctr"/>
            <a:lstStyle/>
            <a:p>
              <a:pPr algn="ctr"/>
            </a:p>
          </p:txBody>
        </p:sp>
        <p:sp>
          <p:nvSpPr>
            <p:cNvPr id="23" name="hub"/>
            <p:cNvSpPr/>
            <p:nvPr/>
          </p:nvSpPr>
          <p:spPr>
            <a:xfrm>
              <a:off x="2022963" y="2621438"/>
              <a:ext cx="31382" cy="31382"/>
            </a:xfrm>
            <a:prstGeom prst="ellipse">
              <a:avLst/>
            </a:prstGeom>
            <a:solidFill>
              <a:srgbClr val="9AA0A6"/>
            </a:solidFill>
            <a:ln>
              <a:noFill/>
            </a:ln>
          </p:spPr>
          <p:txBody>
            <a:bodyPr rtlCol="0" anchor="ctr"/>
            <a:lstStyle/>
            <a:p>
              <a:pPr algn="ctr"/>
            </a:p>
          </p:txBody>
        </p:sp>
        <p:sp>
          <p:nvSpPr>
            <p:cNvPr id="24" name="wagon frame"/>
            <p:cNvSpPr/>
            <p:nvPr/>
          </p:nvSpPr>
          <p:spPr>
            <a:xfrm>
              <a:off x="2174900" y="2556662"/>
              <a:ext cx="442569" cy="40233"/>
            </a:xfrm>
            <a:prstGeom prst="rect">
              <a:avLst/>
            </a:prstGeom>
            <a:solidFill>
              <a:srgbClr val="3A3F47"/>
            </a:solidFill>
            <a:ln w="9525">
              <a:solidFill>
                <a:srgbClr val="9AA0A6"/>
              </a:solidFill>
            </a:ln>
          </p:spPr>
          <p:txBody>
            <a:bodyPr rtlCol="0" anchor="ctr"/>
            <a:lstStyle/>
            <a:p>
              <a:pPr algn="ctr"/>
            </a:p>
          </p:txBody>
        </p:sp>
        <p:sp>
          <p:nvSpPr>
            <p:cNvPr id="25" name="hopper body"/>
            <p:cNvSpPr/>
            <p:nvPr/>
          </p:nvSpPr>
          <p:spPr>
            <a:xfrm>
              <a:off x="2174900" y="2305202"/>
              <a:ext cx="442570" cy="251460"/>
            </a:xfrm>
            <a:custGeom>
              <a:avLst/>
              <a:gdLst/>
              <a:ahLst/>
              <a:cxnLst/>
              <a:rect l="l" t="t" r="r" b="b"/>
              <a:pathLst>
                <a:path w="442570" h="251460">
                  <a:moveTo>
                    <a:pt x="0" y="0"/>
                  </a:moveTo>
                  <a:lnTo>
                    <a:pt x="442570" y="0"/>
                  </a:lnTo>
                  <a:lnTo>
                    <a:pt x="372161" y="251460"/>
                  </a:lnTo>
                  <a:lnTo>
                    <a:pt x="70409" y="251460"/>
                  </a:lnTo>
                  <a:close/>
                </a:path>
              </a:pathLst>
            </a:custGeom>
            <a:solidFill>
              <a:srgbClr val="D6619B"/>
            </a:solidFill>
            <a:ln>
              <a:noFill/>
            </a:ln>
          </p:spPr>
          <p:txBody>
            <a:bodyPr rtlCol="0" anchor="ctr"/>
            <a:lstStyle/>
            <a:p>
              <a:pPr algn="ctr"/>
            </a:p>
          </p:txBody>
        </p:sp>
        <p:sp>
          <p:nvSpPr>
            <p:cNvPr id="26" name="hopper rim"/>
            <p:cNvSpPr/>
            <p:nvPr/>
          </p:nvSpPr>
          <p:spPr>
            <a:xfrm>
              <a:off x="2174900" y="2300173"/>
              <a:ext cx="442569" cy="25146"/>
            </a:xfrm>
            <a:prstGeom prst="rect">
              <a:avLst/>
            </a:prstGeom>
            <a:solidFill>
              <a:srgbClr val="E088B4"/>
            </a:solidFill>
            <a:ln>
              <a:noFill/>
            </a:ln>
          </p:spPr>
          <p:txBody>
            <a:bodyPr rtlCol="0" anchor="ctr"/>
            <a:lstStyle/>
            <a:p>
              <a:pPr algn="ctr"/>
            </a:p>
          </p:txBody>
        </p:sp>
        <p:sp>
          <p:nvSpPr>
            <p:cNvPr id="27" name="hopper hatch"/>
            <p:cNvSpPr/>
            <p:nvPr/>
          </p:nvSpPr>
          <p:spPr>
            <a:xfrm>
              <a:off x="2307671"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p>
          </p:txBody>
        </p:sp>
        <p:sp>
          <p:nvSpPr>
            <p:cNvPr id="28" name="hopper hatch"/>
            <p:cNvSpPr/>
            <p:nvPr/>
          </p:nvSpPr>
          <p:spPr>
            <a:xfrm>
              <a:off x="2418313"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p>
          </p:txBody>
        </p:sp>
        <p:sp>
          <p:nvSpPr>
            <p:cNvPr id="29" name="wheel"/>
            <p:cNvSpPr/>
            <p:nvPr/>
          </p:nvSpPr>
          <p:spPr>
            <a:xfrm>
              <a:off x="2205075" y="2576779"/>
              <a:ext cx="120700" cy="120700"/>
            </a:xfrm>
            <a:prstGeom prst="ellipse">
              <a:avLst/>
            </a:prstGeom>
            <a:solidFill>
              <a:srgbClr val="1B1D21"/>
            </a:solidFill>
            <a:ln w="15875">
              <a:solidFill>
                <a:srgbClr val="9AA0A6"/>
              </a:solidFill>
            </a:ln>
          </p:spPr>
          <p:txBody>
            <a:bodyPr rtlCol="0" anchor="ctr"/>
            <a:lstStyle/>
            <a:p>
              <a:pPr algn="ctr"/>
            </a:p>
          </p:txBody>
        </p:sp>
        <p:sp>
          <p:nvSpPr>
            <p:cNvPr id="30" name="hub"/>
            <p:cNvSpPr/>
            <p:nvPr/>
          </p:nvSpPr>
          <p:spPr>
            <a:xfrm>
              <a:off x="2249734" y="2621438"/>
              <a:ext cx="31382" cy="31382"/>
            </a:xfrm>
            <a:prstGeom prst="ellipse">
              <a:avLst/>
            </a:prstGeom>
            <a:solidFill>
              <a:srgbClr val="9AA0A6"/>
            </a:solidFill>
            <a:ln>
              <a:noFill/>
            </a:ln>
          </p:spPr>
          <p:txBody>
            <a:bodyPr rtlCol="0" anchor="ctr"/>
            <a:lstStyle/>
            <a:p>
              <a:pPr algn="ctr"/>
            </a:p>
          </p:txBody>
        </p:sp>
        <p:sp>
          <p:nvSpPr>
            <p:cNvPr id="31" name="wheel"/>
            <p:cNvSpPr/>
            <p:nvPr/>
          </p:nvSpPr>
          <p:spPr>
            <a:xfrm>
              <a:off x="2466594" y="2576779"/>
              <a:ext cx="120700" cy="120700"/>
            </a:xfrm>
            <a:prstGeom prst="ellipse">
              <a:avLst/>
            </a:prstGeom>
            <a:solidFill>
              <a:srgbClr val="1B1D21"/>
            </a:solidFill>
            <a:ln w="15875">
              <a:solidFill>
                <a:srgbClr val="9AA0A6"/>
              </a:solidFill>
            </a:ln>
          </p:spPr>
          <p:txBody>
            <a:bodyPr rtlCol="0" anchor="ctr"/>
            <a:lstStyle/>
            <a:p>
              <a:pPr algn="ctr"/>
            </a:p>
          </p:txBody>
        </p:sp>
        <p:sp>
          <p:nvSpPr>
            <p:cNvPr id="32" name="hub"/>
            <p:cNvSpPr/>
            <p:nvPr/>
          </p:nvSpPr>
          <p:spPr>
            <a:xfrm>
              <a:off x="2511253" y="2621438"/>
              <a:ext cx="31382" cy="31382"/>
            </a:xfrm>
            <a:prstGeom prst="ellipse">
              <a:avLst/>
            </a:prstGeom>
            <a:solidFill>
              <a:srgbClr val="9AA0A6"/>
            </a:solidFill>
            <a:ln>
              <a:noFill/>
            </a:ln>
          </p:spPr>
          <p:txBody>
            <a:bodyPr rtlCol="0" anchor="ctr"/>
            <a:lstStyle/>
            <a:p>
              <a:pPr algn="ctr"/>
            </a:p>
          </p:txBody>
        </p:sp>
        <p:sp>
          <p:nvSpPr>
            <p:cNvPr id="33" name="tender frame"/>
            <p:cNvSpPr/>
            <p:nvPr/>
          </p:nvSpPr>
          <p:spPr>
            <a:xfrm>
              <a:off x="2708910" y="2536545"/>
              <a:ext cx="462686" cy="45262"/>
            </a:xfrm>
            <a:prstGeom prst="rect">
              <a:avLst/>
            </a:prstGeom>
            <a:solidFill>
              <a:srgbClr val="3A3F47"/>
            </a:solidFill>
            <a:ln w="9525">
              <a:solidFill>
                <a:srgbClr val="9AA0A6"/>
              </a:solidFill>
            </a:ln>
          </p:spPr>
          <p:txBody>
            <a:bodyPr rtlCol="0" anchor="ctr"/>
            <a:lstStyle/>
            <a:p>
              <a:pPr algn="ctr"/>
            </a:p>
          </p:txBody>
        </p:sp>
        <p:sp>
          <p:nvSpPr>
            <p:cNvPr id="34" name="tender body"/>
            <p:cNvSpPr/>
            <p:nvPr/>
          </p:nvSpPr>
          <p:spPr>
            <a:xfrm>
              <a:off x="2708910" y="2335377"/>
              <a:ext cx="462686" cy="201168"/>
            </a:xfrm>
            <a:prstGeom prst="roundRect">
              <a:avLst>
                <a:gd name="adj" fmla="val 2500"/>
              </a:avLst>
            </a:prstGeom>
            <a:solidFill>
              <a:srgbClr val="D6619B"/>
            </a:solidFill>
            <a:ln>
              <a:noFill/>
            </a:ln>
          </p:spPr>
          <p:txBody>
            <a:bodyPr rtlCol="0" anchor="ctr"/>
            <a:lstStyle/>
            <a:p>
              <a:pPr algn="ctr"/>
            </a:p>
          </p:txBody>
        </p:sp>
        <p:sp>
          <p:nvSpPr>
            <p:cNvPr id="35" name="tender coal"/>
            <p:cNvSpPr/>
            <p:nvPr/>
          </p:nvSpPr>
          <p:spPr>
            <a:xfrm>
              <a:off x="2723997" y="2269998"/>
              <a:ext cx="432511" cy="65379"/>
            </a:xfrm>
            <a:custGeom>
              <a:avLst/>
              <a:gdLst/>
              <a:ahLst/>
              <a:cxnLst/>
              <a:rect l="l" t="t" r="r" b="b"/>
              <a:pathLst>
                <a:path w="432511" h="65379">
                  <a:moveTo>
                    <a:pt x="0" y="65379"/>
                  </a:moveTo>
                  <a:lnTo>
                    <a:pt x="75438" y="5029"/>
                  </a:lnTo>
                  <a:lnTo>
                    <a:pt x="246431" y="0"/>
                  </a:lnTo>
                  <a:lnTo>
                    <a:pt x="432511" y="65379"/>
                  </a:lnTo>
                  <a:close/>
                </a:path>
              </a:pathLst>
            </a:custGeom>
            <a:solidFill>
              <a:srgbClr val="1B1D21"/>
            </a:solidFill>
            <a:ln w="12700">
              <a:solidFill>
                <a:srgbClr val="6B7078"/>
              </a:solidFill>
            </a:ln>
          </p:spPr>
          <p:txBody>
            <a:bodyPr rtlCol="0" anchor="ctr"/>
            <a:lstStyle/>
            <a:p>
              <a:pPr algn="ctr"/>
            </a:p>
          </p:txBody>
        </p:sp>
        <p:sp>
          <p:nvSpPr>
            <p:cNvPr id="36" name="coupling"/>
            <p:cNvSpPr/>
            <p:nvPr/>
          </p:nvSpPr>
          <p:spPr>
            <a:xfrm>
              <a:off x="3171596" y="2461107"/>
              <a:ext cx="40233" cy="15087"/>
            </a:xfrm>
            <a:prstGeom prst="rect">
              <a:avLst/>
            </a:prstGeom>
            <a:solidFill>
              <a:srgbClr val="9AA0A6"/>
            </a:solidFill>
            <a:ln>
              <a:noFill/>
            </a:ln>
          </p:spPr>
          <p:txBody>
            <a:bodyPr rtlCol="0" anchor="ctr"/>
            <a:lstStyle/>
            <a:p>
              <a:pPr algn="ctr"/>
            </a:p>
          </p:txBody>
        </p:sp>
        <p:sp>
          <p:nvSpPr>
            <p:cNvPr id="37" name="wheel"/>
            <p:cNvSpPr/>
            <p:nvPr/>
          </p:nvSpPr>
          <p:spPr>
            <a:xfrm>
              <a:off x="2739085" y="2576779"/>
              <a:ext cx="120700" cy="120700"/>
            </a:xfrm>
            <a:prstGeom prst="ellipse">
              <a:avLst/>
            </a:prstGeom>
            <a:solidFill>
              <a:srgbClr val="1B1D21"/>
            </a:solidFill>
            <a:ln w="19050">
              <a:solidFill>
                <a:srgbClr val="9AA0A6"/>
              </a:solidFill>
            </a:ln>
          </p:spPr>
          <p:txBody>
            <a:bodyPr rtlCol="0" anchor="ctr"/>
            <a:lstStyle/>
            <a:p>
              <a:pPr algn="ctr"/>
            </a:p>
          </p:txBody>
        </p:sp>
        <p:sp>
          <p:nvSpPr>
            <p:cNvPr id="38" name="hub"/>
            <p:cNvSpPr/>
            <p:nvPr/>
          </p:nvSpPr>
          <p:spPr>
            <a:xfrm>
              <a:off x="2783744" y="2621438"/>
              <a:ext cx="31382" cy="31382"/>
            </a:xfrm>
            <a:prstGeom prst="ellipse">
              <a:avLst/>
            </a:prstGeom>
            <a:solidFill>
              <a:srgbClr val="9AA0A6"/>
            </a:solidFill>
            <a:ln>
              <a:noFill/>
            </a:ln>
          </p:spPr>
          <p:txBody>
            <a:bodyPr rtlCol="0" anchor="ctr"/>
            <a:lstStyle/>
            <a:p>
              <a:pPr algn="ctr"/>
            </a:p>
          </p:txBody>
        </p:sp>
        <p:sp>
          <p:nvSpPr>
            <p:cNvPr id="39" name="wheel"/>
            <p:cNvSpPr/>
            <p:nvPr/>
          </p:nvSpPr>
          <p:spPr>
            <a:xfrm>
              <a:off x="2839669" y="2576779"/>
              <a:ext cx="120700" cy="120700"/>
            </a:xfrm>
            <a:prstGeom prst="ellipse">
              <a:avLst/>
            </a:prstGeom>
            <a:solidFill>
              <a:srgbClr val="1B1D21"/>
            </a:solidFill>
            <a:ln w="19050">
              <a:solidFill>
                <a:srgbClr val="9AA0A6"/>
              </a:solidFill>
            </a:ln>
          </p:spPr>
          <p:txBody>
            <a:bodyPr rtlCol="0" anchor="ctr"/>
            <a:lstStyle/>
            <a:p>
              <a:pPr algn="ctr"/>
            </a:p>
          </p:txBody>
        </p:sp>
        <p:sp>
          <p:nvSpPr>
            <p:cNvPr id="40" name="hub"/>
            <p:cNvSpPr/>
            <p:nvPr/>
          </p:nvSpPr>
          <p:spPr>
            <a:xfrm>
              <a:off x="2884328" y="2621438"/>
              <a:ext cx="31382" cy="31382"/>
            </a:xfrm>
            <a:prstGeom prst="ellipse">
              <a:avLst/>
            </a:prstGeom>
            <a:solidFill>
              <a:srgbClr val="9AA0A6"/>
            </a:solidFill>
            <a:ln>
              <a:noFill/>
            </a:ln>
          </p:spPr>
          <p:txBody>
            <a:bodyPr rtlCol="0" anchor="ctr"/>
            <a:lstStyle/>
            <a:p>
              <a:pPr algn="ctr"/>
            </a:p>
          </p:txBody>
        </p:sp>
        <p:sp>
          <p:nvSpPr>
            <p:cNvPr id="41" name="wheel"/>
            <p:cNvSpPr/>
            <p:nvPr/>
          </p:nvSpPr>
          <p:spPr>
            <a:xfrm>
              <a:off x="2920136" y="2576779"/>
              <a:ext cx="120700" cy="120700"/>
            </a:xfrm>
            <a:prstGeom prst="ellipse">
              <a:avLst/>
            </a:prstGeom>
            <a:solidFill>
              <a:srgbClr val="1B1D21"/>
            </a:solidFill>
            <a:ln w="19050">
              <a:solidFill>
                <a:srgbClr val="9AA0A6"/>
              </a:solidFill>
            </a:ln>
          </p:spPr>
          <p:txBody>
            <a:bodyPr rtlCol="0" anchor="ctr"/>
            <a:lstStyle/>
            <a:p>
              <a:pPr algn="ctr"/>
            </a:p>
          </p:txBody>
        </p:sp>
        <p:sp>
          <p:nvSpPr>
            <p:cNvPr id="42" name="hub"/>
            <p:cNvSpPr/>
            <p:nvPr/>
          </p:nvSpPr>
          <p:spPr>
            <a:xfrm>
              <a:off x="2964795" y="2621438"/>
              <a:ext cx="31382" cy="31382"/>
            </a:xfrm>
            <a:prstGeom prst="ellipse">
              <a:avLst/>
            </a:prstGeom>
            <a:solidFill>
              <a:srgbClr val="9AA0A6"/>
            </a:solidFill>
            <a:ln>
              <a:noFill/>
            </a:ln>
          </p:spPr>
          <p:txBody>
            <a:bodyPr rtlCol="0" anchor="ctr"/>
            <a:lstStyle/>
            <a:p>
              <a:pPr algn="ctr"/>
            </a:p>
          </p:txBody>
        </p:sp>
        <p:sp>
          <p:nvSpPr>
            <p:cNvPr id="43" name="wheel"/>
            <p:cNvSpPr/>
            <p:nvPr/>
          </p:nvSpPr>
          <p:spPr>
            <a:xfrm>
              <a:off x="3020720" y="2576779"/>
              <a:ext cx="120700" cy="120700"/>
            </a:xfrm>
            <a:prstGeom prst="ellipse">
              <a:avLst/>
            </a:prstGeom>
            <a:solidFill>
              <a:srgbClr val="1B1D21"/>
            </a:solidFill>
            <a:ln w="19050">
              <a:solidFill>
                <a:srgbClr val="9AA0A6"/>
              </a:solidFill>
            </a:ln>
          </p:spPr>
          <p:txBody>
            <a:bodyPr rtlCol="0" anchor="ctr"/>
            <a:lstStyle/>
            <a:p>
              <a:pPr algn="ctr"/>
            </a:p>
          </p:txBody>
        </p:sp>
        <p:sp>
          <p:nvSpPr>
            <p:cNvPr id="44" name="hub"/>
            <p:cNvSpPr/>
            <p:nvPr/>
          </p:nvSpPr>
          <p:spPr>
            <a:xfrm>
              <a:off x="3065379" y="2621438"/>
              <a:ext cx="31382" cy="31382"/>
            </a:xfrm>
            <a:prstGeom prst="ellipse">
              <a:avLst/>
            </a:prstGeom>
            <a:solidFill>
              <a:srgbClr val="9AA0A6"/>
            </a:solidFill>
            <a:ln>
              <a:noFill/>
            </a:ln>
          </p:spPr>
          <p:txBody>
            <a:bodyPr rtlCol="0" anchor="ctr"/>
            <a:lstStyle/>
            <a:p>
              <a:pPr algn="ctr"/>
            </a:p>
          </p:txBody>
        </p:sp>
        <p:sp>
          <p:nvSpPr>
            <p:cNvPr id="45" name="frame"/>
            <p:cNvSpPr/>
            <p:nvPr/>
          </p:nvSpPr>
          <p:spPr>
            <a:xfrm>
              <a:off x="3211830" y="2536545"/>
              <a:ext cx="1433925" cy="45262"/>
            </a:xfrm>
            <a:prstGeom prst="rect">
              <a:avLst/>
            </a:prstGeom>
            <a:solidFill>
              <a:srgbClr val="3A3F47"/>
            </a:solidFill>
            <a:ln w="9525">
              <a:solidFill>
                <a:srgbClr val="9AA0A6"/>
              </a:solidFill>
            </a:ln>
          </p:spPr>
          <p:txBody>
            <a:bodyPr rtlCol="0" anchor="ctr"/>
            <a:lstStyle/>
            <a:p>
              <a:pPr algn="ctr"/>
            </a:p>
          </p:txBody>
        </p:sp>
        <p:sp>
          <p:nvSpPr>
            <p:cNvPr id="46" name="cab"/>
            <p:cNvSpPr/>
            <p:nvPr/>
          </p:nvSpPr>
          <p:spPr>
            <a:xfrm>
              <a:off x="3211830" y="2194560"/>
              <a:ext cx="231343" cy="341985"/>
            </a:xfrm>
            <a:prstGeom prst="roundRect">
              <a:avLst>
                <a:gd name="adj" fmla="val 2173"/>
              </a:avLst>
            </a:prstGeom>
            <a:solidFill>
              <a:srgbClr val="D6619B"/>
            </a:solidFill>
            <a:ln>
              <a:noFill/>
            </a:ln>
          </p:spPr>
          <p:txBody>
            <a:bodyPr rtlCol="0" anchor="ctr"/>
            <a:lstStyle/>
            <a:p>
              <a:pPr algn="ctr"/>
            </a:p>
          </p:txBody>
        </p:sp>
        <p:sp>
          <p:nvSpPr>
            <p:cNvPr id="47" name="cab roof"/>
            <p:cNvSpPr/>
            <p:nvPr/>
          </p:nvSpPr>
          <p:spPr>
            <a:xfrm>
              <a:off x="3191713" y="2164384"/>
              <a:ext cx="271576" cy="30175"/>
            </a:xfrm>
            <a:prstGeom prst="rect">
              <a:avLst/>
            </a:prstGeom>
            <a:solidFill>
              <a:srgbClr val="3A3F47"/>
            </a:solidFill>
            <a:ln w="9525">
              <a:solidFill>
                <a:srgbClr val="9AA0A6"/>
              </a:solidFill>
            </a:ln>
          </p:spPr>
          <p:txBody>
            <a:bodyPr rtlCol="0" anchor="ctr"/>
            <a:lstStyle/>
            <a:p>
              <a:pPr algn="ctr"/>
            </a:p>
          </p:txBody>
        </p:sp>
        <p:sp>
          <p:nvSpPr>
            <p:cNvPr id="48" name="cab window"/>
            <p:cNvSpPr/>
            <p:nvPr/>
          </p:nvSpPr>
          <p:spPr>
            <a:xfrm>
              <a:off x="3267151" y="2244852"/>
              <a:ext cx="100584" cy="110642"/>
            </a:xfrm>
            <a:prstGeom prst="rect">
              <a:avLst/>
            </a:prstGeom>
            <a:solidFill>
              <a:srgbClr val="1B1D21"/>
            </a:solidFill>
            <a:ln>
              <a:noFill/>
            </a:ln>
          </p:spPr>
          <p:txBody>
            <a:bodyPr rtlCol="0" anchor="ctr"/>
            <a:lstStyle/>
            <a:p>
              <a:pPr algn="ctr"/>
            </a:p>
          </p:txBody>
        </p:sp>
        <p:sp>
          <p:nvSpPr>
            <p:cNvPr id="49" name="boiler"/>
            <p:cNvSpPr/>
            <p:nvPr/>
          </p:nvSpPr>
          <p:spPr>
            <a:xfrm>
              <a:off x="3443173" y="2224735"/>
              <a:ext cx="1031589" cy="251460"/>
            </a:xfrm>
            <a:prstGeom prst="roundRect">
              <a:avLst>
                <a:gd name="adj" fmla="val 22000"/>
              </a:avLst>
            </a:prstGeom>
            <a:solidFill>
              <a:srgbClr val="D6619B"/>
            </a:solidFill>
            <a:ln>
              <a:noFill/>
            </a:ln>
          </p:spPr>
          <p:txBody>
            <a:bodyPr rtlCol="0" anchor="ctr"/>
            <a:lstStyle/>
            <a:p>
              <a:pPr algn="ctr"/>
            </a:p>
          </p:txBody>
        </p:sp>
        <p:sp>
          <p:nvSpPr>
            <p:cNvPr id="50" name="smokebox"/>
            <p:cNvSpPr/>
            <p:nvPr/>
          </p:nvSpPr>
          <p:spPr>
            <a:xfrm>
              <a:off x="4474762" y="2224735"/>
              <a:ext cx="120700" cy="251460"/>
            </a:xfrm>
            <a:prstGeom prst="roundRect">
              <a:avLst>
                <a:gd name="adj" fmla="val 10000"/>
              </a:avLst>
            </a:prstGeom>
            <a:solidFill>
              <a:srgbClr val="4A515B"/>
            </a:solidFill>
            <a:ln>
              <a:noFill/>
            </a:ln>
          </p:spPr>
          <p:txBody>
            <a:bodyPr rtlCol="0" anchor="ctr"/>
            <a:lstStyle/>
            <a:p>
              <a:pPr algn="ctr"/>
            </a:p>
          </p:txBody>
        </p:sp>
        <p:sp>
          <p:nvSpPr>
            <p:cNvPr id="51" name="funnel stack"/>
            <p:cNvSpPr/>
            <p:nvPr/>
          </p:nvSpPr>
          <p:spPr>
            <a:xfrm>
              <a:off x="4469733" y="2053742"/>
              <a:ext cx="120701" cy="170993"/>
            </a:xfrm>
            <a:custGeom>
              <a:avLst/>
              <a:gdLst/>
              <a:ahLst/>
              <a:cxnLst/>
              <a:rect l="l" t="t" r="r" b="b"/>
              <a:pathLst>
                <a:path w="120701" h="170993">
                  <a:moveTo>
                    <a:pt x="40234" y="170993"/>
                  </a:moveTo>
                  <a:lnTo>
                    <a:pt x="40234" y="120701"/>
                  </a:lnTo>
                  <a:lnTo>
                    <a:pt x="0" y="0"/>
                  </a:lnTo>
                  <a:lnTo>
                    <a:pt x="120701" y="0"/>
                  </a:lnTo>
                  <a:lnTo>
                    <a:pt x="80467" y="120701"/>
                  </a:lnTo>
                  <a:lnTo>
                    <a:pt x="80467" y="170993"/>
                  </a:lnTo>
                  <a:close/>
                </a:path>
              </a:pathLst>
            </a:custGeom>
            <a:solidFill>
              <a:srgbClr val="3A3F47"/>
            </a:solidFill>
            <a:ln w="9525">
              <a:solidFill>
                <a:srgbClr val="9AA0A6"/>
              </a:solidFill>
            </a:ln>
          </p:spPr>
          <p:txBody>
            <a:bodyPr rtlCol="0" anchor="ctr"/>
            <a:lstStyle/>
            <a:p>
              <a:pPr algn="ctr"/>
            </a:p>
          </p:txBody>
        </p:sp>
        <p:sp>
          <p:nvSpPr>
            <p:cNvPr id="52" name="headlamp"/>
            <p:cNvSpPr/>
            <p:nvPr/>
          </p:nvSpPr>
          <p:spPr>
            <a:xfrm>
              <a:off x="4565288" y="2144268"/>
              <a:ext cx="75438" cy="75438"/>
            </a:xfrm>
            <a:prstGeom prst="ellipse">
              <a:avLst/>
            </a:prstGeom>
            <a:solidFill>
              <a:srgbClr val="F2C14E"/>
            </a:solidFill>
            <a:ln w="12700">
              <a:solidFill>
                <a:srgbClr val="F2F2F2"/>
              </a:solidFill>
            </a:ln>
          </p:spPr>
          <p:txBody>
            <a:bodyPr rtlCol="0" anchor="ctr"/>
            <a:lstStyle/>
            <a:p>
              <a:pPr algn="ctr"/>
            </a:p>
          </p:txBody>
        </p:sp>
        <p:sp>
          <p:nvSpPr>
            <p:cNvPr id="53" name="sand dome"/>
            <p:cNvSpPr/>
            <p:nvPr/>
          </p:nvSpPr>
          <p:spPr>
            <a:xfrm>
              <a:off x="3732018" y="2164384"/>
              <a:ext cx="90525" cy="60350"/>
            </a:xfrm>
            <a:prstGeom prst="roundRect">
              <a:avLst>
                <a:gd name="adj" fmla="val 33333"/>
              </a:avLst>
            </a:prstGeom>
            <a:solidFill>
              <a:srgbClr val="D6619B"/>
            </a:solidFill>
            <a:ln>
              <a:noFill/>
            </a:ln>
          </p:spPr>
          <p:txBody>
            <a:bodyPr rtlCol="0" anchor="ctr"/>
            <a:lstStyle/>
            <a:p>
              <a:pPr algn="ctr"/>
            </a:p>
          </p:txBody>
        </p:sp>
        <p:sp>
          <p:nvSpPr>
            <p:cNvPr id="54" name="steam dome"/>
            <p:cNvSpPr/>
            <p:nvPr/>
          </p:nvSpPr>
          <p:spPr>
            <a:xfrm>
              <a:off x="4082758" y="2154326"/>
              <a:ext cx="100584" cy="70408"/>
            </a:xfrm>
            <a:prstGeom prst="roundRect">
              <a:avLst>
                <a:gd name="adj" fmla="val 28571"/>
              </a:avLst>
            </a:prstGeom>
            <a:solidFill>
              <a:srgbClr val="D6619B"/>
            </a:solidFill>
            <a:ln>
              <a:noFill/>
            </a:ln>
          </p:spPr>
          <p:txBody>
            <a:bodyPr rtlCol="0" anchor="ctr"/>
            <a:lstStyle/>
            <a:p>
              <a:pPr algn="ctr"/>
            </a:p>
          </p:txBody>
        </p:sp>
        <p:sp>
          <p:nvSpPr>
            <p:cNvPr id="55" name="pilot"/>
            <p:cNvSpPr/>
            <p:nvPr/>
          </p:nvSpPr>
          <p:spPr>
            <a:xfrm>
              <a:off x="4595463" y="2541574"/>
              <a:ext cx="150876" cy="110643"/>
            </a:xfrm>
            <a:custGeom>
              <a:avLst/>
              <a:gdLst/>
              <a:ahLst/>
              <a:cxnLst/>
              <a:rect l="l" t="t" r="r" b="b"/>
              <a:pathLst>
                <a:path w="150876" h="110643">
                  <a:moveTo>
                    <a:pt x="0" y="0"/>
                  </a:moveTo>
                  <a:lnTo>
                    <a:pt x="150876" y="110643"/>
                  </a:lnTo>
                  <a:lnTo>
                    <a:pt x="0" y="110643"/>
                  </a:lnTo>
                  <a:close/>
                </a:path>
              </a:pathLst>
            </a:custGeom>
            <a:solidFill>
              <a:srgbClr val="3A3F47"/>
            </a:solidFill>
            <a:ln w="12700">
              <a:solidFill>
                <a:srgbClr val="9AA0A6"/>
              </a:solidFill>
            </a:ln>
          </p:spPr>
          <p:txBody>
            <a:bodyPr rtlCol="0" anchor="ctr"/>
            <a:lstStyle/>
            <a:p>
              <a:pPr algn="ctr"/>
            </a:p>
          </p:txBody>
        </p:sp>
        <p:sp>
          <p:nvSpPr>
            <p:cNvPr id="56" name="bell"/>
            <p:cNvSpPr/>
            <p:nvPr/>
          </p:nvSpPr>
          <p:spPr>
            <a:xfrm>
              <a:off x="3928792" y="2104034"/>
              <a:ext cx="30175" cy="60350"/>
            </a:xfrm>
            <a:prstGeom prst="rect">
              <a:avLst/>
            </a:prstGeom>
            <a:solidFill>
              <a:srgbClr val="9AA0A6"/>
            </a:solidFill>
            <a:ln>
              <a:noFill/>
            </a:ln>
          </p:spPr>
          <p:txBody>
            <a:bodyPr rtlCol="0" anchor="ctr"/>
            <a:lstStyle/>
            <a:p>
              <a:pPr algn="ctr"/>
            </a:p>
          </p:txBody>
        </p:sp>
        <p:sp>
          <p:nvSpPr>
            <p:cNvPr id="57" name="wheel"/>
            <p:cNvSpPr/>
            <p:nvPr/>
          </p:nvSpPr>
          <p:spPr>
            <a:xfrm>
              <a:off x="3236976" y="2486253"/>
              <a:ext cx="211226" cy="211226"/>
            </a:xfrm>
            <a:prstGeom prst="ellipse">
              <a:avLst/>
            </a:prstGeom>
            <a:solidFill>
              <a:srgbClr val="1B1D21"/>
            </a:solidFill>
            <a:ln w="19050">
              <a:solidFill>
                <a:srgbClr val="9AA0A6"/>
              </a:solidFill>
            </a:ln>
          </p:spPr>
          <p:txBody>
            <a:bodyPr rtlCol="0" anchor="ctr"/>
            <a:lstStyle/>
            <a:p>
              <a:pPr algn="ctr"/>
            </a:p>
          </p:txBody>
        </p:sp>
        <p:sp>
          <p:nvSpPr>
            <p:cNvPr id="58" name="hub"/>
            <p:cNvSpPr/>
            <p:nvPr/>
          </p:nvSpPr>
          <p:spPr>
            <a:xfrm>
              <a:off x="3315129" y="2564407"/>
              <a:ext cx="54918" cy="54918"/>
            </a:xfrm>
            <a:prstGeom prst="ellipse">
              <a:avLst/>
            </a:prstGeom>
            <a:solidFill>
              <a:srgbClr val="9AA0A6"/>
            </a:solidFill>
            <a:ln>
              <a:noFill/>
            </a:ln>
          </p:spPr>
          <p:txBody>
            <a:bodyPr rtlCol="0" anchor="ctr"/>
            <a:lstStyle/>
            <a:p>
              <a:pPr algn="ctr"/>
            </a:p>
          </p:txBody>
        </p:sp>
        <p:sp>
          <p:nvSpPr>
            <p:cNvPr id="59" name="wheel"/>
            <p:cNvSpPr/>
            <p:nvPr/>
          </p:nvSpPr>
          <p:spPr>
            <a:xfrm>
              <a:off x="3473549" y="2486253"/>
              <a:ext cx="211226" cy="211226"/>
            </a:xfrm>
            <a:prstGeom prst="ellipse">
              <a:avLst/>
            </a:prstGeom>
            <a:solidFill>
              <a:srgbClr val="1B1D21"/>
            </a:solidFill>
            <a:ln w="19050">
              <a:solidFill>
                <a:srgbClr val="9AA0A6"/>
              </a:solidFill>
            </a:ln>
          </p:spPr>
          <p:txBody>
            <a:bodyPr rtlCol="0" anchor="ctr"/>
            <a:lstStyle/>
            <a:p>
              <a:pPr algn="ctr"/>
            </a:p>
          </p:txBody>
        </p:sp>
        <p:sp>
          <p:nvSpPr>
            <p:cNvPr id="60" name="hub"/>
            <p:cNvSpPr/>
            <p:nvPr/>
          </p:nvSpPr>
          <p:spPr>
            <a:xfrm>
              <a:off x="3551703" y="2564407"/>
              <a:ext cx="54918" cy="54918"/>
            </a:xfrm>
            <a:prstGeom prst="ellipse">
              <a:avLst/>
            </a:prstGeom>
            <a:solidFill>
              <a:srgbClr val="9AA0A6"/>
            </a:solidFill>
            <a:ln>
              <a:noFill/>
            </a:ln>
          </p:spPr>
          <p:txBody>
            <a:bodyPr rtlCol="0" anchor="ctr"/>
            <a:lstStyle/>
            <a:p>
              <a:pPr algn="ctr"/>
            </a:p>
          </p:txBody>
        </p:sp>
        <p:sp>
          <p:nvSpPr>
            <p:cNvPr id="61" name="wheel"/>
            <p:cNvSpPr/>
            <p:nvPr/>
          </p:nvSpPr>
          <p:spPr>
            <a:xfrm>
              <a:off x="3710123" y="2486253"/>
              <a:ext cx="211226" cy="211226"/>
            </a:xfrm>
            <a:prstGeom prst="ellipse">
              <a:avLst/>
            </a:prstGeom>
            <a:solidFill>
              <a:srgbClr val="1B1D21"/>
            </a:solidFill>
            <a:ln w="19050">
              <a:solidFill>
                <a:srgbClr val="9AA0A6"/>
              </a:solidFill>
            </a:ln>
          </p:spPr>
          <p:txBody>
            <a:bodyPr rtlCol="0" anchor="ctr"/>
            <a:lstStyle/>
            <a:p>
              <a:pPr algn="ctr"/>
            </a:p>
          </p:txBody>
        </p:sp>
        <p:sp>
          <p:nvSpPr>
            <p:cNvPr id="62" name="hub"/>
            <p:cNvSpPr/>
            <p:nvPr/>
          </p:nvSpPr>
          <p:spPr>
            <a:xfrm>
              <a:off x="3788276" y="2564407"/>
              <a:ext cx="54918" cy="54918"/>
            </a:xfrm>
            <a:prstGeom prst="ellipse">
              <a:avLst/>
            </a:prstGeom>
            <a:solidFill>
              <a:srgbClr val="9AA0A6"/>
            </a:solidFill>
            <a:ln>
              <a:noFill/>
            </a:ln>
          </p:spPr>
          <p:txBody>
            <a:bodyPr rtlCol="0" anchor="ctr"/>
            <a:lstStyle/>
            <a:p>
              <a:pPr algn="ctr"/>
            </a:p>
          </p:txBody>
        </p:sp>
        <p:sp>
          <p:nvSpPr>
            <p:cNvPr id="63" name="wheel"/>
            <p:cNvSpPr/>
            <p:nvPr/>
          </p:nvSpPr>
          <p:spPr>
            <a:xfrm>
              <a:off x="3946696" y="2486253"/>
              <a:ext cx="211226" cy="211226"/>
            </a:xfrm>
            <a:prstGeom prst="ellipse">
              <a:avLst/>
            </a:prstGeom>
            <a:solidFill>
              <a:srgbClr val="1B1D21"/>
            </a:solidFill>
            <a:ln w="19050">
              <a:solidFill>
                <a:srgbClr val="9AA0A6"/>
              </a:solidFill>
            </a:ln>
          </p:spPr>
          <p:txBody>
            <a:bodyPr rtlCol="0" anchor="ctr"/>
            <a:lstStyle/>
            <a:p>
              <a:pPr algn="ctr"/>
            </a:p>
          </p:txBody>
        </p:sp>
        <p:sp>
          <p:nvSpPr>
            <p:cNvPr id="64" name="hub"/>
            <p:cNvSpPr/>
            <p:nvPr/>
          </p:nvSpPr>
          <p:spPr>
            <a:xfrm>
              <a:off x="4024850" y="2564407"/>
              <a:ext cx="54918" cy="54918"/>
            </a:xfrm>
            <a:prstGeom prst="ellipse">
              <a:avLst/>
            </a:prstGeom>
            <a:solidFill>
              <a:srgbClr val="9AA0A6"/>
            </a:solidFill>
            <a:ln>
              <a:noFill/>
            </a:ln>
          </p:spPr>
          <p:txBody>
            <a:bodyPr rtlCol="0" anchor="ctr"/>
            <a:lstStyle/>
            <a:p>
              <a:pPr algn="ctr"/>
            </a:p>
          </p:txBody>
        </p:sp>
        <p:sp>
          <p:nvSpPr>
            <p:cNvPr id="65" name="wheel"/>
            <p:cNvSpPr/>
            <p:nvPr/>
          </p:nvSpPr>
          <p:spPr>
            <a:xfrm>
              <a:off x="4394295" y="2596896"/>
              <a:ext cx="100584" cy="100584"/>
            </a:xfrm>
            <a:prstGeom prst="ellipse">
              <a:avLst/>
            </a:prstGeom>
            <a:solidFill>
              <a:srgbClr val="1B1D21"/>
            </a:solidFill>
            <a:ln w="19050">
              <a:solidFill>
                <a:srgbClr val="9AA0A6"/>
              </a:solidFill>
            </a:ln>
          </p:spPr>
          <p:txBody>
            <a:bodyPr rtlCol="0" anchor="ctr"/>
            <a:lstStyle/>
            <a:p>
              <a:pPr algn="ctr"/>
            </a:p>
          </p:txBody>
        </p:sp>
        <p:sp>
          <p:nvSpPr>
            <p:cNvPr id="66" name="hub"/>
            <p:cNvSpPr/>
            <p:nvPr/>
          </p:nvSpPr>
          <p:spPr>
            <a:xfrm>
              <a:off x="4431511" y="2634112"/>
              <a:ext cx="26151" cy="26151"/>
            </a:xfrm>
            <a:prstGeom prst="ellipse">
              <a:avLst/>
            </a:prstGeom>
            <a:solidFill>
              <a:srgbClr val="9AA0A6"/>
            </a:solidFill>
            <a:ln>
              <a:noFill/>
            </a:ln>
          </p:spPr>
          <p:txBody>
            <a:bodyPr rtlCol="0" anchor="ctr"/>
            <a:lstStyle/>
            <a:p>
              <a:pPr algn="ctr"/>
            </a:p>
          </p:txBody>
        </p:sp>
        <p:sp>
          <p:nvSpPr>
            <p:cNvPr id="67" name="wheel"/>
            <p:cNvSpPr/>
            <p:nvPr/>
          </p:nvSpPr>
          <p:spPr>
            <a:xfrm>
              <a:off x="4504937" y="2596896"/>
              <a:ext cx="100584" cy="100584"/>
            </a:xfrm>
            <a:prstGeom prst="ellipse">
              <a:avLst/>
            </a:prstGeom>
            <a:solidFill>
              <a:srgbClr val="1B1D21"/>
            </a:solidFill>
            <a:ln w="19050">
              <a:solidFill>
                <a:srgbClr val="9AA0A6"/>
              </a:solidFill>
            </a:ln>
          </p:spPr>
          <p:txBody>
            <a:bodyPr rtlCol="0" anchor="ctr"/>
            <a:lstStyle/>
            <a:p>
              <a:pPr algn="ctr"/>
            </a:p>
          </p:txBody>
        </p:sp>
        <p:sp>
          <p:nvSpPr>
            <p:cNvPr id="68" name="hub"/>
            <p:cNvSpPr/>
            <p:nvPr/>
          </p:nvSpPr>
          <p:spPr>
            <a:xfrm>
              <a:off x="4542153" y="2634112"/>
              <a:ext cx="26151" cy="26151"/>
            </a:xfrm>
            <a:prstGeom prst="ellipse">
              <a:avLst/>
            </a:prstGeom>
            <a:solidFill>
              <a:srgbClr val="9AA0A6"/>
            </a:solidFill>
            <a:ln>
              <a:noFill/>
            </a:ln>
          </p:spPr>
          <p:txBody>
            <a:bodyPr rtlCol="0" anchor="ctr"/>
            <a:lstStyle/>
            <a:p>
              <a:pPr algn="ctr"/>
            </a:p>
          </p:txBody>
        </p:sp>
        <p:sp>
          <p:nvSpPr>
            <p:cNvPr id="69" name="coupling rod"/>
            <p:cNvSpPr/>
            <p:nvPr/>
          </p:nvSpPr>
          <p:spPr>
            <a:xfrm>
              <a:off x="3342589" y="2534533"/>
              <a:ext cx="709720" cy="14081"/>
            </a:xfrm>
            <a:prstGeom prst="rect">
              <a:avLst/>
            </a:prstGeom>
            <a:solidFill>
              <a:srgbClr val="D0D4D8"/>
            </a:solidFill>
            <a:ln>
              <a:noFill/>
            </a:ln>
          </p:spPr>
          <p:txBody>
            <a:bodyPr rtlCol="0" anchor="ctr"/>
            <a:lstStyle/>
            <a:p>
              <a:pPr algn="ctr"/>
            </a:p>
          </p:txBody>
        </p:sp>
        <p:sp>
          <p:nvSpPr>
            <p:cNvPr id="70" name="cylinder"/>
            <p:cNvSpPr/>
            <p:nvPr/>
          </p:nvSpPr>
          <p:spPr>
            <a:xfrm>
              <a:off x="8293608" y="2240280"/>
              <a:ext cx="1371600" cy="457200"/>
            </a:xfrm>
            <a:prstGeom prst="roundRect">
              <a:avLst>
                <a:gd name="adj" fmla="val 16000"/>
              </a:avLst>
            </a:prstGeom>
            <a:solidFill>
              <a:srgbClr val="9AA0A6"/>
            </a:solidFill>
            <a:ln>
              <a:noFill/>
            </a:ln>
          </p:spPr>
          <p:txBody>
            <a:bodyPr rtlCol="0" anchor="ctr"/>
            <a:lstStyle/>
            <a:p>
              <a:pPr algn="ctr"/>
            </a:p>
          </p:txBody>
        </p:sp>
        <p:sp>
          <p:nvSpPr>
            <p:cNvPr id="71" name="piston rod"/>
            <p:cNvSpPr/>
            <p:nvPr/>
          </p:nvSpPr>
          <p:spPr>
            <a:xfrm>
              <a:off x="7946136" y="2414016"/>
              <a:ext cx="347472" cy="128016"/>
            </a:xfrm>
            <a:prstGeom prst="rect">
              <a:avLst/>
            </a:prstGeom>
            <a:solidFill>
              <a:srgbClr val="F2F2F2"/>
            </a:solidFill>
            <a:ln>
              <a:noFill/>
            </a:ln>
          </p:spPr>
          <p:txBody>
            <a:bodyPr rtlCol="0" anchor="ctr"/>
            <a:lstStyle/>
            <a:p>
              <a:pPr algn="ctr"/>
            </a:p>
          </p:txBody>
        </p:sp>
        <p:sp>
          <p:nvSpPr>
            <p:cNvPr id="72" name="piston crosshead"/>
            <p:cNvSpPr/>
            <p:nvPr/>
          </p:nvSpPr>
          <p:spPr>
            <a:xfrm>
              <a:off x="7872983" y="2322576"/>
              <a:ext cx="91440" cy="310896"/>
            </a:xfrm>
            <a:prstGeom prst="rect">
              <a:avLst/>
            </a:prstGeom>
            <a:solidFill>
              <a:srgbClr val="F2F2F2"/>
            </a:solidFill>
            <a:ln>
              <a:noFill/>
            </a:ln>
          </p:spPr>
          <p:txBody>
            <a:bodyPr rtlCol="0" anchor="ctr"/>
            <a:lstStyle/>
            <a:p>
              <a:pPr algn="ctr"/>
            </a:p>
          </p:txBody>
        </p:sp>
        <p:sp>
          <p:nvSpPr>
            <p:cNvPr id="73" name="steam puff"/>
            <p:cNvSpPr/>
            <p:nvPr/>
          </p:nvSpPr>
          <p:spPr>
            <a:xfrm>
              <a:off x="8439912" y="1898294"/>
              <a:ext cx="384048" cy="268833"/>
            </a:xfrm>
            <a:prstGeom prst="ellipse">
              <a:avLst/>
            </a:prstGeom>
            <a:solidFill>
              <a:srgbClr val="F2F2F2">
                <a:alpha val="85000"/>
              </a:srgbClr>
            </a:solidFill>
            <a:ln>
              <a:noFill/>
            </a:ln>
          </p:spPr>
          <p:txBody>
            <a:bodyPr rtlCol="0" anchor="ctr"/>
            <a:lstStyle/>
            <a:p>
              <a:pPr algn="ctr"/>
            </a:p>
          </p:txBody>
        </p:sp>
        <p:sp>
          <p:nvSpPr>
            <p:cNvPr id="74" name="steam puff"/>
            <p:cNvSpPr/>
            <p:nvPr/>
          </p:nvSpPr>
          <p:spPr>
            <a:xfrm>
              <a:off x="8769096" y="1700784"/>
              <a:ext cx="457200" cy="320040"/>
            </a:xfrm>
            <a:prstGeom prst="ellipse">
              <a:avLst/>
            </a:prstGeom>
            <a:solidFill>
              <a:srgbClr val="F2F2F2">
                <a:alpha val="85000"/>
              </a:srgbClr>
            </a:solidFill>
            <a:ln>
              <a:noFill/>
            </a:ln>
          </p:spPr>
          <p:txBody>
            <a:bodyPr rtlCol="0" anchor="ctr"/>
            <a:lstStyle/>
            <a:p>
              <a:pPr algn="ctr"/>
            </a:p>
          </p:txBody>
        </p:sp>
        <p:sp>
          <p:nvSpPr>
            <p:cNvPr id="75" name="steam puff"/>
            <p:cNvSpPr/>
            <p:nvPr/>
          </p:nvSpPr>
          <p:spPr>
            <a:xfrm>
              <a:off x="9180576" y="1892808"/>
              <a:ext cx="365760" cy="256031"/>
            </a:xfrm>
            <a:prstGeom prst="ellipse">
              <a:avLst/>
            </a:prstGeom>
            <a:solidFill>
              <a:srgbClr val="F2F2F2">
                <a:alpha val="85000"/>
              </a:srgbClr>
            </a:solidFill>
            <a:ln>
              <a:noFill/>
            </a:ln>
          </p:spPr>
          <p:txBody>
            <a:bodyPr rtlCol="0" anchor="ctr"/>
            <a:lstStyle/>
            <a:p>
              <a:pPr algn="ctr"/>
            </a:p>
          </p:txBody>
        </p:sp>
        <p:sp>
          <p:nvSpPr>
            <p:cNvPr id="76" name="pan label"/>
            <p:cNvSpPr txBox="1"/>
            <p:nvPr/>
          </p:nvSpPr>
          <p:spPr>
            <a:xfrm>
              <a:off x="1572768" y="2880360"/>
              <a:ext cx="329184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Heavy engine, heavy wagons</a:t>
              </a:r>
            </a:p>
          </p:txBody>
        </p:sp>
        <p:sp>
          <p:nvSpPr>
            <p:cNvPr id="77" name="pan label"/>
            <p:cNvSpPr txBox="1"/>
            <p:nvPr/>
          </p:nvSpPr>
          <p:spPr>
            <a:xfrm>
              <a:off x="7333488" y="2880360"/>
              <a:ext cx="329184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More power</a:t>
              </a:r>
            </a:p>
          </p:txBody>
        </p:sp>
        <p:sp>
          <p:nvSpPr>
            <p:cNvPr id="78" name="scale post"/>
            <p:cNvSpPr/>
            <p:nvPr/>
          </p:nvSpPr>
          <p:spPr>
            <a:xfrm>
              <a:off x="6025896" y="3429000"/>
              <a:ext cx="146304" cy="1417320"/>
            </a:xfrm>
            <a:prstGeom prst="rect">
              <a:avLst/>
            </a:prstGeom>
            <a:solidFill>
              <a:srgbClr val="9AA0A6"/>
            </a:solidFill>
            <a:ln>
              <a:noFill/>
            </a:ln>
          </p:spPr>
          <p:txBody>
            <a:bodyPr rtlCol="0" anchor="ctr"/>
            <a:lstStyle/>
            <a:p>
              <a:pPr algn="ctr"/>
            </a:p>
          </p:txBody>
        </p:sp>
        <p:sp>
          <p:nvSpPr>
            <p:cNvPr id="79" name="scale base"/>
            <p:cNvSpPr/>
            <p:nvPr/>
          </p:nvSpPr>
          <p:spPr>
            <a:xfrm>
              <a:off x="5367528" y="4590288"/>
              <a:ext cx="1463040" cy="256032"/>
            </a:xfrm>
            <a:custGeom>
              <a:avLst/>
              <a:gdLst/>
              <a:ahLst/>
              <a:cxnLst/>
              <a:rect l="l" t="t" r="r" b="b"/>
              <a:pathLst>
                <a:path w="1463040" h="256032">
                  <a:moveTo>
                    <a:pt x="0" y="256032"/>
                  </a:moveTo>
                  <a:lnTo>
                    <a:pt x="1463040" y="256032"/>
                  </a:lnTo>
                  <a:lnTo>
                    <a:pt x="1188720" y="0"/>
                  </a:lnTo>
                  <a:lnTo>
                    <a:pt x="274320" y="0"/>
                  </a:lnTo>
                  <a:close/>
                </a:path>
              </a:pathLst>
            </a:custGeom>
            <a:solidFill>
              <a:srgbClr val="73787C"/>
            </a:solidFill>
            <a:ln w="19050">
              <a:solidFill>
                <a:srgbClr val="9AA0A6"/>
              </a:solidFill>
            </a:ln>
          </p:spPr>
          <p:txBody>
            <a:bodyPr rtlCol="0" anchor="ctr"/>
            <a:lstStyle/>
            <a:p>
              <a:pPr algn="ctr"/>
            </a:p>
          </p:txBody>
        </p:sp>
        <p:sp>
          <p:nvSpPr>
            <p:cNvPr id="80" name="scale beam"/>
            <p:cNvSpPr/>
            <p:nvPr/>
          </p:nvSpPr>
          <p:spPr>
            <a:xfrm>
              <a:off x="3127248" y="3374136"/>
              <a:ext cx="5943600" cy="109728"/>
            </a:xfrm>
            <a:prstGeom prst="roundRect">
              <a:avLst>
                <a:gd name="adj" fmla="val 41666"/>
              </a:avLst>
            </a:prstGeom>
            <a:solidFill>
              <a:srgbClr val="9AA0A6"/>
            </a:solidFill>
            <a:ln>
              <a:noFill/>
            </a:ln>
          </p:spPr>
          <p:txBody>
            <a:bodyPr rtlCol="0" anchor="ctr"/>
            <a:lstStyle/>
            <a:p>
              <a:pPr algn="ctr"/>
            </a:p>
          </p:txBody>
        </p:sp>
        <p:sp>
          <p:nvSpPr>
            <p:cNvPr id="81" name="scale pivot"/>
            <p:cNvSpPr/>
            <p:nvPr/>
          </p:nvSpPr>
          <p:spPr>
            <a:xfrm>
              <a:off x="5971032" y="3300984"/>
              <a:ext cx="256032" cy="256032"/>
            </a:xfrm>
            <a:prstGeom prst="ellipse">
              <a:avLst/>
            </a:prstGeom>
            <a:solidFill>
              <a:srgbClr val="F2C14E"/>
            </a:solidFill>
            <a:ln>
              <a:noFill/>
            </a:ln>
          </p:spPr>
          <p:txBody>
            <a:bodyPr rtlCol="0" anchor="ctr"/>
            <a:lstStyle/>
            <a:p>
              <a:pPr algn="ctr"/>
            </a:p>
          </p:txBody>
        </p:sp>
        <p:cxnSp>
          <p:nvCxnSpPr>
            <p:cNvPr id="82" name="scale string"/>
            <p:cNvCxnSpPr/>
            <p:nvPr/>
          </p:nvCxnSpPr>
          <p:spPr>
            <a:xfrm flipH="1">
              <a:off x="1737360" y="3429000"/>
              <a:ext cx="1481328" cy="1234440"/>
            </a:xfrm>
            <a:prstGeom prst="line">
              <a:avLst/>
            </a:prstGeom>
            <a:ln w="19050">
              <a:solidFill>
                <a:srgbClr val="9AA0A6"/>
              </a:solidFill>
            </a:ln>
          </p:spPr>
        </p:cxnSp>
        <p:cxnSp>
          <p:nvCxnSpPr>
            <p:cNvPr id="83" name="scale string"/>
            <p:cNvCxnSpPr/>
            <p:nvPr/>
          </p:nvCxnSpPr>
          <p:spPr>
            <a:xfrm>
              <a:off x="3218688" y="3429000"/>
              <a:ext cx="1481328" cy="1234440"/>
            </a:xfrm>
            <a:prstGeom prst="line">
              <a:avLst/>
            </a:prstGeom>
            <a:ln w="19050">
              <a:solidFill>
                <a:srgbClr val="9AA0A6"/>
              </a:solidFill>
            </a:ln>
          </p:spPr>
        </p:cxnSp>
        <p:sp>
          <p:nvSpPr>
            <p:cNvPr id="84" name="scale pan"/>
            <p:cNvSpPr/>
            <p:nvPr/>
          </p:nvSpPr>
          <p:spPr>
            <a:xfrm>
              <a:off x="1572768" y="466344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p>
          </p:txBody>
        </p:sp>
        <p:cxnSp>
          <p:nvCxnSpPr>
            <p:cNvPr id="85" name="scale string"/>
            <p:cNvCxnSpPr/>
            <p:nvPr/>
          </p:nvCxnSpPr>
          <p:spPr>
            <a:xfrm flipH="1">
              <a:off x="7498079" y="3429000"/>
              <a:ext cx="1481329" cy="1234440"/>
            </a:xfrm>
            <a:prstGeom prst="line">
              <a:avLst/>
            </a:prstGeom>
            <a:ln w="19050">
              <a:solidFill>
                <a:srgbClr val="9AA0A6"/>
              </a:solidFill>
            </a:ln>
          </p:spPr>
        </p:cxnSp>
        <p:cxnSp>
          <p:nvCxnSpPr>
            <p:cNvPr id="86" name="scale string"/>
            <p:cNvCxnSpPr/>
            <p:nvPr/>
          </p:nvCxnSpPr>
          <p:spPr>
            <a:xfrm>
              <a:off x="8979408" y="3429000"/>
              <a:ext cx="1481328" cy="1234440"/>
            </a:xfrm>
            <a:prstGeom prst="line">
              <a:avLst/>
            </a:prstGeom>
            <a:ln w="19050">
              <a:solidFill>
                <a:srgbClr val="9AA0A6"/>
              </a:solidFill>
            </a:ln>
          </p:spPr>
        </p:cxnSp>
        <p:sp>
          <p:nvSpPr>
            <p:cNvPr id="87" name="scale pan"/>
            <p:cNvSpPr/>
            <p:nvPr/>
          </p:nvSpPr>
          <p:spPr>
            <a:xfrm>
              <a:off x="7333488" y="466344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p>
          </p:txBody>
        </p:sp>
        <p:sp>
          <p:nvSpPr>
            <p:cNvPr id="88" name="wagon frame"/>
            <p:cNvSpPr/>
            <p:nvPr/>
          </p:nvSpPr>
          <p:spPr>
            <a:xfrm>
              <a:off x="2090318" y="4541824"/>
              <a:ext cx="382219" cy="34747"/>
            </a:xfrm>
            <a:prstGeom prst="rect">
              <a:avLst/>
            </a:prstGeom>
            <a:solidFill>
              <a:srgbClr val="3A3F47"/>
            </a:solidFill>
            <a:ln w="9525">
              <a:solidFill>
                <a:srgbClr val="9AA0A6"/>
              </a:solidFill>
            </a:ln>
          </p:spPr>
          <p:txBody>
            <a:bodyPr rtlCol="0" anchor="ctr"/>
            <a:lstStyle/>
            <a:p>
              <a:pPr algn="ctr"/>
            </a:p>
          </p:txBody>
        </p:sp>
        <p:sp>
          <p:nvSpPr>
            <p:cNvPr id="89" name="flat bed"/>
            <p:cNvSpPr/>
            <p:nvPr/>
          </p:nvSpPr>
          <p:spPr>
            <a:xfrm>
              <a:off x="2090318" y="4507077"/>
              <a:ext cx="382219" cy="34747"/>
            </a:xfrm>
            <a:prstGeom prst="rect">
              <a:avLst/>
            </a:prstGeom>
            <a:solidFill>
              <a:srgbClr val="2BB5B0"/>
            </a:solidFill>
            <a:ln>
              <a:noFill/>
            </a:ln>
          </p:spPr>
          <p:txBody>
            <a:bodyPr rtlCol="0" anchor="ctr"/>
            <a:lstStyle/>
            <a:p>
              <a:pPr algn="ctr"/>
            </a:p>
          </p:txBody>
        </p:sp>
        <p:sp>
          <p:nvSpPr>
            <p:cNvPr id="90" name="crate"/>
            <p:cNvSpPr/>
            <p:nvPr/>
          </p:nvSpPr>
          <p:spPr>
            <a:xfrm>
              <a:off x="2166762" y="4402836"/>
              <a:ext cx="107021" cy="104241"/>
            </a:xfrm>
            <a:prstGeom prst="roundRect">
              <a:avLst>
                <a:gd name="adj" fmla="val 3333"/>
              </a:avLst>
            </a:prstGeom>
            <a:solidFill>
              <a:srgbClr val="208784"/>
            </a:solidFill>
            <a:ln>
              <a:noFill/>
            </a:ln>
          </p:spPr>
          <p:txBody>
            <a:bodyPr rtlCol="0" anchor="ctr"/>
            <a:lstStyle/>
            <a:p>
              <a:pPr algn="ctr"/>
            </a:p>
          </p:txBody>
        </p:sp>
        <p:sp>
          <p:nvSpPr>
            <p:cNvPr id="91" name="crate"/>
            <p:cNvSpPr/>
            <p:nvPr/>
          </p:nvSpPr>
          <p:spPr>
            <a:xfrm>
              <a:off x="2304361" y="4437583"/>
              <a:ext cx="91732" cy="69494"/>
            </a:xfrm>
            <a:prstGeom prst="roundRect">
              <a:avLst>
                <a:gd name="adj" fmla="val 4999"/>
              </a:avLst>
            </a:prstGeom>
            <a:solidFill>
              <a:srgbClr val="208784"/>
            </a:solidFill>
            <a:ln>
              <a:noFill/>
            </a:ln>
          </p:spPr>
          <p:txBody>
            <a:bodyPr rtlCol="0" anchor="ctr"/>
            <a:lstStyle/>
            <a:p>
              <a:pPr algn="ctr"/>
            </a:p>
          </p:txBody>
        </p:sp>
        <p:sp>
          <p:nvSpPr>
            <p:cNvPr id="92" name="wheel"/>
            <p:cNvSpPr/>
            <p:nvPr/>
          </p:nvSpPr>
          <p:spPr>
            <a:xfrm>
              <a:off x="2116378" y="4559198"/>
              <a:ext cx="104241" cy="104241"/>
            </a:xfrm>
            <a:prstGeom prst="ellipse">
              <a:avLst/>
            </a:prstGeom>
            <a:solidFill>
              <a:srgbClr val="1B1D21"/>
            </a:solidFill>
            <a:ln w="15875">
              <a:solidFill>
                <a:srgbClr val="9AA0A6"/>
              </a:solidFill>
            </a:ln>
          </p:spPr>
          <p:txBody>
            <a:bodyPr rtlCol="0" anchor="ctr"/>
            <a:lstStyle/>
            <a:p>
              <a:pPr algn="ctr"/>
            </a:p>
          </p:txBody>
        </p:sp>
        <p:sp>
          <p:nvSpPr>
            <p:cNvPr id="93" name="hub"/>
            <p:cNvSpPr/>
            <p:nvPr/>
          </p:nvSpPr>
          <p:spPr>
            <a:xfrm>
              <a:off x="2154948" y="4597767"/>
              <a:ext cx="27102" cy="27102"/>
            </a:xfrm>
            <a:prstGeom prst="ellipse">
              <a:avLst/>
            </a:prstGeom>
            <a:solidFill>
              <a:srgbClr val="9AA0A6"/>
            </a:solidFill>
            <a:ln>
              <a:noFill/>
            </a:ln>
          </p:spPr>
          <p:txBody>
            <a:bodyPr rtlCol="0" anchor="ctr"/>
            <a:lstStyle/>
            <a:p>
              <a:pPr algn="ctr"/>
            </a:p>
          </p:txBody>
        </p:sp>
        <p:sp>
          <p:nvSpPr>
            <p:cNvPr id="94" name="wheel"/>
            <p:cNvSpPr/>
            <p:nvPr/>
          </p:nvSpPr>
          <p:spPr>
            <a:xfrm>
              <a:off x="2342235" y="4559198"/>
              <a:ext cx="104241" cy="104241"/>
            </a:xfrm>
            <a:prstGeom prst="ellipse">
              <a:avLst/>
            </a:prstGeom>
            <a:solidFill>
              <a:srgbClr val="1B1D21"/>
            </a:solidFill>
            <a:ln w="15875">
              <a:solidFill>
                <a:srgbClr val="9AA0A6"/>
              </a:solidFill>
            </a:ln>
          </p:spPr>
          <p:txBody>
            <a:bodyPr rtlCol="0" anchor="ctr"/>
            <a:lstStyle/>
            <a:p>
              <a:pPr algn="ctr"/>
            </a:p>
          </p:txBody>
        </p:sp>
        <p:sp>
          <p:nvSpPr>
            <p:cNvPr id="95" name="hub"/>
            <p:cNvSpPr/>
            <p:nvPr/>
          </p:nvSpPr>
          <p:spPr>
            <a:xfrm>
              <a:off x="2380804" y="4597767"/>
              <a:ext cx="27102" cy="27102"/>
            </a:xfrm>
            <a:prstGeom prst="ellipse">
              <a:avLst/>
            </a:prstGeom>
            <a:solidFill>
              <a:srgbClr val="9AA0A6"/>
            </a:solidFill>
            <a:ln>
              <a:noFill/>
            </a:ln>
          </p:spPr>
          <p:txBody>
            <a:bodyPr rtlCol="0" anchor="ctr"/>
            <a:lstStyle/>
            <a:p>
              <a:pPr algn="ctr"/>
            </a:p>
          </p:txBody>
        </p:sp>
        <p:sp>
          <p:nvSpPr>
            <p:cNvPr id="96" name="wagon frame"/>
            <p:cNvSpPr/>
            <p:nvPr/>
          </p:nvSpPr>
          <p:spPr>
            <a:xfrm>
              <a:off x="2518257" y="4541824"/>
              <a:ext cx="382219" cy="34747"/>
            </a:xfrm>
            <a:prstGeom prst="rect">
              <a:avLst/>
            </a:prstGeom>
            <a:solidFill>
              <a:srgbClr val="3A3F47"/>
            </a:solidFill>
            <a:ln w="9525">
              <a:solidFill>
                <a:srgbClr val="9AA0A6"/>
              </a:solidFill>
            </a:ln>
          </p:spPr>
          <p:txBody>
            <a:bodyPr rtlCol="0" anchor="ctr"/>
            <a:lstStyle/>
            <a:p>
              <a:pPr algn="ctr"/>
            </a:p>
          </p:txBody>
        </p:sp>
        <p:sp>
          <p:nvSpPr>
            <p:cNvPr id="97" name="flat bed"/>
            <p:cNvSpPr/>
            <p:nvPr/>
          </p:nvSpPr>
          <p:spPr>
            <a:xfrm>
              <a:off x="2518257" y="4507077"/>
              <a:ext cx="382219" cy="34747"/>
            </a:xfrm>
            <a:prstGeom prst="rect">
              <a:avLst/>
            </a:prstGeom>
            <a:solidFill>
              <a:srgbClr val="2BB5B0"/>
            </a:solidFill>
            <a:ln>
              <a:noFill/>
            </a:ln>
          </p:spPr>
          <p:txBody>
            <a:bodyPr rtlCol="0" anchor="ctr"/>
            <a:lstStyle/>
            <a:p>
              <a:pPr algn="ctr"/>
            </a:p>
          </p:txBody>
        </p:sp>
        <p:sp>
          <p:nvSpPr>
            <p:cNvPr id="98" name="crate"/>
            <p:cNvSpPr/>
            <p:nvPr/>
          </p:nvSpPr>
          <p:spPr>
            <a:xfrm>
              <a:off x="2594701" y="4402836"/>
              <a:ext cx="107021" cy="104241"/>
            </a:xfrm>
            <a:prstGeom prst="roundRect">
              <a:avLst>
                <a:gd name="adj" fmla="val 3333"/>
              </a:avLst>
            </a:prstGeom>
            <a:solidFill>
              <a:srgbClr val="208784"/>
            </a:solidFill>
            <a:ln>
              <a:noFill/>
            </a:ln>
          </p:spPr>
          <p:txBody>
            <a:bodyPr rtlCol="0" anchor="ctr"/>
            <a:lstStyle/>
            <a:p>
              <a:pPr algn="ctr"/>
            </a:p>
          </p:txBody>
        </p:sp>
        <p:sp>
          <p:nvSpPr>
            <p:cNvPr id="99" name="crate"/>
            <p:cNvSpPr/>
            <p:nvPr/>
          </p:nvSpPr>
          <p:spPr>
            <a:xfrm>
              <a:off x="2732300" y="4437583"/>
              <a:ext cx="91732" cy="69494"/>
            </a:xfrm>
            <a:prstGeom prst="roundRect">
              <a:avLst>
                <a:gd name="adj" fmla="val 4999"/>
              </a:avLst>
            </a:prstGeom>
            <a:solidFill>
              <a:srgbClr val="208784"/>
            </a:solidFill>
            <a:ln>
              <a:noFill/>
            </a:ln>
          </p:spPr>
          <p:txBody>
            <a:bodyPr rtlCol="0" anchor="ctr"/>
            <a:lstStyle/>
            <a:p>
              <a:pPr algn="ctr"/>
            </a:p>
          </p:txBody>
        </p:sp>
        <p:sp>
          <p:nvSpPr>
            <p:cNvPr id="100" name="wheel"/>
            <p:cNvSpPr/>
            <p:nvPr/>
          </p:nvSpPr>
          <p:spPr>
            <a:xfrm>
              <a:off x="2544318" y="4559198"/>
              <a:ext cx="104241" cy="104241"/>
            </a:xfrm>
            <a:prstGeom prst="ellipse">
              <a:avLst/>
            </a:prstGeom>
            <a:solidFill>
              <a:srgbClr val="1B1D21"/>
            </a:solidFill>
            <a:ln w="15875">
              <a:solidFill>
                <a:srgbClr val="9AA0A6"/>
              </a:solidFill>
            </a:ln>
          </p:spPr>
          <p:txBody>
            <a:bodyPr rtlCol="0" anchor="ctr"/>
            <a:lstStyle/>
            <a:p>
              <a:pPr algn="ctr"/>
            </a:p>
          </p:txBody>
        </p:sp>
        <p:sp>
          <p:nvSpPr>
            <p:cNvPr id="101" name="hub"/>
            <p:cNvSpPr/>
            <p:nvPr/>
          </p:nvSpPr>
          <p:spPr>
            <a:xfrm>
              <a:off x="2582887" y="4597767"/>
              <a:ext cx="27102" cy="27102"/>
            </a:xfrm>
            <a:prstGeom prst="ellipse">
              <a:avLst/>
            </a:prstGeom>
            <a:solidFill>
              <a:srgbClr val="9AA0A6"/>
            </a:solidFill>
            <a:ln>
              <a:noFill/>
            </a:ln>
          </p:spPr>
          <p:txBody>
            <a:bodyPr rtlCol="0" anchor="ctr"/>
            <a:lstStyle/>
            <a:p>
              <a:pPr algn="ctr"/>
            </a:p>
          </p:txBody>
        </p:sp>
        <p:sp>
          <p:nvSpPr>
            <p:cNvPr id="102" name="wheel"/>
            <p:cNvSpPr/>
            <p:nvPr/>
          </p:nvSpPr>
          <p:spPr>
            <a:xfrm>
              <a:off x="2770174" y="4559198"/>
              <a:ext cx="104241" cy="104241"/>
            </a:xfrm>
            <a:prstGeom prst="ellipse">
              <a:avLst/>
            </a:prstGeom>
            <a:solidFill>
              <a:srgbClr val="1B1D21"/>
            </a:solidFill>
            <a:ln w="15875">
              <a:solidFill>
                <a:srgbClr val="9AA0A6"/>
              </a:solidFill>
            </a:ln>
          </p:spPr>
          <p:txBody>
            <a:bodyPr rtlCol="0" anchor="ctr"/>
            <a:lstStyle/>
            <a:p>
              <a:pPr algn="ctr"/>
            </a:p>
          </p:txBody>
        </p:sp>
        <p:sp>
          <p:nvSpPr>
            <p:cNvPr id="103" name="hub"/>
            <p:cNvSpPr/>
            <p:nvPr/>
          </p:nvSpPr>
          <p:spPr>
            <a:xfrm>
              <a:off x="2808744" y="4597767"/>
              <a:ext cx="27102" cy="27102"/>
            </a:xfrm>
            <a:prstGeom prst="ellipse">
              <a:avLst/>
            </a:prstGeom>
            <a:solidFill>
              <a:srgbClr val="9AA0A6"/>
            </a:solidFill>
            <a:ln>
              <a:noFill/>
            </a:ln>
          </p:spPr>
          <p:txBody>
            <a:bodyPr rtlCol="0" anchor="ctr"/>
            <a:lstStyle/>
            <a:p>
              <a:pPr algn="ctr"/>
            </a:p>
          </p:txBody>
        </p:sp>
        <p:sp>
          <p:nvSpPr>
            <p:cNvPr id="104" name="tender frame"/>
            <p:cNvSpPr/>
            <p:nvPr/>
          </p:nvSpPr>
          <p:spPr>
            <a:xfrm>
              <a:off x="2991916" y="4537481"/>
              <a:ext cx="356158" cy="39090"/>
            </a:xfrm>
            <a:prstGeom prst="rect">
              <a:avLst/>
            </a:prstGeom>
            <a:solidFill>
              <a:srgbClr val="3A3F47"/>
            </a:solidFill>
            <a:ln w="9525">
              <a:solidFill>
                <a:srgbClr val="9AA0A6"/>
              </a:solidFill>
            </a:ln>
          </p:spPr>
          <p:txBody>
            <a:bodyPr rtlCol="0" anchor="ctr"/>
            <a:lstStyle/>
            <a:p>
              <a:pPr algn="ctr"/>
            </a:p>
          </p:txBody>
        </p:sp>
        <p:sp>
          <p:nvSpPr>
            <p:cNvPr id="105" name="tender body"/>
            <p:cNvSpPr/>
            <p:nvPr/>
          </p:nvSpPr>
          <p:spPr>
            <a:xfrm>
              <a:off x="2991916" y="4394149"/>
              <a:ext cx="356158" cy="143332"/>
            </a:xfrm>
            <a:prstGeom prst="roundRect">
              <a:avLst>
                <a:gd name="adj" fmla="val 3030"/>
              </a:avLst>
            </a:prstGeom>
            <a:solidFill>
              <a:srgbClr val="2BB5B0"/>
            </a:solidFill>
            <a:ln>
              <a:noFill/>
            </a:ln>
          </p:spPr>
          <p:txBody>
            <a:bodyPr rtlCol="0" anchor="ctr"/>
            <a:lstStyle/>
            <a:p>
              <a:pPr algn="ctr"/>
            </a:p>
          </p:txBody>
        </p:sp>
        <p:sp>
          <p:nvSpPr>
            <p:cNvPr id="106" name="tender coal"/>
            <p:cNvSpPr/>
            <p:nvPr/>
          </p:nvSpPr>
          <p:spPr>
            <a:xfrm>
              <a:off x="3004947" y="4333341"/>
              <a:ext cx="330098" cy="60808"/>
            </a:xfrm>
            <a:custGeom>
              <a:avLst/>
              <a:gdLst/>
              <a:ahLst/>
              <a:cxnLst/>
              <a:rect l="l" t="t" r="r" b="b"/>
              <a:pathLst>
                <a:path w="330098" h="60808">
                  <a:moveTo>
                    <a:pt x="0" y="60808"/>
                  </a:moveTo>
                  <a:lnTo>
                    <a:pt x="65151" y="4343"/>
                  </a:lnTo>
                  <a:lnTo>
                    <a:pt x="195453" y="0"/>
                  </a:lnTo>
                  <a:lnTo>
                    <a:pt x="330098" y="60808"/>
                  </a:lnTo>
                  <a:close/>
                </a:path>
              </a:pathLst>
            </a:custGeom>
            <a:solidFill>
              <a:srgbClr val="1B1D21"/>
            </a:solidFill>
            <a:ln w="12700">
              <a:solidFill>
                <a:srgbClr val="6B7078"/>
              </a:solidFill>
            </a:ln>
          </p:spPr>
          <p:txBody>
            <a:bodyPr rtlCol="0" anchor="ctr"/>
            <a:lstStyle/>
            <a:p>
              <a:pPr algn="ctr"/>
            </a:p>
          </p:txBody>
        </p:sp>
        <p:sp>
          <p:nvSpPr>
            <p:cNvPr id="107" name="coupling"/>
            <p:cNvSpPr/>
            <p:nvPr/>
          </p:nvSpPr>
          <p:spPr>
            <a:xfrm>
              <a:off x="3348075" y="4485360"/>
              <a:ext cx="30403" cy="13030"/>
            </a:xfrm>
            <a:prstGeom prst="rect">
              <a:avLst/>
            </a:prstGeom>
            <a:solidFill>
              <a:srgbClr val="9AA0A6"/>
            </a:solidFill>
            <a:ln>
              <a:noFill/>
            </a:ln>
          </p:spPr>
          <p:txBody>
            <a:bodyPr rtlCol="0" anchor="ctr"/>
            <a:lstStyle/>
            <a:p>
              <a:pPr algn="ctr"/>
            </a:p>
          </p:txBody>
        </p:sp>
        <p:sp>
          <p:nvSpPr>
            <p:cNvPr id="108" name="wheel"/>
            <p:cNvSpPr/>
            <p:nvPr/>
          </p:nvSpPr>
          <p:spPr>
            <a:xfrm>
              <a:off x="3017977" y="4541824"/>
              <a:ext cx="121615" cy="121615"/>
            </a:xfrm>
            <a:prstGeom prst="ellipse">
              <a:avLst/>
            </a:prstGeom>
            <a:solidFill>
              <a:srgbClr val="1B1D21"/>
            </a:solidFill>
            <a:ln w="19050">
              <a:solidFill>
                <a:srgbClr val="9AA0A6"/>
              </a:solidFill>
            </a:ln>
          </p:spPr>
          <p:txBody>
            <a:bodyPr rtlCol="0" anchor="ctr"/>
            <a:lstStyle/>
            <a:p>
              <a:pPr algn="ctr"/>
            </a:p>
          </p:txBody>
        </p:sp>
        <p:sp>
          <p:nvSpPr>
            <p:cNvPr id="109" name="hub"/>
            <p:cNvSpPr/>
            <p:nvPr/>
          </p:nvSpPr>
          <p:spPr>
            <a:xfrm>
              <a:off x="3062974" y="4586822"/>
              <a:ext cx="31619" cy="31619"/>
            </a:xfrm>
            <a:prstGeom prst="ellipse">
              <a:avLst/>
            </a:prstGeom>
            <a:solidFill>
              <a:srgbClr val="9AA0A6"/>
            </a:solidFill>
            <a:ln>
              <a:noFill/>
            </a:ln>
          </p:spPr>
          <p:txBody>
            <a:bodyPr rtlCol="0" anchor="ctr"/>
            <a:lstStyle/>
            <a:p>
              <a:pPr algn="ctr"/>
            </a:p>
          </p:txBody>
        </p:sp>
        <p:sp>
          <p:nvSpPr>
            <p:cNvPr id="110" name="wheel"/>
            <p:cNvSpPr/>
            <p:nvPr/>
          </p:nvSpPr>
          <p:spPr>
            <a:xfrm>
              <a:off x="3200400" y="4541824"/>
              <a:ext cx="121615" cy="121615"/>
            </a:xfrm>
            <a:prstGeom prst="ellipse">
              <a:avLst/>
            </a:prstGeom>
            <a:solidFill>
              <a:srgbClr val="1B1D21"/>
            </a:solidFill>
            <a:ln w="19050">
              <a:solidFill>
                <a:srgbClr val="9AA0A6"/>
              </a:solidFill>
            </a:ln>
          </p:spPr>
          <p:txBody>
            <a:bodyPr rtlCol="0" anchor="ctr"/>
            <a:lstStyle/>
            <a:p>
              <a:pPr algn="ctr"/>
            </a:p>
          </p:txBody>
        </p:sp>
        <p:sp>
          <p:nvSpPr>
            <p:cNvPr id="111" name="hub"/>
            <p:cNvSpPr/>
            <p:nvPr/>
          </p:nvSpPr>
          <p:spPr>
            <a:xfrm>
              <a:off x="3245397" y="4586822"/>
              <a:ext cx="31619" cy="31619"/>
            </a:xfrm>
            <a:prstGeom prst="ellipse">
              <a:avLst/>
            </a:prstGeom>
            <a:solidFill>
              <a:srgbClr val="9AA0A6"/>
            </a:solidFill>
            <a:ln>
              <a:noFill/>
            </a:ln>
          </p:spPr>
          <p:txBody>
            <a:bodyPr rtlCol="0" anchor="ctr"/>
            <a:lstStyle/>
            <a:p>
              <a:pPr algn="ctr"/>
            </a:p>
          </p:txBody>
        </p:sp>
        <p:sp>
          <p:nvSpPr>
            <p:cNvPr id="112" name="frame"/>
            <p:cNvSpPr/>
            <p:nvPr/>
          </p:nvSpPr>
          <p:spPr>
            <a:xfrm>
              <a:off x="3378479" y="4537481"/>
              <a:ext cx="946861" cy="39090"/>
            </a:xfrm>
            <a:prstGeom prst="rect">
              <a:avLst/>
            </a:prstGeom>
            <a:solidFill>
              <a:srgbClr val="3A3F47"/>
            </a:solidFill>
            <a:ln w="9525">
              <a:solidFill>
                <a:srgbClr val="9AA0A6"/>
              </a:solidFill>
            </a:ln>
          </p:spPr>
          <p:txBody>
            <a:bodyPr rtlCol="0" anchor="ctr"/>
            <a:lstStyle/>
            <a:p>
              <a:pPr algn="ctr"/>
            </a:p>
          </p:txBody>
        </p:sp>
        <p:sp>
          <p:nvSpPr>
            <p:cNvPr id="113" name="cab"/>
            <p:cNvSpPr/>
            <p:nvPr/>
          </p:nvSpPr>
          <p:spPr>
            <a:xfrm>
              <a:off x="3378479" y="4298594"/>
              <a:ext cx="173736" cy="238886"/>
            </a:xfrm>
            <a:prstGeom prst="roundRect">
              <a:avLst>
                <a:gd name="adj" fmla="val 2500"/>
              </a:avLst>
            </a:prstGeom>
            <a:solidFill>
              <a:srgbClr val="2BB5B0"/>
            </a:solidFill>
            <a:ln>
              <a:noFill/>
            </a:ln>
          </p:spPr>
          <p:txBody>
            <a:bodyPr rtlCol="0" anchor="ctr"/>
            <a:lstStyle/>
            <a:p>
              <a:pPr algn="ctr"/>
            </a:p>
          </p:txBody>
        </p:sp>
        <p:sp>
          <p:nvSpPr>
            <p:cNvPr id="114" name="cab roof"/>
            <p:cNvSpPr/>
            <p:nvPr/>
          </p:nvSpPr>
          <p:spPr>
            <a:xfrm>
              <a:off x="3369792" y="4276877"/>
              <a:ext cx="191109" cy="21717"/>
            </a:xfrm>
            <a:prstGeom prst="rect">
              <a:avLst/>
            </a:prstGeom>
            <a:solidFill>
              <a:srgbClr val="3A3F47"/>
            </a:solidFill>
            <a:ln w="9525">
              <a:solidFill>
                <a:srgbClr val="9AA0A6"/>
              </a:solidFill>
            </a:ln>
          </p:spPr>
          <p:txBody>
            <a:bodyPr rtlCol="0" anchor="ctr"/>
            <a:lstStyle/>
            <a:p>
              <a:pPr algn="ctr"/>
            </a:p>
          </p:txBody>
        </p:sp>
        <p:sp>
          <p:nvSpPr>
            <p:cNvPr id="115" name="cab window"/>
            <p:cNvSpPr/>
            <p:nvPr/>
          </p:nvSpPr>
          <p:spPr>
            <a:xfrm>
              <a:off x="3421913" y="4333341"/>
              <a:ext cx="78181" cy="78181"/>
            </a:xfrm>
            <a:prstGeom prst="rect">
              <a:avLst/>
            </a:prstGeom>
            <a:solidFill>
              <a:srgbClr val="1B1D21"/>
            </a:solidFill>
            <a:ln>
              <a:noFill/>
            </a:ln>
          </p:spPr>
          <p:txBody>
            <a:bodyPr rtlCol="0" anchor="ctr"/>
            <a:lstStyle/>
            <a:p>
              <a:pPr algn="ctr"/>
            </a:p>
          </p:txBody>
        </p:sp>
        <p:sp>
          <p:nvSpPr>
            <p:cNvPr id="116" name="boiler"/>
            <p:cNvSpPr/>
            <p:nvPr/>
          </p:nvSpPr>
          <p:spPr>
            <a:xfrm>
              <a:off x="3552215" y="4320311"/>
              <a:ext cx="686257" cy="173736"/>
            </a:xfrm>
            <a:prstGeom prst="roundRect">
              <a:avLst>
                <a:gd name="adj" fmla="val 25000"/>
              </a:avLst>
            </a:prstGeom>
            <a:solidFill>
              <a:srgbClr val="2BB5B0"/>
            </a:solidFill>
            <a:ln>
              <a:noFill/>
            </a:ln>
          </p:spPr>
          <p:txBody>
            <a:bodyPr rtlCol="0" anchor="ctr"/>
            <a:lstStyle/>
            <a:p>
              <a:pPr algn="ctr"/>
            </a:p>
          </p:txBody>
        </p:sp>
        <p:sp>
          <p:nvSpPr>
            <p:cNvPr id="117" name="boiler band"/>
            <p:cNvSpPr/>
            <p:nvPr/>
          </p:nvSpPr>
          <p:spPr>
            <a:xfrm>
              <a:off x="3758092" y="4320311"/>
              <a:ext cx="6080" cy="173736"/>
            </a:xfrm>
            <a:prstGeom prst="rect">
              <a:avLst/>
            </a:prstGeom>
            <a:solidFill>
              <a:srgbClr val="1E827E"/>
            </a:solidFill>
            <a:ln>
              <a:noFill/>
            </a:ln>
          </p:spPr>
          <p:txBody>
            <a:bodyPr rtlCol="0" anchor="ctr"/>
            <a:lstStyle/>
            <a:p>
              <a:pPr algn="ctr"/>
            </a:p>
          </p:txBody>
        </p:sp>
        <p:sp>
          <p:nvSpPr>
            <p:cNvPr id="118" name="boiler band"/>
            <p:cNvSpPr/>
            <p:nvPr/>
          </p:nvSpPr>
          <p:spPr>
            <a:xfrm>
              <a:off x="3929656" y="4320311"/>
              <a:ext cx="6080" cy="173736"/>
            </a:xfrm>
            <a:prstGeom prst="rect">
              <a:avLst/>
            </a:prstGeom>
            <a:solidFill>
              <a:srgbClr val="1E827E"/>
            </a:solidFill>
            <a:ln>
              <a:noFill/>
            </a:ln>
          </p:spPr>
          <p:txBody>
            <a:bodyPr rtlCol="0" anchor="ctr"/>
            <a:lstStyle/>
            <a:p>
              <a:pPr algn="ctr"/>
            </a:p>
          </p:txBody>
        </p:sp>
        <p:sp>
          <p:nvSpPr>
            <p:cNvPr id="119" name="boiler band"/>
            <p:cNvSpPr/>
            <p:nvPr/>
          </p:nvSpPr>
          <p:spPr>
            <a:xfrm>
              <a:off x="4101221" y="4320311"/>
              <a:ext cx="6080" cy="173736"/>
            </a:xfrm>
            <a:prstGeom prst="rect">
              <a:avLst/>
            </a:prstGeom>
            <a:solidFill>
              <a:srgbClr val="1E827E"/>
            </a:solidFill>
            <a:ln>
              <a:noFill/>
            </a:ln>
          </p:spPr>
          <p:txBody>
            <a:bodyPr rtlCol="0" anchor="ctr"/>
            <a:lstStyle/>
            <a:p>
              <a:pPr algn="ctr"/>
            </a:p>
          </p:txBody>
        </p:sp>
        <p:sp>
          <p:nvSpPr>
            <p:cNvPr id="120" name="smokebox"/>
            <p:cNvSpPr/>
            <p:nvPr/>
          </p:nvSpPr>
          <p:spPr>
            <a:xfrm>
              <a:off x="4238472" y="4320311"/>
              <a:ext cx="86868" cy="173736"/>
            </a:xfrm>
            <a:prstGeom prst="roundRect">
              <a:avLst>
                <a:gd name="adj" fmla="val 12000"/>
              </a:avLst>
            </a:prstGeom>
            <a:solidFill>
              <a:srgbClr val="4A515B"/>
            </a:solidFill>
            <a:ln>
              <a:noFill/>
            </a:ln>
          </p:spPr>
          <p:txBody>
            <a:bodyPr rtlCol="0" anchor="ctr"/>
            <a:lstStyle/>
            <a:p>
              <a:pPr algn="ctr"/>
            </a:p>
          </p:txBody>
        </p:sp>
        <p:sp>
          <p:nvSpPr>
            <p:cNvPr id="121" name="chimney"/>
            <p:cNvSpPr/>
            <p:nvPr/>
          </p:nvSpPr>
          <p:spPr>
            <a:xfrm>
              <a:off x="4255846" y="4229100"/>
              <a:ext cx="52120" cy="91211"/>
            </a:xfrm>
            <a:prstGeom prst="rect">
              <a:avLst/>
            </a:prstGeom>
            <a:solidFill>
              <a:srgbClr val="3A3F47"/>
            </a:solidFill>
            <a:ln w="9525">
              <a:solidFill>
                <a:srgbClr val="9AA0A6"/>
              </a:solidFill>
            </a:ln>
          </p:spPr>
          <p:txBody>
            <a:bodyPr rtlCol="0" anchor="ctr"/>
            <a:lstStyle/>
            <a:p>
              <a:pPr algn="ctr"/>
            </a:p>
          </p:txBody>
        </p:sp>
        <p:sp>
          <p:nvSpPr>
            <p:cNvPr id="122" name="chimney lip"/>
            <p:cNvSpPr/>
            <p:nvPr/>
          </p:nvSpPr>
          <p:spPr>
            <a:xfrm>
              <a:off x="4242816" y="4216069"/>
              <a:ext cx="78181" cy="21717"/>
            </a:xfrm>
            <a:prstGeom prst="rect">
              <a:avLst/>
            </a:prstGeom>
            <a:solidFill>
              <a:srgbClr val="3A3F47"/>
            </a:solidFill>
            <a:ln w="9525">
              <a:solidFill>
                <a:srgbClr val="9AA0A6"/>
              </a:solidFill>
            </a:ln>
          </p:spPr>
          <p:txBody>
            <a:bodyPr rtlCol="0" anchor="ctr"/>
            <a:lstStyle/>
            <a:p>
              <a:pPr algn="ctr"/>
            </a:p>
          </p:txBody>
        </p:sp>
        <p:sp>
          <p:nvSpPr>
            <p:cNvPr id="123" name="dome"/>
            <p:cNvSpPr/>
            <p:nvPr/>
          </p:nvSpPr>
          <p:spPr>
            <a:xfrm>
              <a:off x="3826718" y="4272533"/>
              <a:ext cx="78181" cy="47777"/>
            </a:xfrm>
            <a:prstGeom prst="roundRect">
              <a:avLst>
                <a:gd name="adj" fmla="val 36363"/>
              </a:avLst>
            </a:prstGeom>
            <a:solidFill>
              <a:srgbClr val="2BB5B0"/>
            </a:solidFill>
            <a:ln>
              <a:noFill/>
            </a:ln>
          </p:spPr>
          <p:txBody>
            <a:bodyPr rtlCol="0" anchor="ctr"/>
            <a:lstStyle/>
            <a:p>
              <a:pPr algn="ctr"/>
            </a:p>
          </p:txBody>
        </p:sp>
        <p:sp>
          <p:nvSpPr>
            <p:cNvPr id="124" name="wheel"/>
            <p:cNvSpPr/>
            <p:nvPr/>
          </p:nvSpPr>
          <p:spPr>
            <a:xfrm>
              <a:off x="3391509" y="4489704"/>
              <a:ext cx="173736" cy="173736"/>
            </a:xfrm>
            <a:prstGeom prst="ellipse">
              <a:avLst/>
            </a:prstGeom>
            <a:solidFill>
              <a:srgbClr val="1B1D21"/>
            </a:solidFill>
            <a:ln w="19050">
              <a:solidFill>
                <a:srgbClr val="9AA0A6"/>
              </a:solidFill>
            </a:ln>
          </p:spPr>
          <p:txBody>
            <a:bodyPr rtlCol="0" anchor="ctr"/>
            <a:lstStyle/>
            <a:p>
              <a:pPr algn="ctr"/>
            </a:p>
          </p:txBody>
        </p:sp>
        <p:sp>
          <p:nvSpPr>
            <p:cNvPr id="125" name="hub"/>
            <p:cNvSpPr/>
            <p:nvPr/>
          </p:nvSpPr>
          <p:spPr>
            <a:xfrm>
              <a:off x="3455791" y="4553986"/>
              <a:ext cx="45171" cy="45171"/>
            </a:xfrm>
            <a:prstGeom prst="ellipse">
              <a:avLst/>
            </a:prstGeom>
            <a:solidFill>
              <a:srgbClr val="9AA0A6"/>
            </a:solidFill>
            <a:ln>
              <a:noFill/>
            </a:ln>
          </p:spPr>
          <p:txBody>
            <a:bodyPr rtlCol="0" anchor="ctr"/>
            <a:lstStyle/>
            <a:p>
              <a:pPr algn="ctr"/>
            </a:p>
          </p:txBody>
        </p:sp>
        <p:sp>
          <p:nvSpPr>
            <p:cNvPr id="126" name="wheel"/>
            <p:cNvSpPr/>
            <p:nvPr/>
          </p:nvSpPr>
          <p:spPr>
            <a:xfrm>
              <a:off x="3586962" y="4489704"/>
              <a:ext cx="173736" cy="173736"/>
            </a:xfrm>
            <a:prstGeom prst="ellipse">
              <a:avLst/>
            </a:prstGeom>
            <a:solidFill>
              <a:srgbClr val="1B1D21"/>
            </a:solidFill>
            <a:ln w="19050">
              <a:solidFill>
                <a:srgbClr val="9AA0A6"/>
              </a:solidFill>
            </a:ln>
          </p:spPr>
          <p:txBody>
            <a:bodyPr rtlCol="0" anchor="ctr"/>
            <a:lstStyle/>
            <a:p>
              <a:pPr algn="ctr"/>
            </a:p>
          </p:txBody>
        </p:sp>
        <p:sp>
          <p:nvSpPr>
            <p:cNvPr id="127" name="hub"/>
            <p:cNvSpPr/>
            <p:nvPr/>
          </p:nvSpPr>
          <p:spPr>
            <a:xfrm>
              <a:off x="3651244" y="4553986"/>
              <a:ext cx="45171" cy="45171"/>
            </a:xfrm>
            <a:prstGeom prst="ellipse">
              <a:avLst/>
            </a:prstGeom>
            <a:solidFill>
              <a:srgbClr val="9AA0A6"/>
            </a:solidFill>
            <a:ln>
              <a:noFill/>
            </a:ln>
          </p:spPr>
          <p:txBody>
            <a:bodyPr rtlCol="0" anchor="ctr"/>
            <a:lstStyle/>
            <a:p>
              <a:pPr algn="ctr"/>
            </a:p>
          </p:txBody>
        </p:sp>
        <p:sp>
          <p:nvSpPr>
            <p:cNvPr id="128" name="wheel"/>
            <p:cNvSpPr/>
            <p:nvPr/>
          </p:nvSpPr>
          <p:spPr>
            <a:xfrm>
              <a:off x="3782415" y="4489704"/>
              <a:ext cx="173736" cy="173736"/>
            </a:xfrm>
            <a:prstGeom prst="ellipse">
              <a:avLst/>
            </a:prstGeom>
            <a:solidFill>
              <a:srgbClr val="1B1D21"/>
            </a:solidFill>
            <a:ln w="19050">
              <a:solidFill>
                <a:srgbClr val="9AA0A6"/>
              </a:solidFill>
            </a:ln>
          </p:spPr>
          <p:txBody>
            <a:bodyPr rtlCol="0" anchor="ctr"/>
            <a:lstStyle/>
            <a:p>
              <a:pPr algn="ctr"/>
            </a:p>
          </p:txBody>
        </p:sp>
        <p:sp>
          <p:nvSpPr>
            <p:cNvPr id="129" name="hub"/>
            <p:cNvSpPr/>
            <p:nvPr/>
          </p:nvSpPr>
          <p:spPr>
            <a:xfrm>
              <a:off x="3846697" y="4553986"/>
              <a:ext cx="45171" cy="45171"/>
            </a:xfrm>
            <a:prstGeom prst="ellipse">
              <a:avLst/>
            </a:prstGeom>
            <a:solidFill>
              <a:srgbClr val="9AA0A6"/>
            </a:solidFill>
            <a:ln>
              <a:noFill/>
            </a:ln>
          </p:spPr>
          <p:txBody>
            <a:bodyPr rtlCol="0" anchor="ctr"/>
            <a:lstStyle/>
            <a:p>
              <a:pPr algn="ctr"/>
            </a:p>
          </p:txBody>
        </p:sp>
        <p:sp>
          <p:nvSpPr>
            <p:cNvPr id="130" name="coupling rod"/>
            <p:cNvSpPr/>
            <p:nvPr/>
          </p:nvSpPr>
          <p:spPr>
            <a:xfrm>
              <a:off x="3478377" y="4527057"/>
              <a:ext cx="390906" cy="12161"/>
            </a:xfrm>
            <a:prstGeom prst="rect">
              <a:avLst/>
            </a:prstGeom>
            <a:solidFill>
              <a:srgbClr val="D0D4D8"/>
            </a:solidFill>
            <a:ln>
              <a:noFill/>
            </a:ln>
          </p:spPr>
          <p:txBody>
            <a:bodyPr rtlCol="0" anchor="ctr"/>
            <a:lstStyle/>
            <a:p>
              <a:pPr algn="ctr"/>
            </a:p>
          </p:txBody>
        </p:sp>
        <p:sp>
          <p:nvSpPr>
            <p:cNvPr id="131" name="buffer beam"/>
            <p:cNvSpPr/>
            <p:nvPr/>
          </p:nvSpPr>
          <p:spPr>
            <a:xfrm>
              <a:off x="4325340" y="4498390"/>
              <a:ext cx="26060" cy="78181"/>
            </a:xfrm>
            <a:prstGeom prst="rect">
              <a:avLst/>
            </a:prstGeom>
            <a:solidFill>
              <a:srgbClr val="9AA0A6"/>
            </a:solidFill>
            <a:ln>
              <a:noFill/>
            </a:ln>
          </p:spPr>
          <p:txBody>
            <a:bodyPr rtlCol="0" anchor="ctr"/>
            <a:lstStyle/>
            <a:p>
              <a:pPr algn="ctr"/>
            </a:p>
          </p:txBody>
        </p:sp>
        <p:sp>
          <p:nvSpPr>
            <p:cNvPr id="132" name="cylinder"/>
            <p:cNvSpPr/>
            <p:nvPr/>
          </p:nvSpPr>
          <p:spPr>
            <a:xfrm>
              <a:off x="8567928" y="4389120"/>
              <a:ext cx="822959" cy="274320"/>
            </a:xfrm>
            <a:prstGeom prst="roundRect">
              <a:avLst>
                <a:gd name="adj" fmla="val 16000"/>
              </a:avLst>
            </a:prstGeom>
            <a:solidFill>
              <a:srgbClr val="9AA0A6"/>
            </a:solidFill>
            <a:ln>
              <a:noFill/>
            </a:ln>
          </p:spPr>
          <p:txBody>
            <a:bodyPr rtlCol="0" anchor="ctr"/>
            <a:lstStyle/>
            <a:p>
              <a:pPr algn="ctr"/>
            </a:p>
          </p:txBody>
        </p:sp>
        <p:sp>
          <p:nvSpPr>
            <p:cNvPr id="133" name="piston rod"/>
            <p:cNvSpPr/>
            <p:nvPr/>
          </p:nvSpPr>
          <p:spPr>
            <a:xfrm>
              <a:off x="8359444" y="4493361"/>
              <a:ext cx="208483" cy="76809"/>
            </a:xfrm>
            <a:prstGeom prst="rect">
              <a:avLst/>
            </a:prstGeom>
            <a:solidFill>
              <a:srgbClr val="F2F2F2"/>
            </a:solidFill>
            <a:ln>
              <a:noFill/>
            </a:ln>
          </p:spPr>
          <p:txBody>
            <a:bodyPr rtlCol="0" anchor="ctr"/>
            <a:lstStyle/>
            <a:p>
              <a:pPr algn="ctr"/>
            </a:p>
          </p:txBody>
        </p:sp>
        <p:sp>
          <p:nvSpPr>
            <p:cNvPr id="134" name="piston crosshead"/>
            <p:cNvSpPr/>
            <p:nvPr/>
          </p:nvSpPr>
          <p:spPr>
            <a:xfrm>
              <a:off x="8315553" y="4438497"/>
              <a:ext cx="54864" cy="186537"/>
            </a:xfrm>
            <a:prstGeom prst="rect">
              <a:avLst/>
            </a:prstGeom>
            <a:solidFill>
              <a:srgbClr val="F2F2F2"/>
            </a:solidFill>
            <a:ln>
              <a:noFill/>
            </a:ln>
          </p:spPr>
          <p:txBody>
            <a:bodyPr rtlCol="0" anchor="ctr"/>
            <a:lstStyle/>
            <a:p>
              <a:pPr algn="ctr"/>
            </a:p>
          </p:txBody>
        </p:sp>
        <p:sp>
          <p:nvSpPr>
            <p:cNvPr id="135" name="steam puff"/>
            <p:cNvSpPr/>
            <p:nvPr/>
          </p:nvSpPr>
          <p:spPr>
            <a:xfrm>
              <a:off x="8655710" y="4183928"/>
              <a:ext cx="230428" cy="161300"/>
            </a:xfrm>
            <a:prstGeom prst="ellipse">
              <a:avLst/>
            </a:prstGeom>
            <a:solidFill>
              <a:srgbClr val="F2F2F2">
                <a:alpha val="85000"/>
              </a:srgbClr>
            </a:solidFill>
            <a:ln>
              <a:noFill/>
            </a:ln>
          </p:spPr>
          <p:txBody>
            <a:bodyPr rtlCol="0" anchor="ctr"/>
            <a:lstStyle/>
            <a:p>
              <a:pPr algn="ctr"/>
            </a:p>
          </p:txBody>
        </p:sp>
        <p:sp>
          <p:nvSpPr>
            <p:cNvPr id="136" name="steam puff"/>
            <p:cNvSpPr/>
            <p:nvPr/>
          </p:nvSpPr>
          <p:spPr>
            <a:xfrm>
              <a:off x="8853220" y="4065422"/>
              <a:ext cx="274320" cy="192024"/>
            </a:xfrm>
            <a:prstGeom prst="ellipse">
              <a:avLst/>
            </a:prstGeom>
            <a:solidFill>
              <a:srgbClr val="F2F2F2">
                <a:alpha val="85000"/>
              </a:srgbClr>
            </a:solidFill>
            <a:ln>
              <a:noFill/>
            </a:ln>
          </p:spPr>
          <p:txBody>
            <a:bodyPr rtlCol="0" anchor="ctr"/>
            <a:lstStyle/>
            <a:p>
              <a:pPr algn="ctr"/>
            </a:p>
          </p:txBody>
        </p:sp>
        <p:sp>
          <p:nvSpPr>
            <p:cNvPr id="137" name="steam puff"/>
            <p:cNvSpPr/>
            <p:nvPr/>
          </p:nvSpPr>
          <p:spPr>
            <a:xfrm>
              <a:off x="9100108" y="4180636"/>
              <a:ext cx="219456" cy="153619"/>
            </a:xfrm>
            <a:prstGeom prst="ellipse">
              <a:avLst/>
            </a:prstGeom>
            <a:solidFill>
              <a:srgbClr val="F2F2F2">
                <a:alpha val="85000"/>
              </a:srgbClr>
            </a:solidFill>
            <a:ln>
              <a:noFill/>
            </a:ln>
          </p:spPr>
          <p:txBody>
            <a:bodyPr rtlCol="0" anchor="ctr"/>
            <a:lstStyle/>
            <a:p>
              <a:pPr algn="ctr"/>
            </a:p>
          </p:txBody>
        </p:sp>
        <p:sp>
          <p:nvSpPr>
            <p:cNvPr id="138" name="pan label"/>
            <p:cNvSpPr txBox="1"/>
            <p:nvPr/>
          </p:nvSpPr>
          <p:spPr>
            <a:xfrm>
              <a:off x="1572768" y="4846320"/>
              <a:ext cx="329184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Lighter engine, light wagons</a:t>
              </a:r>
            </a:p>
          </p:txBody>
        </p:sp>
        <p:sp>
          <p:nvSpPr>
            <p:cNvPr id="139" name="pan label"/>
            <p:cNvSpPr txBox="1"/>
            <p:nvPr/>
          </p:nvSpPr>
          <p:spPr>
            <a:xfrm>
              <a:off x="7333488" y="4846320"/>
              <a:ext cx="329184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Less power</a:t>
              </a:r>
            </a:p>
          </p:txBody>
        </p:sp>
        <p:sp>
          <p:nvSpPr>
            <p:cNvPr id="140" name="illustration note"/>
            <p:cNvSpPr txBox="1"/>
            <p:nvPr/>
          </p:nvSpPr>
          <p:spPr>
            <a:xfrm>
              <a:off x="1828800" y="5303520"/>
              <a:ext cx="8503920" cy="329184"/>
            </a:xfrm>
            <a:prstGeom prst="rect">
              <a:avLst/>
            </a:prstGeom>
            <a:noFill/>
          </p:spPr>
          <p:txBody>
            <a:bodyPr wrap="square" anchor="ctr" lIns="18288" tIns="9144" rIns="18288" bIns="9144">
              <a:noAutofit/>
            </a:bodyPr>
            <a:lstStyle/>
            <a:p>
              <a:pPr algn="ctr"/>
              <a:r>
                <a:rPr sz="1800" b="1" i="0" lang="en-GB">
                  <a:solidFill>
                    <a:srgbClr val="A9B0B8"/>
                  </a:solidFill>
                  <a:latin typeface="Arial"/>
                </a:rPr>
                <a:t>Illustration only. No values chosen.</a:t>
              </a:r>
            </a:p>
          </p:txBody>
        </p:sp>
      </p:grpSp>
      <p:sp>
        <p:nvSpPr>
          <p:cNvPr id="14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42"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43"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Regions differ in weight and power. The aim is trains that are about equally useful.</a:t>
            </a:r>
          </a:p>
        </p:txBody>
      </p:sp>
      <p:sp>
        <p:nvSpPr>
          <p:cNvPr id="144"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A consist follows its lead engine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hree mini trains" descr="Three examples. A British engine pulls British-styled wagons. A North American engine pulls North American-styled wagons. A lone wagon beside a station takes the world style. Style is shown by a colour band, a shape and a label."/>
          <p:cNvGrpSpPr/>
          <p:nvPr/>
        </p:nvGrpSpPr>
        <p:grpSpPr>
          <a:xfrm>
            <a:off x="548640" y="1280160"/>
            <a:ext cx="11091672" cy="4206240"/>
            <a:chOff x="548640" y="1280160"/>
            <a:chExt cx="11091672" cy="4206240"/>
          </a:xfrm>
        </p:grpSpPr>
        <p:sp>
          <p:nvSpPr>
            <p:cNvPr id="5" name="row panel"/>
            <p:cNvSpPr/>
            <p:nvPr/>
          </p:nvSpPr>
          <p:spPr>
            <a:xfrm>
              <a:off x="548640" y="1280160"/>
              <a:ext cx="11091672"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6" name="row panel"/>
            <p:cNvSpPr/>
            <p:nvPr/>
          </p:nvSpPr>
          <p:spPr>
            <a:xfrm>
              <a:off x="548640" y="2697480"/>
              <a:ext cx="11091672"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7" name="row panel"/>
            <p:cNvSpPr/>
            <p:nvPr/>
          </p:nvSpPr>
          <p:spPr>
            <a:xfrm>
              <a:off x="548640" y="4114800"/>
              <a:ext cx="11091672" cy="1371600"/>
            </a:xfrm>
            <a:prstGeom prst="roundRect">
              <a:avLst>
                <a:gd name="adj" fmla="val 6666"/>
              </a:avLst>
            </a:prstGeom>
            <a:solidFill>
              <a:srgbClr val="2B2F36"/>
            </a:solidFill>
            <a:ln w="19050">
              <a:solidFill>
                <a:srgbClr val="4A515B"/>
              </a:solidFill>
            </a:ln>
          </p:spPr>
          <p:txBody>
            <a:bodyPr rtlCol="0" anchor="ctr"/>
            <a:lstStyle/>
            <a:p>
              <a:pPr algn="ctr"/>
            </a:p>
          </p:txBody>
        </p:sp>
        <p:sp>
          <p:nvSpPr>
            <p:cNvPr id="8" name="wagon frame"/>
            <p:cNvSpPr/>
            <p:nvPr/>
          </p:nvSpPr>
          <p:spPr>
            <a:xfrm>
              <a:off x="868680" y="2048256"/>
              <a:ext cx="603504" cy="54863"/>
            </a:xfrm>
            <a:prstGeom prst="rect">
              <a:avLst/>
            </a:prstGeom>
            <a:solidFill>
              <a:srgbClr val="3A3F47"/>
            </a:solidFill>
            <a:ln w="9525">
              <a:solidFill>
                <a:srgbClr val="9AA0A6"/>
              </a:solidFill>
            </a:ln>
          </p:spPr>
          <p:txBody>
            <a:bodyPr rtlCol="0" anchor="ctr"/>
            <a:lstStyle/>
            <a:p>
              <a:pPr algn="ctr"/>
            </a:p>
          </p:txBody>
        </p:sp>
        <p:sp>
          <p:nvSpPr>
            <p:cNvPr id="9" name="wagon body"/>
            <p:cNvSpPr/>
            <p:nvPr/>
          </p:nvSpPr>
          <p:spPr>
            <a:xfrm>
              <a:off x="868680" y="1760220"/>
              <a:ext cx="603504" cy="288036"/>
            </a:xfrm>
            <a:prstGeom prst="roundRect">
              <a:avLst>
                <a:gd name="adj" fmla="val 2380"/>
              </a:avLst>
            </a:prstGeom>
            <a:solidFill>
              <a:srgbClr val="2BB5B0"/>
            </a:solidFill>
            <a:ln>
              <a:noFill/>
            </a:ln>
          </p:spPr>
          <p:txBody>
            <a:bodyPr rtlCol="0" anchor="ctr"/>
            <a:lstStyle/>
            <a:p>
              <a:pPr algn="ctr"/>
            </a:p>
          </p:txBody>
        </p:sp>
        <p:sp>
          <p:nvSpPr>
            <p:cNvPr id="10" name="wagon roof"/>
            <p:cNvSpPr/>
            <p:nvPr/>
          </p:nvSpPr>
          <p:spPr>
            <a:xfrm>
              <a:off x="854964" y="1725930"/>
              <a:ext cx="630936" cy="34290"/>
            </a:xfrm>
            <a:prstGeom prst="rect">
              <a:avLst/>
            </a:prstGeom>
            <a:solidFill>
              <a:srgbClr val="1E7E7B"/>
            </a:solidFill>
            <a:ln>
              <a:noFill/>
            </a:ln>
          </p:spPr>
          <p:txBody>
            <a:bodyPr rtlCol="0" anchor="ctr"/>
            <a:lstStyle/>
            <a:p>
              <a:pPr algn="ctr"/>
            </a:p>
          </p:txBody>
        </p:sp>
        <p:sp>
          <p:nvSpPr>
            <p:cNvPr id="11" name="door line"/>
            <p:cNvSpPr/>
            <p:nvPr/>
          </p:nvSpPr>
          <p:spPr>
            <a:xfrm>
              <a:off x="1098011" y="1773936"/>
              <a:ext cx="16459" cy="260603"/>
            </a:xfrm>
            <a:prstGeom prst="rect">
              <a:avLst/>
            </a:prstGeom>
            <a:solidFill>
              <a:srgbClr val="196C69"/>
            </a:solidFill>
            <a:ln>
              <a:noFill/>
            </a:ln>
          </p:spPr>
          <p:txBody>
            <a:bodyPr rtlCol="0" anchor="ctr"/>
            <a:lstStyle/>
            <a:p>
              <a:pPr algn="ctr"/>
            </a:p>
          </p:txBody>
        </p:sp>
        <p:sp>
          <p:nvSpPr>
            <p:cNvPr id="12" name="door line"/>
            <p:cNvSpPr/>
            <p:nvPr/>
          </p:nvSpPr>
          <p:spPr>
            <a:xfrm>
              <a:off x="1242852" y="1773936"/>
              <a:ext cx="16459" cy="260603"/>
            </a:xfrm>
            <a:prstGeom prst="rect">
              <a:avLst/>
            </a:prstGeom>
            <a:solidFill>
              <a:srgbClr val="196C69"/>
            </a:solidFill>
            <a:ln>
              <a:noFill/>
            </a:ln>
          </p:spPr>
          <p:txBody>
            <a:bodyPr rtlCol="0" anchor="ctr"/>
            <a:lstStyle/>
            <a:p>
              <a:pPr algn="ctr"/>
            </a:p>
          </p:txBody>
        </p:sp>
        <p:sp>
          <p:nvSpPr>
            <p:cNvPr id="13" name="wheel"/>
            <p:cNvSpPr/>
            <p:nvPr/>
          </p:nvSpPr>
          <p:spPr>
            <a:xfrm>
              <a:off x="909828" y="2075688"/>
              <a:ext cx="164592" cy="164592"/>
            </a:xfrm>
            <a:prstGeom prst="ellipse">
              <a:avLst/>
            </a:prstGeom>
            <a:solidFill>
              <a:srgbClr val="1B1D21"/>
            </a:solidFill>
            <a:ln w="15875">
              <a:solidFill>
                <a:srgbClr val="9AA0A6"/>
              </a:solidFill>
            </a:ln>
          </p:spPr>
          <p:txBody>
            <a:bodyPr rtlCol="0" anchor="ctr"/>
            <a:lstStyle/>
            <a:p>
              <a:pPr algn="ctr"/>
            </a:p>
          </p:txBody>
        </p:sp>
        <p:sp>
          <p:nvSpPr>
            <p:cNvPr id="14" name="hub"/>
            <p:cNvSpPr/>
            <p:nvPr/>
          </p:nvSpPr>
          <p:spPr>
            <a:xfrm>
              <a:off x="970727" y="2136587"/>
              <a:ext cx="42793" cy="42793"/>
            </a:xfrm>
            <a:prstGeom prst="ellipse">
              <a:avLst/>
            </a:prstGeom>
            <a:solidFill>
              <a:srgbClr val="9AA0A6"/>
            </a:solidFill>
            <a:ln>
              <a:noFill/>
            </a:ln>
          </p:spPr>
          <p:txBody>
            <a:bodyPr rtlCol="0" anchor="ctr"/>
            <a:lstStyle/>
            <a:p>
              <a:pPr algn="ctr"/>
            </a:p>
          </p:txBody>
        </p:sp>
        <p:sp>
          <p:nvSpPr>
            <p:cNvPr id="15" name="wheel"/>
            <p:cNvSpPr/>
            <p:nvPr/>
          </p:nvSpPr>
          <p:spPr>
            <a:xfrm>
              <a:off x="1266444" y="2075688"/>
              <a:ext cx="164592" cy="164592"/>
            </a:xfrm>
            <a:prstGeom prst="ellipse">
              <a:avLst/>
            </a:prstGeom>
            <a:solidFill>
              <a:srgbClr val="1B1D21"/>
            </a:solidFill>
            <a:ln w="15875">
              <a:solidFill>
                <a:srgbClr val="9AA0A6"/>
              </a:solidFill>
            </a:ln>
          </p:spPr>
          <p:txBody>
            <a:bodyPr rtlCol="0" anchor="ctr"/>
            <a:lstStyle/>
            <a:p>
              <a:pPr algn="ctr"/>
            </a:p>
          </p:txBody>
        </p:sp>
        <p:sp>
          <p:nvSpPr>
            <p:cNvPr id="16" name="hub"/>
            <p:cNvSpPr/>
            <p:nvPr/>
          </p:nvSpPr>
          <p:spPr>
            <a:xfrm>
              <a:off x="1327343" y="2136587"/>
              <a:ext cx="42793" cy="42793"/>
            </a:xfrm>
            <a:prstGeom prst="ellipse">
              <a:avLst/>
            </a:prstGeom>
            <a:solidFill>
              <a:srgbClr val="9AA0A6"/>
            </a:solidFill>
            <a:ln>
              <a:noFill/>
            </a:ln>
          </p:spPr>
          <p:txBody>
            <a:bodyPr rtlCol="0" anchor="ctr"/>
            <a:lstStyle/>
            <a:p>
              <a:pPr algn="ctr"/>
            </a:p>
          </p:txBody>
        </p:sp>
        <p:sp>
          <p:nvSpPr>
            <p:cNvPr id="17" name="wagon frame"/>
            <p:cNvSpPr/>
            <p:nvPr/>
          </p:nvSpPr>
          <p:spPr>
            <a:xfrm>
              <a:off x="1536192" y="2048256"/>
              <a:ext cx="603504" cy="54863"/>
            </a:xfrm>
            <a:prstGeom prst="rect">
              <a:avLst/>
            </a:prstGeom>
            <a:solidFill>
              <a:srgbClr val="3A3F47"/>
            </a:solidFill>
            <a:ln w="9525">
              <a:solidFill>
                <a:srgbClr val="9AA0A6"/>
              </a:solidFill>
            </a:ln>
          </p:spPr>
          <p:txBody>
            <a:bodyPr rtlCol="0" anchor="ctr"/>
            <a:lstStyle/>
            <a:p>
              <a:pPr algn="ctr"/>
            </a:p>
          </p:txBody>
        </p:sp>
        <p:sp>
          <p:nvSpPr>
            <p:cNvPr id="18" name="wagon body"/>
            <p:cNvSpPr/>
            <p:nvPr/>
          </p:nvSpPr>
          <p:spPr>
            <a:xfrm>
              <a:off x="1536192" y="1760220"/>
              <a:ext cx="603504" cy="288036"/>
            </a:xfrm>
            <a:prstGeom prst="roundRect">
              <a:avLst>
                <a:gd name="adj" fmla="val 2380"/>
              </a:avLst>
            </a:prstGeom>
            <a:solidFill>
              <a:srgbClr val="2BB5B0"/>
            </a:solidFill>
            <a:ln>
              <a:noFill/>
            </a:ln>
          </p:spPr>
          <p:txBody>
            <a:bodyPr rtlCol="0" anchor="ctr"/>
            <a:lstStyle/>
            <a:p>
              <a:pPr algn="ctr"/>
            </a:p>
          </p:txBody>
        </p:sp>
        <p:sp>
          <p:nvSpPr>
            <p:cNvPr id="19" name="wagon roof"/>
            <p:cNvSpPr/>
            <p:nvPr/>
          </p:nvSpPr>
          <p:spPr>
            <a:xfrm>
              <a:off x="1522476" y="1725930"/>
              <a:ext cx="630936" cy="34290"/>
            </a:xfrm>
            <a:prstGeom prst="rect">
              <a:avLst/>
            </a:prstGeom>
            <a:solidFill>
              <a:srgbClr val="1E7E7B"/>
            </a:solidFill>
            <a:ln>
              <a:noFill/>
            </a:ln>
          </p:spPr>
          <p:txBody>
            <a:bodyPr rtlCol="0" anchor="ctr"/>
            <a:lstStyle/>
            <a:p>
              <a:pPr algn="ctr"/>
            </a:p>
          </p:txBody>
        </p:sp>
        <p:sp>
          <p:nvSpPr>
            <p:cNvPr id="20" name="door line"/>
            <p:cNvSpPr/>
            <p:nvPr/>
          </p:nvSpPr>
          <p:spPr>
            <a:xfrm>
              <a:off x="1765523" y="1773936"/>
              <a:ext cx="16459" cy="260603"/>
            </a:xfrm>
            <a:prstGeom prst="rect">
              <a:avLst/>
            </a:prstGeom>
            <a:solidFill>
              <a:srgbClr val="196C69"/>
            </a:solidFill>
            <a:ln>
              <a:noFill/>
            </a:ln>
          </p:spPr>
          <p:txBody>
            <a:bodyPr rtlCol="0" anchor="ctr"/>
            <a:lstStyle/>
            <a:p>
              <a:pPr algn="ctr"/>
            </a:p>
          </p:txBody>
        </p:sp>
        <p:sp>
          <p:nvSpPr>
            <p:cNvPr id="21" name="door line"/>
            <p:cNvSpPr/>
            <p:nvPr/>
          </p:nvSpPr>
          <p:spPr>
            <a:xfrm>
              <a:off x="1910364" y="1773936"/>
              <a:ext cx="16459" cy="260603"/>
            </a:xfrm>
            <a:prstGeom prst="rect">
              <a:avLst/>
            </a:prstGeom>
            <a:solidFill>
              <a:srgbClr val="196C69"/>
            </a:solidFill>
            <a:ln>
              <a:noFill/>
            </a:ln>
          </p:spPr>
          <p:txBody>
            <a:bodyPr rtlCol="0" anchor="ctr"/>
            <a:lstStyle/>
            <a:p>
              <a:pPr algn="ctr"/>
            </a:p>
          </p:txBody>
        </p:sp>
        <p:sp>
          <p:nvSpPr>
            <p:cNvPr id="22" name="wheel"/>
            <p:cNvSpPr/>
            <p:nvPr/>
          </p:nvSpPr>
          <p:spPr>
            <a:xfrm>
              <a:off x="1577339" y="2075688"/>
              <a:ext cx="164592" cy="164592"/>
            </a:xfrm>
            <a:prstGeom prst="ellipse">
              <a:avLst/>
            </a:prstGeom>
            <a:solidFill>
              <a:srgbClr val="1B1D21"/>
            </a:solidFill>
            <a:ln w="15875">
              <a:solidFill>
                <a:srgbClr val="9AA0A6"/>
              </a:solidFill>
            </a:ln>
          </p:spPr>
          <p:txBody>
            <a:bodyPr rtlCol="0" anchor="ctr"/>
            <a:lstStyle/>
            <a:p>
              <a:pPr algn="ctr"/>
            </a:p>
          </p:txBody>
        </p:sp>
        <p:sp>
          <p:nvSpPr>
            <p:cNvPr id="23" name="hub"/>
            <p:cNvSpPr/>
            <p:nvPr/>
          </p:nvSpPr>
          <p:spPr>
            <a:xfrm>
              <a:off x="1638239" y="2136587"/>
              <a:ext cx="42793" cy="42793"/>
            </a:xfrm>
            <a:prstGeom prst="ellipse">
              <a:avLst/>
            </a:prstGeom>
            <a:solidFill>
              <a:srgbClr val="9AA0A6"/>
            </a:solidFill>
            <a:ln>
              <a:noFill/>
            </a:ln>
          </p:spPr>
          <p:txBody>
            <a:bodyPr rtlCol="0" anchor="ctr"/>
            <a:lstStyle/>
            <a:p>
              <a:pPr algn="ctr"/>
            </a:p>
          </p:txBody>
        </p:sp>
        <p:sp>
          <p:nvSpPr>
            <p:cNvPr id="24" name="wheel"/>
            <p:cNvSpPr/>
            <p:nvPr/>
          </p:nvSpPr>
          <p:spPr>
            <a:xfrm>
              <a:off x="1933956" y="2075688"/>
              <a:ext cx="164592" cy="164592"/>
            </a:xfrm>
            <a:prstGeom prst="ellipse">
              <a:avLst/>
            </a:prstGeom>
            <a:solidFill>
              <a:srgbClr val="1B1D21"/>
            </a:solidFill>
            <a:ln w="15875">
              <a:solidFill>
                <a:srgbClr val="9AA0A6"/>
              </a:solidFill>
            </a:ln>
          </p:spPr>
          <p:txBody>
            <a:bodyPr rtlCol="0" anchor="ctr"/>
            <a:lstStyle/>
            <a:p>
              <a:pPr algn="ctr"/>
            </a:p>
          </p:txBody>
        </p:sp>
        <p:sp>
          <p:nvSpPr>
            <p:cNvPr id="25" name="hub"/>
            <p:cNvSpPr/>
            <p:nvPr/>
          </p:nvSpPr>
          <p:spPr>
            <a:xfrm>
              <a:off x="1994855" y="2136587"/>
              <a:ext cx="42793" cy="42793"/>
            </a:xfrm>
            <a:prstGeom prst="ellipse">
              <a:avLst/>
            </a:prstGeom>
            <a:solidFill>
              <a:srgbClr val="9AA0A6"/>
            </a:solidFill>
            <a:ln>
              <a:noFill/>
            </a:ln>
          </p:spPr>
          <p:txBody>
            <a:bodyPr rtlCol="0" anchor="ctr"/>
            <a:lstStyle/>
            <a:p>
              <a:pPr algn="ctr"/>
            </a:p>
          </p:txBody>
        </p:sp>
        <p:sp>
          <p:nvSpPr>
            <p:cNvPr id="26" name="wagon frame"/>
            <p:cNvSpPr/>
            <p:nvPr/>
          </p:nvSpPr>
          <p:spPr>
            <a:xfrm>
              <a:off x="2203704" y="2048256"/>
              <a:ext cx="603504" cy="54863"/>
            </a:xfrm>
            <a:prstGeom prst="rect">
              <a:avLst/>
            </a:prstGeom>
            <a:solidFill>
              <a:srgbClr val="3A3F47"/>
            </a:solidFill>
            <a:ln w="9525">
              <a:solidFill>
                <a:srgbClr val="9AA0A6"/>
              </a:solidFill>
            </a:ln>
          </p:spPr>
          <p:txBody>
            <a:bodyPr rtlCol="0" anchor="ctr"/>
            <a:lstStyle/>
            <a:p>
              <a:pPr algn="ctr"/>
            </a:p>
          </p:txBody>
        </p:sp>
        <p:sp>
          <p:nvSpPr>
            <p:cNvPr id="27" name="wagon body"/>
            <p:cNvSpPr/>
            <p:nvPr/>
          </p:nvSpPr>
          <p:spPr>
            <a:xfrm>
              <a:off x="2203704" y="1760220"/>
              <a:ext cx="603504" cy="288036"/>
            </a:xfrm>
            <a:prstGeom prst="roundRect">
              <a:avLst>
                <a:gd name="adj" fmla="val 2380"/>
              </a:avLst>
            </a:prstGeom>
            <a:solidFill>
              <a:srgbClr val="2BB5B0"/>
            </a:solidFill>
            <a:ln>
              <a:noFill/>
            </a:ln>
          </p:spPr>
          <p:txBody>
            <a:bodyPr rtlCol="0" anchor="ctr"/>
            <a:lstStyle/>
            <a:p>
              <a:pPr algn="ctr"/>
            </a:p>
          </p:txBody>
        </p:sp>
        <p:sp>
          <p:nvSpPr>
            <p:cNvPr id="28" name="wagon roof"/>
            <p:cNvSpPr/>
            <p:nvPr/>
          </p:nvSpPr>
          <p:spPr>
            <a:xfrm>
              <a:off x="2189988" y="1725930"/>
              <a:ext cx="630936" cy="34290"/>
            </a:xfrm>
            <a:prstGeom prst="rect">
              <a:avLst/>
            </a:prstGeom>
            <a:solidFill>
              <a:srgbClr val="1E7E7B"/>
            </a:solidFill>
            <a:ln>
              <a:noFill/>
            </a:ln>
          </p:spPr>
          <p:txBody>
            <a:bodyPr rtlCol="0" anchor="ctr"/>
            <a:lstStyle/>
            <a:p>
              <a:pPr algn="ctr"/>
            </a:p>
          </p:txBody>
        </p:sp>
        <p:sp>
          <p:nvSpPr>
            <p:cNvPr id="29" name="door line"/>
            <p:cNvSpPr/>
            <p:nvPr/>
          </p:nvSpPr>
          <p:spPr>
            <a:xfrm>
              <a:off x="2433035" y="1773936"/>
              <a:ext cx="16459" cy="260603"/>
            </a:xfrm>
            <a:prstGeom prst="rect">
              <a:avLst/>
            </a:prstGeom>
            <a:solidFill>
              <a:srgbClr val="196C69"/>
            </a:solidFill>
            <a:ln>
              <a:noFill/>
            </a:ln>
          </p:spPr>
          <p:txBody>
            <a:bodyPr rtlCol="0" anchor="ctr"/>
            <a:lstStyle/>
            <a:p>
              <a:pPr algn="ctr"/>
            </a:p>
          </p:txBody>
        </p:sp>
        <p:sp>
          <p:nvSpPr>
            <p:cNvPr id="30" name="door line"/>
            <p:cNvSpPr/>
            <p:nvPr/>
          </p:nvSpPr>
          <p:spPr>
            <a:xfrm>
              <a:off x="2577876" y="1773936"/>
              <a:ext cx="16459" cy="260603"/>
            </a:xfrm>
            <a:prstGeom prst="rect">
              <a:avLst/>
            </a:prstGeom>
            <a:solidFill>
              <a:srgbClr val="196C69"/>
            </a:solidFill>
            <a:ln>
              <a:noFill/>
            </a:ln>
          </p:spPr>
          <p:txBody>
            <a:bodyPr rtlCol="0" anchor="ctr"/>
            <a:lstStyle/>
            <a:p>
              <a:pPr algn="ctr"/>
            </a:p>
          </p:txBody>
        </p:sp>
        <p:sp>
          <p:nvSpPr>
            <p:cNvPr id="31" name="wheel"/>
            <p:cNvSpPr/>
            <p:nvPr/>
          </p:nvSpPr>
          <p:spPr>
            <a:xfrm>
              <a:off x="2244852" y="2075688"/>
              <a:ext cx="164592" cy="164592"/>
            </a:xfrm>
            <a:prstGeom prst="ellipse">
              <a:avLst/>
            </a:prstGeom>
            <a:solidFill>
              <a:srgbClr val="1B1D21"/>
            </a:solidFill>
            <a:ln w="15875">
              <a:solidFill>
                <a:srgbClr val="9AA0A6"/>
              </a:solidFill>
            </a:ln>
          </p:spPr>
          <p:txBody>
            <a:bodyPr rtlCol="0" anchor="ctr"/>
            <a:lstStyle/>
            <a:p>
              <a:pPr algn="ctr"/>
            </a:p>
          </p:txBody>
        </p:sp>
        <p:sp>
          <p:nvSpPr>
            <p:cNvPr id="32" name="hub"/>
            <p:cNvSpPr/>
            <p:nvPr/>
          </p:nvSpPr>
          <p:spPr>
            <a:xfrm>
              <a:off x="2305751" y="2136587"/>
              <a:ext cx="42793" cy="42793"/>
            </a:xfrm>
            <a:prstGeom prst="ellipse">
              <a:avLst/>
            </a:prstGeom>
            <a:solidFill>
              <a:srgbClr val="9AA0A6"/>
            </a:solidFill>
            <a:ln>
              <a:noFill/>
            </a:ln>
          </p:spPr>
          <p:txBody>
            <a:bodyPr rtlCol="0" anchor="ctr"/>
            <a:lstStyle/>
            <a:p>
              <a:pPr algn="ctr"/>
            </a:p>
          </p:txBody>
        </p:sp>
        <p:sp>
          <p:nvSpPr>
            <p:cNvPr id="33" name="wheel"/>
            <p:cNvSpPr/>
            <p:nvPr/>
          </p:nvSpPr>
          <p:spPr>
            <a:xfrm>
              <a:off x="2601468" y="2075688"/>
              <a:ext cx="164592" cy="164592"/>
            </a:xfrm>
            <a:prstGeom prst="ellipse">
              <a:avLst/>
            </a:prstGeom>
            <a:solidFill>
              <a:srgbClr val="1B1D21"/>
            </a:solidFill>
            <a:ln w="15875">
              <a:solidFill>
                <a:srgbClr val="9AA0A6"/>
              </a:solidFill>
            </a:ln>
          </p:spPr>
          <p:txBody>
            <a:bodyPr rtlCol="0" anchor="ctr"/>
            <a:lstStyle/>
            <a:p>
              <a:pPr algn="ctr"/>
            </a:p>
          </p:txBody>
        </p:sp>
        <p:sp>
          <p:nvSpPr>
            <p:cNvPr id="34" name="hub"/>
            <p:cNvSpPr/>
            <p:nvPr/>
          </p:nvSpPr>
          <p:spPr>
            <a:xfrm>
              <a:off x="2662367" y="2136587"/>
              <a:ext cx="42793" cy="42793"/>
            </a:xfrm>
            <a:prstGeom prst="ellipse">
              <a:avLst/>
            </a:prstGeom>
            <a:solidFill>
              <a:srgbClr val="9AA0A6"/>
            </a:solidFill>
            <a:ln>
              <a:noFill/>
            </a:ln>
          </p:spPr>
          <p:txBody>
            <a:bodyPr rtlCol="0" anchor="ctr"/>
            <a:lstStyle/>
            <a:p>
              <a:pPr algn="ctr"/>
            </a:p>
          </p:txBody>
        </p:sp>
        <p:sp>
          <p:nvSpPr>
            <p:cNvPr id="35" name="tender frame"/>
            <p:cNvSpPr/>
            <p:nvPr/>
          </p:nvSpPr>
          <p:spPr>
            <a:xfrm>
              <a:off x="2871215" y="2041398"/>
              <a:ext cx="562355" cy="61721"/>
            </a:xfrm>
            <a:prstGeom prst="rect">
              <a:avLst/>
            </a:prstGeom>
            <a:solidFill>
              <a:srgbClr val="3A3F47"/>
            </a:solidFill>
            <a:ln w="9525">
              <a:solidFill>
                <a:srgbClr val="9AA0A6"/>
              </a:solidFill>
            </a:ln>
          </p:spPr>
          <p:txBody>
            <a:bodyPr rtlCol="0" anchor="ctr"/>
            <a:lstStyle/>
            <a:p>
              <a:pPr algn="ctr"/>
            </a:p>
          </p:txBody>
        </p:sp>
        <p:sp>
          <p:nvSpPr>
            <p:cNvPr id="36" name="tender body"/>
            <p:cNvSpPr/>
            <p:nvPr/>
          </p:nvSpPr>
          <p:spPr>
            <a:xfrm>
              <a:off x="2871215" y="1815084"/>
              <a:ext cx="562355" cy="226314"/>
            </a:xfrm>
            <a:prstGeom prst="roundRect">
              <a:avLst>
                <a:gd name="adj" fmla="val 3030"/>
              </a:avLst>
            </a:prstGeom>
            <a:solidFill>
              <a:srgbClr val="2BB5B0"/>
            </a:solidFill>
            <a:ln>
              <a:noFill/>
            </a:ln>
          </p:spPr>
          <p:txBody>
            <a:bodyPr rtlCol="0" anchor="ctr"/>
            <a:lstStyle/>
            <a:p>
              <a:pPr algn="ctr"/>
            </a:p>
          </p:txBody>
        </p:sp>
        <p:sp>
          <p:nvSpPr>
            <p:cNvPr id="37" name="tender coal"/>
            <p:cNvSpPr/>
            <p:nvPr/>
          </p:nvSpPr>
          <p:spPr>
            <a:xfrm>
              <a:off x="2891789" y="1719072"/>
              <a:ext cx="521208" cy="96012"/>
            </a:xfrm>
            <a:custGeom>
              <a:avLst/>
              <a:gdLst/>
              <a:ahLst/>
              <a:cxnLst/>
              <a:rect l="l" t="t" r="r" b="b"/>
              <a:pathLst>
                <a:path w="521208" h="96012">
                  <a:moveTo>
                    <a:pt x="0" y="96012"/>
                  </a:moveTo>
                  <a:lnTo>
                    <a:pt x="102870" y="6858"/>
                  </a:lnTo>
                  <a:lnTo>
                    <a:pt x="308610" y="0"/>
                  </a:lnTo>
                  <a:lnTo>
                    <a:pt x="521208" y="96012"/>
                  </a:lnTo>
                  <a:close/>
                </a:path>
              </a:pathLst>
            </a:custGeom>
            <a:solidFill>
              <a:srgbClr val="1B1D21"/>
            </a:solidFill>
            <a:ln w="12700">
              <a:solidFill>
                <a:srgbClr val="6B7078"/>
              </a:solidFill>
            </a:ln>
          </p:spPr>
          <p:txBody>
            <a:bodyPr rtlCol="0" anchor="ctr"/>
            <a:lstStyle/>
            <a:p>
              <a:pPr algn="ctr"/>
            </a:p>
          </p:txBody>
        </p:sp>
        <p:sp>
          <p:nvSpPr>
            <p:cNvPr id="38" name="coupling"/>
            <p:cNvSpPr/>
            <p:nvPr/>
          </p:nvSpPr>
          <p:spPr>
            <a:xfrm>
              <a:off x="3433571" y="1959102"/>
              <a:ext cx="48006" cy="20573"/>
            </a:xfrm>
            <a:prstGeom prst="rect">
              <a:avLst/>
            </a:prstGeom>
            <a:solidFill>
              <a:srgbClr val="9AA0A6"/>
            </a:solidFill>
            <a:ln>
              <a:noFill/>
            </a:ln>
          </p:spPr>
          <p:txBody>
            <a:bodyPr rtlCol="0" anchor="ctr"/>
            <a:lstStyle/>
            <a:p>
              <a:pPr algn="ctr"/>
            </a:p>
          </p:txBody>
        </p:sp>
        <p:sp>
          <p:nvSpPr>
            <p:cNvPr id="39" name="wheel"/>
            <p:cNvSpPr/>
            <p:nvPr/>
          </p:nvSpPr>
          <p:spPr>
            <a:xfrm>
              <a:off x="2912363" y="2048256"/>
              <a:ext cx="192024" cy="192024"/>
            </a:xfrm>
            <a:prstGeom prst="ellipse">
              <a:avLst/>
            </a:prstGeom>
            <a:solidFill>
              <a:srgbClr val="1B1D21"/>
            </a:solidFill>
            <a:ln w="19050">
              <a:solidFill>
                <a:srgbClr val="9AA0A6"/>
              </a:solidFill>
            </a:ln>
          </p:spPr>
          <p:txBody>
            <a:bodyPr rtlCol="0" anchor="ctr"/>
            <a:lstStyle/>
            <a:p>
              <a:pPr algn="ctr"/>
            </a:p>
          </p:txBody>
        </p:sp>
        <p:sp>
          <p:nvSpPr>
            <p:cNvPr id="40" name="hub"/>
            <p:cNvSpPr/>
            <p:nvPr/>
          </p:nvSpPr>
          <p:spPr>
            <a:xfrm>
              <a:off x="2983412" y="2119304"/>
              <a:ext cx="49926" cy="49926"/>
            </a:xfrm>
            <a:prstGeom prst="ellipse">
              <a:avLst/>
            </a:prstGeom>
            <a:solidFill>
              <a:srgbClr val="9AA0A6"/>
            </a:solidFill>
            <a:ln>
              <a:noFill/>
            </a:ln>
          </p:spPr>
          <p:txBody>
            <a:bodyPr rtlCol="0" anchor="ctr"/>
            <a:lstStyle/>
            <a:p>
              <a:pPr algn="ctr"/>
            </a:p>
          </p:txBody>
        </p:sp>
        <p:sp>
          <p:nvSpPr>
            <p:cNvPr id="41" name="wheel"/>
            <p:cNvSpPr/>
            <p:nvPr/>
          </p:nvSpPr>
          <p:spPr>
            <a:xfrm>
              <a:off x="3200399" y="2048256"/>
              <a:ext cx="192024" cy="192024"/>
            </a:xfrm>
            <a:prstGeom prst="ellipse">
              <a:avLst/>
            </a:prstGeom>
            <a:solidFill>
              <a:srgbClr val="1B1D21"/>
            </a:solidFill>
            <a:ln w="19050">
              <a:solidFill>
                <a:srgbClr val="9AA0A6"/>
              </a:solidFill>
            </a:ln>
          </p:spPr>
          <p:txBody>
            <a:bodyPr rtlCol="0" anchor="ctr"/>
            <a:lstStyle/>
            <a:p>
              <a:pPr algn="ctr"/>
            </a:p>
          </p:txBody>
        </p:sp>
        <p:sp>
          <p:nvSpPr>
            <p:cNvPr id="42" name="hub"/>
            <p:cNvSpPr/>
            <p:nvPr/>
          </p:nvSpPr>
          <p:spPr>
            <a:xfrm>
              <a:off x="3271448" y="2119304"/>
              <a:ext cx="49926" cy="49926"/>
            </a:xfrm>
            <a:prstGeom prst="ellipse">
              <a:avLst/>
            </a:prstGeom>
            <a:solidFill>
              <a:srgbClr val="9AA0A6"/>
            </a:solidFill>
            <a:ln>
              <a:noFill/>
            </a:ln>
          </p:spPr>
          <p:txBody>
            <a:bodyPr rtlCol="0" anchor="ctr"/>
            <a:lstStyle/>
            <a:p>
              <a:pPr algn="ctr"/>
            </a:p>
          </p:txBody>
        </p:sp>
        <p:sp>
          <p:nvSpPr>
            <p:cNvPr id="43" name="frame"/>
            <p:cNvSpPr/>
            <p:nvPr/>
          </p:nvSpPr>
          <p:spPr>
            <a:xfrm>
              <a:off x="3481577" y="2041398"/>
              <a:ext cx="1803654" cy="61721"/>
            </a:xfrm>
            <a:prstGeom prst="rect">
              <a:avLst/>
            </a:prstGeom>
            <a:solidFill>
              <a:srgbClr val="3A3F47"/>
            </a:solidFill>
            <a:ln w="9525">
              <a:solidFill>
                <a:srgbClr val="9AA0A6"/>
              </a:solidFill>
            </a:ln>
          </p:spPr>
          <p:txBody>
            <a:bodyPr rtlCol="0" anchor="ctr"/>
            <a:lstStyle/>
            <a:p>
              <a:pPr algn="ctr"/>
            </a:p>
          </p:txBody>
        </p:sp>
        <p:sp>
          <p:nvSpPr>
            <p:cNvPr id="44" name="cab"/>
            <p:cNvSpPr/>
            <p:nvPr/>
          </p:nvSpPr>
          <p:spPr>
            <a:xfrm>
              <a:off x="3481577" y="1664208"/>
              <a:ext cx="274320" cy="377190"/>
            </a:xfrm>
            <a:prstGeom prst="roundRect">
              <a:avLst>
                <a:gd name="adj" fmla="val 2500"/>
              </a:avLst>
            </a:prstGeom>
            <a:solidFill>
              <a:srgbClr val="2BB5B0"/>
            </a:solidFill>
            <a:ln>
              <a:noFill/>
            </a:ln>
          </p:spPr>
          <p:txBody>
            <a:bodyPr rtlCol="0" anchor="ctr"/>
            <a:lstStyle/>
            <a:p>
              <a:pPr algn="ctr"/>
            </a:p>
          </p:txBody>
        </p:sp>
        <p:sp>
          <p:nvSpPr>
            <p:cNvPr id="45" name="cab roof"/>
            <p:cNvSpPr/>
            <p:nvPr/>
          </p:nvSpPr>
          <p:spPr>
            <a:xfrm>
              <a:off x="3467861" y="1629918"/>
              <a:ext cx="301752" cy="34290"/>
            </a:xfrm>
            <a:prstGeom prst="rect">
              <a:avLst/>
            </a:prstGeom>
            <a:solidFill>
              <a:srgbClr val="3A3F47"/>
            </a:solidFill>
            <a:ln w="9525">
              <a:solidFill>
                <a:srgbClr val="9AA0A6"/>
              </a:solidFill>
            </a:ln>
          </p:spPr>
          <p:txBody>
            <a:bodyPr rtlCol="0" anchor="ctr"/>
            <a:lstStyle/>
            <a:p>
              <a:pPr algn="ctr"/>
            </a:p>
          </p:txBody>
        </p:sp>
        <p:sp>
          <p:nvSpPr>
            <p:cNvPr id="46" name="cab window"/>
            <p:cNvSpPr/>
            <p:nvPr/>
          </p:nvSpPr>
          <p:spPr>
            <a:xfrm>
              <a:off x="3550157" y="1719072"/>
              <a:ext cx="123444" cy="123443"/>
            </a:xfrm>
            <a:prstGeom prst="rect">
              <a:avLst/>
            </a:prstGeom>
            <a:solidFill>
              <a:srgbClr val="1B1D21"/>
            </a:solidFill>
            <a:ln>
              <a:noFill/>
            </a:ln>
          </p:spPr>
          <p:txBody>
            <a:bodyPr rtlCol="0" anchor="ctr"/>
            <a:lstStyle/>
            <a:p>
              <a:pPr algn="ctr"/>
            </a:p>
          </p:txBody>
        </p:sp>
        <p:sp>
          <p:nvSpPr>
            <p:cNvPr id="47" name="boiler"/>
            <p:cNvSpPr/>
            <p:nvPr/>
          </p:nvSpPr>
          <p:spPr>
            <a:xfrm>
              <a:off x="3755898" y="1698498"/>
              <a:ext cx="1392174" cy="274320"/>
            </a:xfrm>
            <a:prstGeom prst="roundRect">
              <a:avLst>
                <a:gd name="adj" fmla="val 25000"/>
              </a:avLst>
            </a:prstGeom>
            <a:solidFill>
              <a:srgbClr val="2BB5B0"/>
            </a:solidFill>
            <a:ln>
              <a:noFill/>
            </a:ln>
          </p:spPr>
          <p:txBody>
            <a:bodyPr rtlCol="0" anchor="ctr"/>
            <a:lstStyle/>
            <a:p>
              <a:pPr algn="ctr"/>
            </a:p>
          </p:txBody>
        </p:sp>
        <p:sp>
          <p:nvSpPr>
            <p:cNvPr id="48" name="boiler band"/>
            <p:cNvSpPr/>
            <p:nvPr/>
          </p:nvSpPr>
          <p:spPr>
            <a:xfrm>
              <a:off x="4173550" y="1698498"/>
              <a:ext cx="9601" cy="274320"/>
            </a:xfrm>
            <a:prstGeom prst="rect">
              <a:avLst/>
            </a:prstGeom>
            <a:solidFill>
              <a:srgbClr val="1E827E"/>
            </a:solidFill>
            <a:ln>
              <a:noFill/>
            </a:ln>
          </p:spPr>
          <p:txBody>
            <a:bodyPr rtlCol="0" anchor="ctr"/>
            <a:lstStyle/>
            <a:p>
              <a:pPr algn="ctr"/>
            </a:p>
          </p:txBody>
        </p:sp>
        <p:sp>
          <p:nvSpPr>
            <p:cNvPr id="49" name="boiler band"/>
            <p:cNvSpPr/>
            <p:nvPr/>
          </p:nvSpPr>
          <p:spPr>
            <a:xfrm>
              <a:off x="4521593" y="1698498"/>
              <a:ext cx="9601" cy="274320"/>
            </a:xfrm>
            <a:prstGeom prst="rect">
              <a:avLst/>
            </a:prstGeom>
            <a:solidFill>
              <a:srgbClr val="1E827E"/>
            </a:solidFill>
            <a:ln>
              <a:noFill/>
            </a:ln>
          </p:spPr>
          <p:txBody>
            <a:bodyPr rtlCol="0" anchor="ctr"/>
            <a:lstStyle/>
            <a:p>
              <a:pPr algn="ctr"/>
            </a:p>
          </p:txBody>
        </p:sp>
        <p:sp>
          <p:nvSpPr>
            <p:cNvPr id="50" name="boiler band"/>
            <p:cNvSpPr/>
            <p:nvPr/>
          </p:nvSpPr>
          <p:spPr>
            <a:xfrm>
              <a:off x="4869637" y="1698498"/>
              <a:ext cx="9601" cy="274320"/>
            </a:xfrm>
            <a:prstGeom prst="rect">
              <a:avLst/>
            </a:prstGeom>
            <a:solidFill>
              <a:srgbClr val="1E827E"/>
            </a:solidFill>
            <a:ln>
              <a:noFill/>
            </a:ln>
          </p:spPr>
          <p:txBody>
            <a:bodyPr rtlCol="0" anchor="ctr"/>
            <a:lstStyle/>
            <a:p>
              <a:pPr algn="ctr"/>
            </a:p>
          </p:txBody>
        </p:sp>
        <p:sp>
          <p:nvSpPr>
            <p:cNvPr id="51" name="smokebox"/>
            <p:cNvSpPr/>
            <p:nvPr/>
          </p:nvSpPr>
          <p:spPr>
            <a:xfrm>
              <a:off x="5148072" y="1698498"/>
              <a:ext cx="137160" cy="274320"/>
            </a:xfrm>
            <a:prstGeom prst="roundRect">
              <a:avLst>
                <a:gd name="adj" fmla="val 12000"/>
              </a:avLst>
            </a:prstGeom>
            <a:solidFill>
              <a:srgbClr val="4A515B"/>
            </a:solidFill>
            <a:ln>
              <a:noFill/>
            </a:ln>
          </p:spPr>
          <p:txBody>
            <a:bodyPr rtlCol="0" anchor="ctr"/>
            <a:lstStyle/>
            <a:p>
              <a:pPr algn="ctr"/>
            </a:p>
          </p:txBody>
        </p:sp>
        <p:sp>
          <p:nvSpPr>
            <p:cNvPr id="52" name="chimney"/>
            <p:cNvSpPr/>
            <p:nvPr/>
          </p:nvSpPr>
          <p:spPr>
            <a:xfrm>
              <a:off x="5175504" y="1554480"/>
              <a:ext cx="82296" cy="144017"/>
            </a:xfrm>
            <a:prstGeom prst="rect">
              <a:avLst/>
            </a:prstGeom>
            <a:solidFill>
              <a:srgbClr val="3A3F47"/>
            </a:solidFill>
            <a:ln w="9525">
              <a:solidFill>
                <a:srgbClr val="9AA0A6"/>
              </a:solidFill>
            </a:ln>
          </p:spPr>
          <p:txBody>
            <a:bodyPr rtlCol="0" anchor="ctr"/>
            <a:lstStyle/>
            <a:p>
              <a:pPr algn="ctr"/>
            </a:p>
          </p:txBody>
        </p:sp>
        <p:sp>
          <p:nvSpPr>
            <p:cNvPr id="53" name="chimney lip"/>
            <p:cNvSpPr/>
            <p:nvPr/>
          </p:nvSpPr>
          <p:spPr>
            <a:xfrm>
              <a:off x="5154929" y="1533906"/>
              <a:ext cx="123444" cy="34290"/>
            </a:xfrm>
            <a:prstGeom prst="rect">
              <a:avLst/>
            </a:prstGeom>
            <a:solidFill>
              <a:srgbClr val="3A3F47"/>
            </a:solidFill>
            <a:ln w="9525">
              <a:solidFill>
                <a:srgbClr val="9AA0A6"/>
              </a:solidFill>
            </a:ln>
          </p:spPr>
          <p:txBody>
            <a:bodyPr rtlCol="0" anchor="ctr"/>
            <a:lstStyle/>
            <a:p>
              <a:pPr algn="ctr"/>
            </a:p>
          </p:txBody>
        </p:sp>
        <p:sp>
          <p:nvSpPr>
            <p:cNvPr id="54" name="dome"/>
            <p:cNvSpPr/>
            <p:nvPr/>
          </p:nvSpPr>
          <p:spPr>
            <a:xfrm>
              <a:off x="4312767" y="1623060"/>
              <a:ext cx="123444" cy="75437"/>
            </a:xfrm>
            <a:prstGeom prst="roundRect">
              <a:avLst>
                <a:gd name="adj" fmla="val 36363"/>
              </a:avLst>
            </a:prstGeom>
            <a:solidFill>
              <a:srgbClr val="2BB5B0"/>
            </a:solidFill>
            <a:ln>
              <a:noFill/>
            </a:ln>
          </p:spPr>
          <p:txBody>
            <a:bodyPr rtlCol="0" anchor="ctr"/>
            <a:lstStyle/>
            <a:p>
              <a:pPr algn="ctr"/>
            </a:p>
          </p:txBody>
        </p:sp>
        <p:sp>
          <p:nvSpPr>
            <p:cNvPr id="55" name="wheel"/>
            <p:cNvSpPr/>
            <p:nvPr/>
          </p:nvSpPr>
          <p:spPr>
            <a:xfrm>
              <a:off x="3502151" y="1965960"/>
              <a:ext cx="274320" cy="274320"/>
            </a:xfrm>
            <a:prstGeom prst="ellipse">
              <a:avLst/>
            </a:prstGeom>
            <a:solidFill>
              <a:srgbClr val="1B1D21"/>
            </a:solidFill>
            <a:ln w="19050">
              <a:solidFill>
                <a:srgbClr val="9AA0A6"/>
              </a:solidFill>
            </a:ln>
          </p:spPr>
          <p:txBody>
            <a:bodyPr rtlCol="0" anchor="ctr"/>
            <a:lstStyle/>
            <a:p>
              <a:pPr algn="ctr"/>
            </a:p>
          </p:txBody>
        </p:sp>
        <p:sp>
          <p:nvSpPr>
            <p:cNvPr id="56" name="hub"/>
            <p:cNvSpPr/>
            <p:nvPr/>
          </p:nvSpPr>
          <p:spPr>
            <a:xfrm>
              <a:off x="3603650" y="2067458"/>
              <a:ext cx="71323" cy="71323"/>
            </a:xfrm>
            <a:prstGeom prst="ellipse">
              <a:avLst/>
            </a:prstGeom>
            <a:solidFill>
              <a:srgbClr val="9AA0A6"/>
            </a:solidFill>
            <a:ln>
              <a:noFill/>
            </a:ln>
          </p:spPr>
          <p:txBody>
            <a:bodyPr rtlCol="0" anchor="ctr"/>
            <a:lstStyle/>
            <a:p>
              <a:pPr algn="ctr"/>
            </a:p>
          </p:txBody>
        </p:sp>
        <p:sp>
          <p:nvSpPr>
            <p:cNvPr id="57" name="wheel"/>
            <p:cNvSpPr/>
            <p:nvPr/>
          </p:nvSpPr>
          <p:spPr>
            <a:xfrm>
              <a:off x="3810761" y="1965960"/>
              <a:ext cx="274320" cy="274320"/>
            </a:xfrm>
            <a:prstGeom prst="ellipse">
              <a:avLst/>
            </a:prstGeom>
            <a:solidFill>
              <a:srgbClr val="1B1D21"/>
            </a:solidFill>
            <a:ln w="19050">
              <a:solidFill>
                <a:srgbClr val="9AA0A6"/>
              </a:solidFill>
            </a:ln>
          </p:spPr>
          <p:txBody>
            <a:bodyPr rtlCol="0" anchor="ctr"/>
            <a:lstStyle/>
            <a:p>
              <a:pPr algn="ctr"/>
            </a:p>
          </p:txBody>
        </p:sp>
        <p:sp>
          <p:nvSpPr>
            <p:cNvPr id="58" name="hub"/>
            <p:cNvSpPr/>
            <p:nvPr/>
          </p:nvSpPr>
          <p:spPr>
            <a:xfrm>
              <a:off x="3912260" y="2067458"/>
              <a:ext cx="71323" cy="71323"/>
            </a:xfrm>
            <a:prstGeom prst="ellipse">
              <a:avLst/>
            </a:prstGeom>
            <a:solidFill>
              <a:srgbClr val="9AA0A6"/>
            </a:solidFill>
            <a:ln>
              <a:noFill/>
            </a:ln>
          </p:spPr>
          <p:txBody>
            <a:bodyPr rtlCol="0" anchor="ctr"/>
            <a:lstStyle/>
            <a:p>
              <a:pPr algn="ctr"/>
            </a:p>
          </p:txBody>
        </p:sp>
        <p:sp>
          <p:nvSpPr>
            <p:cNvPr id="59" name="wheel"/>
            <p:cNvSpPr/>
            <p:nvPr/>
          </p:nvSpPr>
          <p:spPr>
            <a:xfrm>
              <a:off x="4119371" y="1965960"/>
              <a:ext cx="274320" cy="274320"/>
            </a:xfrm>
            <a:prstGeom prst="ellipse">
              <a:avLst/>
            </a:prstGeom>
            <a:solidFill>
              <a:srgbClr val="1B1D21"/>
            </a:solidFill>
            <a:ln w="19050">
              <a:solidFill>
                <a:srgbClr val="9AA0A6"/>
              </a:solidFill>
            </a:ln>
          </p:spPr>
          <p:txBody>
            <a:bodyPr rtlCol="0" anchor="ctr"/>
            <a:lstStyle/>
            <a:p>
              <a:pPr algn="ctr"/>
            </a:p>
          </p:txBody>
        </p:sp>
        <p:sp>
          <p:nvSpPr>
            <p:cNvPr id="60" name="hub"/>
            <p:cNvSpPr/>
            <p:nvPr/>
          </p:nvSpPr>
          <p:spPr>
            <a:xfrm>
              <a:off x="4220870" y="2067458"/>
              <a:ext cx="71323" cy="71323"/>
            </a:xfrm>
            <a:prstGeom prst="ellipse">
              <a:avLst/>
            </a:prstGeom>
            <a:solidFill>
              <a:srgbClr val="9AA0A6"/>
            </a:solidFill>
            <a:ln>
              <a:noFill/>
            </a:ln>
          </p:spPr>
          <p:txBody>
            <a:bodyPr rtlCol="0" anchor="ctr"/>
            <a:lstStyle/>
            <a:p>
              <a:pPr algn="ctr"/>
            </a:p>
          </p:txBody>
        </p:sp>
        <p:sp>
          <p:nvSpPr>
            <p:cNvPr id="61" name="wheel"/>
            <p:cNvSpPr/>
            <p:nvPr/>
          </p:nvSpPr>
          <p:spPr>
            <a:xfrm>
              <a:off x="4427981" y="1965960"/>
              <a:ext cx="274320" cy="274320"/>
            </a:xfrm>
            <a:prstGeom prst="ellipse">
              <a:avLst/>
            </a:prstGeom>
            <a:solidFill>
              <a:srgbClr val="1B1D21"/>
            </a:solidFill>
            <a:ln w="19050">
              <a:solidFill>
                <a:srgbClr val="9AA0A6"/>
              </a:solidFill>
            </a:ln>
          </p:spPr>
          <p:txBody>
            <a:bodyPr rtlCol="0" anchor="ctr"/>
            <a:lstStyle/>
            <a:p>
              <a:pPr algn="ctr"/>
            </a:p>
          </p:txBody>
        </p:sp>
        <p:sp>
          <p:nvSpPr>
            <p:cNvPr id="62" name="hub"/>
            <p:cNvSpPr/>
            <p:nvPr/>
          </p:nvSpPr>
          <p:spPr>
            <a:xfrm>
              <a:off x="4529480" y="2067458"/>
              <a:ext cx="71323" cy="71323"/>
            </a:xfrm>
            <a:prstGeom prst="ellipse">
              <a:avLst/>
            </a:prstGeom>
            <a:solidFill>
              <a:srgbClr val="9AA0A6"/>
            </a:solidFill>
            <a:ln>
              <a:noFill/>
            </a:ln>
          </p:spPr>
          <p:txBody>
            <a:bodyPr rtlCol="0" anchor="ctr"/>
            <a:lstStyle/>
            <a:p>
              <a:pPr algn="ctr"/>
            </a:p>
          </p:txBody>
        </p:sp>
        <p:sp>
          <p:nvSpPr>
            <p:cNvPr id="63" name="wheel"/>
            <p:cNvSpPr/>
            <p:nvPr/>
          </p:nvSpPr>
          <p:spPr>
            <a:xfrm>
              <a:off x="4805172" y="2089404"/>
              <a:ext cx="150876" cy="150876"/>
            </a:xfrm>
            <a:prstGeom prst="ellipse">
              <a:avLst/>
            </a:prstGeom>
            <a:solidFill>
              <a:srgbClr val="1B1D21"/>
            </a:solidFill>
            <a:ln w="19050">
              <a:solidFill>
                <a:srgbClr val="9AA0A6"/>
              </a:solidFill>
            </a:ln>
          </p:spPr>
          <p:txBody>
            <a:bodyPr rtlCol="0" anchor="ctr"/>
            <a:lstStyle/>
            <a:p>
              <a:pPr algn="ctr"/>
            </a:p>
          </p:txBody>
        </p:sp>
        <p:sp>
          <p:nvSpPr>
            <p:cNvPr id="64" name="hub"/>
            <p:cNvSpPr/>
            <p:nvPr/>
          </p:nvSpPr>
          <p:spPr>
            <a:xfrm>
              <a:off x="4860996" y="2145228"/>
              <a:ext cx="39227" cy="39227"/>
            </a:xfrm>
            <a:prstGeom prst="ellipse">
              <a:avLst/>
            </a:prstGeom>
            <a:solidFill>
              <a:srgbClr val="9AA0A6"/>
            </a:solidFill>
            <a:ln>
              <a:noFill/>
            </a:ln>
          </p:spPr>
          <p:txBody>
            <a:bodyPr rtlCol="0" anchor="ctr"/>
            <a:lstStyle/>
            <a:p>
              <a:pPr algn="ctr"/>
            </a:p>
          </p:txBody>
        </p:sp>
        <p:sp>
          <p:nvSpPr>
            <p:cNvPr id="65" name="coupling rod"/>
            <p:cNvSpPr/>
            <p:nvPr/>
          </p:nvSpPr>
          <p:spPr>
            <a:xfrm>
              <a:off x="3639311" y="2024938"/>
              <a:ext cx="925830" cy="19202"/>
            </a:xfrm>
            <a:prstGeom prst="rect">
              <a:avLst/>
            </a:prstGeom>
            <a:solidFill>
              <a:srgbClr val="D0D4D8"/>
            </a:solidFill>
            <a:ln>
              <a:noFill/>
            </a:ln>
          </p:spPr>
          <p:txBody>
            <a:bodyPr rtlCol="0" anchor="ctr"/>
            <a:lstStyle/>
            <a:p>
              <a:pPr algn="ctr"/>
            </a:p>
          </p:txBody>
        </p:sp>
        <p:sp>
          <p:nvSpPr>
            <p:cNvPr id="66" name="buffer beam"/>
            <p:cNvSpPr/>
            <p:nvPr/>
          </p:nvSpPr>
          <p:spPr>
            <a:xfrm>
              <a:off x="5285231" y="1979676"/>
              <a:ext cx="41148" cy="123443"/>
            </a:xfrm>
            <a:prstGeom prst="rect">
              <a:avLst/>
            </a:prstGeom>
            <a:solidFill>
              <a:srgbClr val="9AA0A6"/>
            </a:solidFill>
            <a:ln>
              <a:noFill/>
            </a:ln>
          </p:spPr>
          <p:txBody>
            <a:bodyPr rtlCol="0" anchor="ctr"/>
            <a:lstStyle/>
            <a:p>
              <a:pPr algn="ctr"/>
            </a:p>
          </p:txBody>
        </p:sp>
        <p:sp>
          <p:nvSpPr>
            <p:cNvPr id="67" name="rail"/>
            <p:cNvSpPr/>
            <p:nvPr/>
          </p:nvSpPr>
          <p:spPr>
            <a:xfrm>
              <a:off x="777240" y="2240280"/>
              <a:ext cx="4640579" cy="45720"/>
            </a:xfrm>
            <a:prstGeom prst="rect">
              <a:avLst/>
            </a:prstGeom>
            <a:solidFill>
              <a:srgbClr val="9AA0A6"/>
            </a:solidFill>
            <a:ln>
              <a:noFill/>
            </a:ln>
          </p:spPr>
          <p:txBody>
            <a:bodyPr rtlCol="0" anchor="ctr"/>
            <a:lstStyle/>
            <a:p>
              <a:pPr algn="ctr"/>
            </a:p>
          </p:txBody>
        </p:sp>
        <p:sp>
          <p:nvSpPr>
            <p:cNvPr id="68" name="style band"/>
            <p:cNvSpPr/>
            <p:nvPr/>
          </p:nvSpPr>
          <p:spPr>
            <a:xfrm>
              <a:off x="868680" y="2331720"/>
              <a:ext cx="4457699" cy="274320"/>
            </a:xfrm>
            <a:prstGeom prst="roundRect">
              <a:avLst>
                <a:gd name="adj" fmla="val 16666"/>
              </a:avLst>
            </a:prstGeom>
            <a:solidFill>
              <a:srgbClr val="2BB5B0"/>
            </a:solidFill>
            <a:ln>
              <a:noFill/>
            </a:ln>
          </p:spPr>
          <p:txBody>
            <a:bodyPr rtlCol="0" anchor="ctr" wrap="square" lIns="54864" tIns="27432" rIns="54864" bIns="27432">
              <a:noAutofit/>
            </a:bodyPr>
            <a:lstStyle/>
            <a:p>
              <a:pPr algn="ctr"/>
              <a:r>
                <a:rPr sz="1400" b="1" i="0" lang="en-GB">
                  <a:solidFill>
                    <a:srgbClr val="101418"/>
                  </a:solidFill>
                  <a:latin typeface="Arial"/>
                </a:rPr>
                <a:t>British style</a:t>
              </a:r>
            </a:p>
          </p:txBody>
        </p:sp>
        <p:cxnSp>
          <p:nvCxnSpPr>
            <p:cNvPr id="69" name="lead pointer"/>
            <p:cNvCxnSpPr/>
            <p:nvPr/>
          </p:nvCxnSpPr>
          <p:spPr>
            <a:xfrm flipH="1">
              <a:off x="5463540" y="1828800"/>
              <a:ext cx="365759" cy="0"/>
            </a:xfrm>
            <a:prstGeom prst="line">
              <a:avLst/>
            </a:prstGeom>
            <a:ln w="31750">
              <a:solidFill>
                <a:srgbClr val="F28C28"/>
              </a:solidFill>
              <a:tailEnd type="triangle" w="med" len="med"/>
            </a:ln>
          </p:spPr>
        </p:cxnSp>
        <p:sp>
          <p:nvSpPr>
            <p:cNvPr id="70" name="lead label"/>
            <p:cNvSpPr txBox="1"/>
            <p:nvPr/>
          </p:nvSpPr>
          <p:spPr>
            <a:xfrm>
              <a:off x="5920740" y="1645919"/>
              <a:ext cx="2011680" cy="365760"/>
            </a:xfrm>
            <a:prstGeom prst="rect">
              <a:avLst/>
            </a:prstGeom>
            <a:noFill/>
          </p:spPr>
          <p:txBody>
            <a:bodyPr wrap="square" anchor="ctr" lIns="18288" tIns="9144" rIns="18288" bIns="9144">
              <a:noAutofit/>
            </a:bodyPr>
            <a:lstStyle/>
            <a:p>
              <a:pPr algn="l"/>
              <a:r>
                <a:rPr sz="1800" b="1" i="0" lang="en-GB">
                  <a:solidFill>
                    <a:srgbClr val="F2F2F2"/>
                  </a:solidFill>
                  <a:latin typeface="Arial"/>
                </a:rPr>
                <a:t>Lead engine</a:t>
              </a:r>
            </a:p>
          </p:txBody>
        </p:sp>
        <p:sp>
          <p:nvSpPr>
            <p:cNvPr id="71" name="wagon frame"/>
            <p:cNvSpPr/>
            <p:nvPr/>
          </p:nvSpPr>
          <p:spPr>
            <a:xfrm>
              <a:off x="868680" y="3465576"/>
              <a:ext cx="603504" cy="54863"/>
            </a:xfrm>
            <a:prstGeom prst="rect">
              <a:avLst/>
            </a:prstGeom>
            <a:solidFill>
              <a:srgbClr val="3A3F47"/>
            </a:solidFill>
            <a:ln w="9525">
              <a:solidFill>
                <a:srgbClr val="9AA0A6"/>
              </a:solidFill>
            </a:ln>
          </p:spPr>
          <p:txBody>
            <a:bodyPr rtlCol="0" anchor="ctr"/>
            <a:lstStyle/>
            <a:p>
              <a:pPr algn="ctr"/>
            </a:p>
          </p:txBody>
        </p:sp>
        <p:sp>
          <p:nvSpPr>
            <p:cNvPr id="72" name="hopper body"/>
            <p:cNvSpPr/>
            <p:nvPr/>
          </p:nvSpPr>
          <p:spPr>
            <a:xfrm>
              <a:off x="868680" y="3122676"/>
              <a:ext cx="603504" cy="342900"/>
            </a:xfrm>
            <a:custGeom>
              <a:avLst/>
              <a:gdLst/>
              <a:ahLst/>
              <a:cxnLst/>
              <a:rect l="l" t="t" r="r" b="b"/>
              <a:pathLst>
                <a:path w="603504" h="342900">
                  <a:moveTo>
                    <a:pt x="0" y="0"/>
                  </a:moveTo>
                  <a:lnTo>
                    <a:pt x="603504" y="0"/>
                  </a:lnTo>
                  <a:lnTo>
                    <a:pt x="507492" y="342900"/>
                  </a:lnTo>
                  <a:lnTo>
                    <a:pt x="96012" y="342900"/>
                  </a:lnTo>
                  <a:close/>
                </a:path>
              </a:pathLst>
            </a:custGeom>
            <a:solidFill>
              <a:srgbClr val="D6619B"/>
            </a:solidFill>
            <a:ln>
              <a:noFill/>
            </a:ln>
          </p:spPr>
          <p:txBody>
            <a:bodyPr rtlCol="0" anchor="ctr"/>
            <a:lstStyle/>
            <a:p>
              <a:pPr algn="ctr"/>
            </a:p>
          </p:txBody>
        </p:sp>
        <p:sp>
          <p:nvSpPr>
            <p:cNvPr id="73" name="hopper rim"/>
            <p:cNvSpPr/>
            <p:nvPr/>
          </p:nvSpPr>
          <p:spPr>
            <a:xfrm>
              <a:off x="868680" y="3115818"/>
              <a:ext cx="603504" cy="34290"/>
            </a:xfrm>
            <a:prstGeom prst="rect">
              <a:avLst/>
            </a:prstGeom>
            <a:solidFill>
              <a:srgbClr val="E088B4"/>
            </a:solidFill>
            <a:ln>
              <a:noFill/>
            </a:ln>
          </p:spPr>
          <p:txBody>
            <a:bodyPr rtlCol="0" anchor="ctr"/>
            <a:lstStyle/>
            <a:p>
              <a:pPr algn="ctr"/>
            </a:p>
          </p:txBody>
        </p:sp>
        <p:sp>
          <p:nvSpPr>
            <p:cNvPr id="74" name="hopper hatch"/>
            <p:cNvSpPr/>
            <p:nvPr/>
          </p:nvSpPr>
          <p:spPr>
            <a:xfrm>
              <a:off x="1049731" y="3465576"/>
              <a:ext cx="120701" cy="41148"/>
            </a:xfrm>
            <a:custGeom>
              <a:avLst/>
              <a:gdLst/>
              <a:ahLst/>
              <a:cxnLst/>
              <a:rect l="l" t="t" r="r" b="b"/>
              <a:pathLst>
                <a:path w="120701" h="41148">
                  <a:moveTo>
                    <a:pt x="0" y="0"/>
                  </a:moveTo>
                  <a:lnTo>
                    <a:pt x="60350" y="41148"/>
                  </a:lnTo>
                  <a:lnTo>
                    <a:pt x="120701" y="0"/>
                  </a:lnTo>
                  <a:close/>
                </a:path>
              </a:pathLst>
            </a:custGeom>
            <a:solidFill>
              <a:srgbClr val="3A3F47"/>
            </a:solidFill>
            <a:ln>
              <a:noFill/>
            </a:ln>
          </p:spPr>
          <p:txBody>
            <a:bodyPr rtlCol="0" anchor="ctr"/>
            <a:lstStyle/>
            <a:p>
              <a:pPr algn="ctr"/>
            </a:p>
          </p:txBody>
        </p:sp>
        <p:sp>
          <p:nvSpPr>
            <p:cNvPr id="75" name="hopper hatch"/>
            <p:cNvSpPr/>
            <p:nvPr/>
          </p:nvSpPr>
          <p:spPr>
            <a:xfrm>
              <a:off x="1200607" y="3465576"/>
              <a:ext cx="120700" cy="41148"/>
            </a:xfrm>
            <a:custGeom>
              <a:avLst/>
              <a:gdLst/>
              <a:ahLst/>
              <a:cxnLst/>
              <a:rect l="l" t="t" r="r" b="b"/>
              <a:pathLst>
                <a:path w="120700" h="41148">
                  <a:moveTo>
                    <a:pt x="0" y="0"/>
                  </a:moveTo>
                  <a:lnTo>
                    <a:pt x="60350" y="41148"/>
                  </a:lnTo>
                  <a:lnTo>
                    <a:pt x="120700" y="0"/>
                  </a:lnTo>
                  <a:close/>
                </a:path>
              </a:pathLst>
            </a:custGeom>
            <a:solidFill>
              <a:srgbClr val="3A3F47"/>
            </a:solidFill>
            <a:ln>
              <a:noFill/>
            </a:ln>
          </p:spPr>
          <p:txBody>
            <a:bodyPr rtlCol="0" anchor="ctr"/>
            <a:lstStyle/>
            <a:p>
              <a:pPr algn="ctr"/>
            </a:p>
          </p:txBody>
        </p:sp>
        <p:sp>
          <p:nvSpPr>
            <p:cNvPr id="76" name="wheel"/>
            <p:cNvSpPr/>
            <p:nvPr/>
          </p:nvSpPr>
          <p:spPr>
            <a:xfrm>
              <a:off x="909828" y="3493008"/>
              <a:ext cx="164592" cy="164592"/>
            </a:xfrm>
            <a:prstGeom prst="ellipse">
              <a:avLst/>
            </a:prstGeom>
            <a:solidFill>
              <a:srgbClr val="1B1D21"/>
            </a:solidFill>
            <a:ln w="15875">
              <a:solidFill>
                <a:srgbClr val="9AA0A6"/>
              </a:solidFill>
            </a:ln>
          </p:spPr>
          <p:txBody>
            <a:bodyPr rtlCol="0" anchor="ctr"/>
            <a:lstStyle/>
            <a:p>
              <a:pPr algn="ctr"/>
            </a:p>
          </p:txBody>
        </p:sp>
        <p:sp>
          <p:nvSpPr>
            <p:cNvPr id="77" name="hub"/>
            <p:cNvSpPr/>
            <p:nvPr/>
          </p:nvSpPr>
          <p:spPr>
            <a:xfrm>
              <a:off x="970727" y="3553907"/>
              <a:ext cx="42793" cy="42793"/>
            </a:xfrm>
            <a:prstGeom prst="ellipse">
              <a:avLst/>
            </a:prstGeom>
            <a:solidFill>
              <a:srgbClr val="9AA0A6"/>
            </a:solidFill>
            <a:ln>
              <a:noFill/>
            </a:ln>
          </p:spPr>
          <p:txBody>
            <a:bodyPr rtlCol="0" anchor="ctr"/>
            <a:lstStyle/>
            <a:p>
              <a:pPr algn="ctr"/>
            </a:p>
          </p:txBody>
        </p:sp>
        <p:sp>
          <p:nvSpPr>
            <p:cNvPr id="78" name="wheel"/>
            <p:cNvSpPr/>
            <p:nvPr/>
          </p:nvSpPr>
          <p:spPr>
            <a:xfrm>
              <a:off x="1266444" y="3493008"/>
              <a:ext cx="164592" cy="164592"/>
            </a:xfrm>
            <a:prstGeom prst="ellipse">
              <a:avLst/>
            </a:prstGeom>
            <a:solidFill>
              <a:srgbClr val="1B1D21"/>
            </a:solidFill>
            <a:ln w="15875">
              <a:solidFill>
                <a:srgbClr val="9AA0A6"/>
              </a:solidFill>
            </a:ln>
          </p:spPr>
          <p:txBody>
            <a:bodyPr rtlCol="0" anchor="ctr"/>
            <a:lstStyle/>
            <a:p>
              <a:pPr algn="ctr"/>
            </a:p>
          </p:txBody>
        </p:sp>
        <p:sp>
          <p:nvSpPr>
            <p:cNvPr id="79" name="hub"/>
            <p:cNvSpPr/>
            <p:nvPr/>
          </p:nvSpPr>
          <p:spPr>
            <a:xfrm>
              <a:off x="1327343" y="3553907"/>
              <a:ext cx="42793" cy="42793"/>
            </a:xfrm>
            <a:prstGeom prst="ellipse">
              <a:avLst/>
            </a:prstGeom>
            <a:solidFill>
              <a:srgbClr val="9AA0A6"/>
            </a:solidFill>
            <a:ln>
              <a:noFill/>
            </a:ln>
          </p:spPr>
          <p:txBody>
            <a:bodyPr rtlCol="0" anchor="ctr"/>
            <a:lstStyle/>
            <a:p>
              <a:pPr algn="ctr"/>
            </a:p>
          </p:txBody>
        </p:sp>
        <p:sp>
          <p:nvSpPr>
            <p:cNvPr id="80" name="wagon frame"/>
            <p:cNvSpPr/>
            <p:nvPr/>
          </p:nvSpPr>
          <p:spPr>
            <a:xfrm>
              <a:off x="1536192" y="3465576"/>
              <a:ext cx="603504" cy="54863"/>
            </a:xfrm>
            <a:prstGeom prst="rect">
              <a:avLst/>
            </a:prstGeom>
            <a:solidFill>
              <a:srgbClr val="3A3F47"/>
            </a:solidFill>
            <a:ln w="9525">
              <a:solidFill>
                <a:srgbClr val="9AA0A6"/>
              </a:solidFill>
            </a:ln>
          </p:spPr>
          <p:txBody>
            <a:bodyPr rtlCol="0" anchor="ctr"/>
            <a:lstStyle/>
            <a:p>
              <a:pPr algn="ctr"/>
            </a:p>
          </p:txBody>
        </p:sp>
        <p:sp>
          <p:nvSpPr>
            <p:cNvPr id="81" name="hopper body"/>
            <p:cNvSpPr/>
            <p:nvPr/>
          </p:nvSpPr>
          <p:spPr>
            <a:xfrm>
              <a:off x="1536192" y="3122676"/>
              <a:ext cx="603504" cy="342900"/>
            </a:xfrm>
            <a:custGeom>
              <a:avLst/>
              <a:gdLst/>
              <a:ahLst/>
              <a:cxnLst/>
              <a:rect l="l" t="t" r="r" b="b"/>
              <a:pathLst>
                <a:path w="603504" h="342900">
                  <a:moveTo>
                    <a:pt x="0" y="0"/>
                  </a:moveTo>
                  <a:lnTo>
                    <a:pt x="603504" y="0"/>
                  </a:lnTo>
                  <a:lnTo>
                    <a:pt x="507492" y="342900"/>
                  </a:lnTo>
                  <a:lnTo>
                    <a:pt x="96012" y="342900"/>
                  </a:lnTo>
                  <a:close/>
                </a:path>
              </a:pathLst>
            </a:custGeom>
            <a:solidFill>
              <a:srgbClr val="D6619B"/>
            </a:solidFill>
            <a:ln>
              <a:noFill/>
            </a:ln>
          </p:spPr>
          <p:txBody>
            <a:bodyPr rtlCol="0" anchor="ctr"/>
            <a:lstStyle/>
            <a:p>
              <a:pPr algn="ctr"/>
            </a:p>
          </p:txBody>
        </p:sp>
        <p:sp>
          <p:nvSpPr>
            <p:cNvPr id="82" name="hopper rim"/>
            <p:cNvSpPr/>
            <p:nvPr/>
          </p:nvSpPr>
          <p:spPr>
            <a:xfrm>
              <a:off x="1536192" y="3115818"/>
              <a:ext cx="603504" cy="34290"/>
            </a:xfrm>
            <a:prstGeom prst="rect">
              <a:avLst/>
            </a:prstGeom>
            <a:solidFill>
              <a:srgbClr val="E088B4"/>
            </a:solidFill>
            <a:ln>
              <a:noFill/>
            </a:ln>
          </p:spPr>
          <p:txBody>
            <a:bodyPr rtlCol="0" anchor="ctr"/>
            <a:lstStyle/>
            <a:p>
              <a:pPr algn="ctr"/>
            </a:p>
          </p:txBody>
        </p:sp>
        <p:sp>
          <p:nvSpPr>
            <p:cNvPr id="83" name="hopper hatch"/>
            <p:cNvSpPr/>
            <p:nvPr/>
          </p:nvSpPr>
          <p:spPr>
            <a:xfrm>
              <a:off x="1717243" y="3465576"/>
              <a:ext cx="120700" cy="41148"/>
            </a:xfrm>
            <a:custGeom>
              <a:avLst/>
              <a:gdLst/>
              <a:ahLst/>
              <a:cxnLst/>
              <a:rect l="l" t="t" r="r" b="b"/>
              <a:pathLst>
                <a:path w="120700" h="41148">
                  <a:moveTo>
                    <a:pt x="0" y="0"/>
                  </a:moveTo>
                  <a:lnTo>
                    <a:pt x="60350" y="41148"/>
                  </a:lnTo>
                  <a:lnTo>
                    <a:pt x="120700" y="0"/>
                  </a:lnTo>
                  <a:close/>
                </a:path>
              </a:pathLst>
            </a:custGeom>
            <a:solidFill>
              <a:srgbClr val="3A3F47"/>
            </a:solidFill>
            <a:ln>
              <a:noFill/>
            </a:ln>
          </p:spPr>
          <p:txBody>
            <a:bodyPr rtlCol="0" anchor="ctr"/>
            <a:lstStyle/>
            <a:p>
              <a:pPr algn="ctr"/>
            </a:p>
          </p:txBody>
        </p:sp>
        <p:sp>
          <p:nvSpPr>
            <p:cNvPr id="84" name="hopper hatch"/>
            <p:cNvSpPr/>
            <p:nvPr/>
          </p:nvSpPr>
          <p:spPr>
            <a:xfrm>
              <a:off x="1868119" y="3465576"/>
              <a:ext cx="120700" cy="41148"/>
            </a:xfrm>
            <a:custGeom>
              <a:avLst/>
              <a:gdLst/>
              <a:ahLst/>
              <a:cxnLst/>
              <a:rect l="l" t="t" r="r" b="b"/>
              <a:pathLst>
                <a:path w="120700" h="41148">
                  <a:moveTo>
                    <a:pt x="0" y="0"/>
                  </a:moveTo>
                  <a:lnTo>
                    <a:pt x="60350" y="41148"/>
                  </a:lnTo>
                  <a:lnTo>
                    <a:pt x="120700" y="0"/>
                  </a:lnTo>
                  <a:close/>
                </a:path>
              </a:pathLst>
            </a:custGeom>
            <a:solidFill>
              <a:srgbClr val="3A3F47"/>
            </a:solidFill>
            <a:ln>
              <a:noFill/>
            </a:ln>
          </p:spPr>
          <p:txBody>
            <a:bodyPr rtlCol="0" anchor="ctr"/>
            <a:lstStyle/>
            <a:p>
              <a:pPr algn="ctr"/>
            </a:p>
          </p:txBody>
        </p:sp>
        <p:sp>
          <p:nvSpPr>
            <p:cNvPr id="85" name="wheel"/>
            <p:cNvSpPr/>
            <p:nvPr/>
          </p:nvSpPr>
          <p:spPr>
            <a:xfrm>
              <a:off x="1577339" y="3493008"/>
              <a:ext cx="164592" cy="164592"/>
            </a:xfrm>
            <a:prstGeom prst="ellipse">
              <a:avLst/>
            </a:prstGeom>
            <a:solidFill>
              <a:srgbClr val="1B1D21"/>
            </a:solidFill>
            <a:ln w="15875">
              <a:solidFill>
                <a:srgbClr val="9AA0A6"/>
              </a:solidFill>
            </a:ln>
          </p:spPr>
          <p:txBody>
            <a:bodyPr rtlCol="0" anchor="ctr"/>
            <a:lstStyle/>
            <a:p>
              <a:pPr algn="ctr"/>
            </a:p>
          </p:txBody>
        </p:sp>
        <p:sp>
          <p:nvSpPr>
            <p:cNvPr id="86" name="hub"/>
            <p:cNvSpPr/>
            <p:nvPr/>
          </p:nvSpPr>
          <p:spPr>
            <a:xfrm>
              <a:off x="1638239" y="3553907"/>
              <a:ext cx="42793" cy="42793"/>
            </a:xfrm>
            <a:prstGeom prst="ellipse">
              <a:avLst/>
            </a:prstGeom>
            <a:solidFill>
              <a:srgbClr val="9AA0A6"/>
            </a:solidFill>
            <a:ln>
              <a:noFill/>
            </a:ln>
          </p:spPr>
          <p:txBody>
            <a:bodyPr rtlCol="0" anchor="ctr"/>
            <a:lstStyle/>
            <a:p>
              <a:pPr algn="ctr"/>
            </a:p>
          </p:txBody>
        </p:sp>
        <p:sp>
          <p:nvSpPr>
            <p:cNvPr id="87" name="wheel"/>
            <p:cNvSpPr/>
            <p:nvPr/>
          </p:nvSpPr>
          <p:spPr>
            <a:xfrm>
              <a:off x="1933956" y="3493008"/>
              <a:ext cx="164592" cy="164592"/>
            </a:xfrm>
            <a:prstGeom prst="ellipse">
              <a:avLst/>
            </a:prstGeom>
            <a:solidFill>
              <a:srgbClr val="1B1D21"/>
            </a:solidFill>
            <a:ln w="15875">
              <a:solidFill>
                <a:srgbClr val="9AA0A6"/>
              </a:solidFill>
            </a:ln>
          </p:spPr>
          <p:txBody>
            <a:bodyPr rtlCol="0" anchor="ctr"/>
            <a:lstStyle/>
            <a:p>
              <a:pPr algn="ctr"/>
            </a:p>
          </p:txBody>
        </p:sp>
        <p:sp>
          <p:nvSpPr>
            <p:cNvPr id="88" name="hub"/>
            <p:cNvSpPr/>
            <p:nvPr/>
          </p:nvSpPr>
          <p:spPr>
            <a:xfrm>
              <a:off x="1994855" y="3553907"/>
              <a:ext cx="42793" cy="42793"/>
            </a:xfrm>
            <a:prstGeom prst="ellipse">
              <a:avLst/>
            </a:prstGeom>
            <a:solidFill>
              <a:srgbClr val="9AA0A6"/>
            </a:solidFill>
            <a:ln>
              <a:noFill/>
            </a:ln>
          </p:spPr>
          <p:txBody>
            <a:bodyPr rtlCol="0" anchor="ctr"/>
            <a:lstStyle/>
            <a:p>
              <a:pPr algn="ctr"/>
            </a:p>
          </p:txBody>
        </p:sp>
        <p:sp>
          <p:nvSpPr>
            <p:cNvPr id="89" name="wagon frame"/>
            <p:cNvSpPr/>
            <p:nvPr/>
          </p:nvSpPr>
          <p:spPr>
            <a:xfrm>
              <a:off x="2203704" y="3465576"/>
              <a:ext cx="603504" cy="54863"/>
            </a:xfrm>
            <a:prstGeom prst="rect">
              <a:avLst/>
            </a:prstGeom>
            <a:solidFill>
              <a:srgbClr val="3A3F47"/>
            </a:solidFill>
            <a:ln w="9525">
              <a:solidFill>
                <a:srgbClr val="9AA0A6"/>
              </a:solidFill>
            </a:ln>
          </p:spPr>
          <p:txBody>
            <a:bodyPr rtlCol="0" anchor="ctr"/>
            <a:lstStyle/>
            <a:p>
              <a:pPr algn="ctr"/>
            </a:p>
          </p:txBody>
        </p:sp>
        <p:sp>
          <p:nvSpPr>
            <p:cNvPr id="90" name="hopper body"/>
            <p:cNvSpPr/>
            <p:nvPr/>
          </p:nvSpPr>
          <p:spPr>
            <a:xfrm>
              <a:off x="2203704" y="3122676"/>
              <a:ext cx="603504" cy="342900"/>
            </a:xfrm>
            <a:custGeom>
              <a:avLst/>
              <a:gdLst/>
              <a:ahLst/>
              <a:cxnLst/>
              <a:rect l="l" t="t" r="r" b="b"/>
              <a:pathLst>
                <a:path w="603504" h="342900">
                  <a:moveTo>
                    <a:pt x="0" y="0"/>
                  </a:moveTo>
                  <a:lnTo>
                    <a:pt x="603504" y="0"/>
                  </a:lnTo>
                  <a:lnTo>
                    <a:pt x="507492" y="342900"/>
                  </a:lnTo>
                  <a:lnTo>
                    <a:pt x="96012" y="342900"/>
                  </a:lnTo>
                  <a:close/>
                </a:path>
              </a:pathLst>
            </a:custGeom>
            <a:solidFill>
              <a:srgbClr val="D6619B"/>
            </a:solidFill>
            <a:ln>
              <a:noFill/>
            </a:ln>
          </p:spPr>
          <p:txBody>
            <a:bodyPr rtlCol="0" anchor="ctr"/>
            <a:lstStyle/>
            <a:p>
              <a:pPr algn="ctr"/>
            </a:p>
          </p:txBody>
        </p:sp>
        <p:sp>
          <p:nvSpPr>
            <p:cNvPr id="91" name="hopper rim"/>
            <p:cNvSpPr/>
            <p:nvPr/>
          </p:nvSpPr>
          <p:spPr>
            <a:xfrm>
              <a:off x="2203704" y="3115818"/>
              <a:ext cx="603504" cy="34290"/>
            </a:xfrm>
            <a:prstGeom prst="rect">
              <a:avLst/>
            </a:prstGeom>
            <a:solidFill>
              <a:srgbClr val="E088B4"/>
            </a:solidFill>
            <a:ln>
              <a:noFill/>
            </a:ln>
          </p:spPr>
          <p:txBody>
            <a:bodyPr rtlCol="0" anchor="ctr"/>
            <a:lstStyle/>
            <a:p>
              <a:pPr algn="ctr"/>
            </a:p>
          </p:txBody>
        </p:sp>
        <p:sp>
          <p:nvSpPr>
            <p:cNvPr id="92" name="hopper hatch"/>
            <p:cNvSpPr/>
            <p:nvPr/>
          </p:nvSpPr>
          <p:spPr>
            <a:xfrm>
              <a:off x="2384755" y="3465576"/>
              <a:ext cx="120701" cy="41148"/>
            </a:xfrm>
            <a:custGeom>
              <a:avLst/>
              <a:gdLst/>
              <a:ahLst/>
              <a:cxnLst/>
              <a:rect l="l" t="t" r="r" b="b"/>
              <a:pathLst>
                <a:path w="120701" h="41148">
                  <a:moveTo>
                    <a:pt x="0" y="0"/>
                  </a:moveTo>
                  <a:lnTo>
                    <a:pt x="60350" y="41148"/>
                  </a:lnTo>
                  <a:lnTo>
                    <a:pt x="120701" y="0"/>
                  </a:lnTo>
                  <a:close/>
                </a:path>
              </a:pathLst>
            </a:custGeom>
            <a:solidFill>
              <a:srgbClr val="3A3F47"/>
            </a:solidFill>
            <a:ln>
              <a:noFill/>
            </a:ln>
          </p:spPr>
          <p:txBody>
            <a:bodyPr rtlCol="0" anchor="ctr"/>
            <a:lstStyle/>
            <a:p>
              <a:pPr algn="ctr"/>
            </a:p>
          </p:txBody>
        </p:sp>
        <p:sp>
          <p:nvSpPr>
            <p:cNvPr id="93" name="hopper hatch"/>
            <p:cNvSpPr/>
            <p:nvPr/>
          </p:nvSpPr>
          <p:spPr>
            <a:xfrm>
              <a:off x="2535631" y="3465576"/>
              <a:ext cx="120701" cy="41148"/>
            </a:xfrm>
            <a:custGeom>
              <a:avLst/>
              <a:gdLst/>
              <a:ahLst/>
              <a:cxnLst/>
              <a:rect l="l" t="t" r="r" b="b"/>
              <a:pathLst>
                <a:path w="120701" h="41148">
                  <a:moveTo>
                    <a:pt x="0" y="0"/>
                  </a:moveTo>
                  <a:lnTo>
                    <a:pt x="60350" y="41148"/>
                  </a:lnTo>
                  <a:lnTo>
                    <a:pt x="120701" y="0"/>
                  </a:lnTo>
                  <a:close/>
                </a:path>
              </a:pathLst>
            </a:custGeom>
            <a:solidFill>
              <a:srgbClr val="3A3F47"/>
            </a:solidFill>
            <a:ln>
              <a:noFill/>
            </a:ln>
          </p:spPr>
          <p:txBody>
            <a:bodyPr rtlCol="0" anchor="ctr"/>
            <a:lstStyle/>
            <a:p>
              <a:pPr algn="ctr"/>
            </a:p>
          </p:txBody>
        </p:sp>
        <p:sp>
          <p:nvSpPr>
            <p:cNvPr id="94" name="wheel"/>
            <p:cNvSpPr/>
            <p:nvPr/>
          </p:nvSpPr>
          <p:spPr>
            <a:xfrm>
              <a:off x="2244852" y="3493008"/>
              <a:ext cx="164592" cy="164592"/>
            </a:xfrm>
            <a:prstGeom prst="ellipse">
              <a:avLst/>
            </a:prstGeom>
            <a:solidFill>
              <a:srgbClr val="1B1D21"/>
            </a:solidFill>
            <a:ln w="15875">
              <a:solidFill>
                <a:srgbClr val="9AA0A6"/>
              </a:solidFill>
            </a:ln>
          </p:spPr>
          <p:txBody>
            <a:bodyPr rtlCol="0" anchor="ctr"/>
            <a:lstStyle/>
            <a:p>
              <a:pPr algn="ctr"/>
            </a:p>
          </p:txBody>
        </p:sp>
        <p:sp>
          <p:nvSpPr>
            <p:cNvPr id="95" name="hub"/>
            <p:cNvSpPr/>
            <p:nvPr/>
          </p:nvSpPr>
          <p:spPr>
            <a:xfrm>
              <a:off x="2305751" y="3553907"/>
              <a:ext cx="42793" cy="42793"/>
            </a:xfrm>
            <a:prstGeom prst="ellipse">
              <a:avLst/>
            </a:prstGeom>
            <a:solidFill>
              <a:srgbClr val="9AA0A6"/>
            </a:solidFill>
            <a:ln>
              <a:noFill/>
            </a:ln>
          </p:spPr>
          <p:txBody>
            <a:bodyPr rtlCol="0" anchor="ctr"/>
            <a:lstStyle/>
            <a:p>
              <a:pPr algn="ctr"/>
            </a:p>
          </p:txBody>
        </p:sp>
        <p:sp>
          <p:nvSpPr>
            <p:cNvPr id="96" name="wheel"/>
            <p:cNvSpPr/>
            <p:nvPr/>
          </p:nvSpPr>
          <p:spPr>
            <a:xfrm>
              <a:off x="2601468" y="3493008"/>
              <a:ext cx="164592" cy="164592"/>
            </a:xfrm>
            <a:prstGeom prst="ellipse">
              <a:avLst/>
            </a:prstGeom>
            <a:solidFill>
              <a:srgbClr val="1B1D21"/>
            </a:solidFill>
            <a:ln w="15875">
              <a:solidFill>
                <a:srgbClr val="9AA0A6"/>
              </a:solidFill>
            </a:ln>
          </p:spPr>
          <p:txBody>
            <a:bodyPr rtlCol="0" anchor="ctr"/>
            <a:lstStyle/>
            <a:p>
              <a:pPr algn="ctr"/>
            </a:p>
          </p:txBody>
        </p:sp>
        <p:sp>
          <p:nvSpPr>
            <p:cNvPr id="97" name="hub"/>
            <p:cNvSpPr/>
            <p:nvPr/>
          </p:nvSpPr>
          <p:spPr>
            <a:xfrm>
              <a:off x="2662367" y="3553907"/>
              <a:ext cx="42793" cy="42793"/>
            </a:xfrm>
            <a:prstGeom prst="ellipse">
              <a:avLst/>
            </a:prstGeom>
            <a:solidFill>
              <a:srgbClr val="9AA0A6"/>
            </a:solidFill>
            <a:ln>
              <a:noFill/>
            </a:ln>
          </p:spPr>
          <p:txBody>
            <a:bodyPr rtlCol="0" anchor="ctr"/>
            <a:lstStyle/>
            <a:p>
              <a:pPr algn="ctr"/>
            </a:p>
          </p:txBody>
        </p:sp>
        <p:sp>
          <p:nvSpPr>
            <p:cNvPr id="98" name="tender frame"/>
            <p:cNvSpPr/>
            <p:nvPr/>
          </p:nvSpPr>
          <p:spPr>
            <a:xfrm>
              <a:off x="2871215" y="3438144"/>
              <a:ext cx="630936" cy="61722"/>
            </a:xfrm>
            <a:prstGeom prst="rect">
              <a:avLst/>
            </a:prstGeom>
            <a:solidFill>
              <a:srgbClr val="3A3F47"/>
            </a:solidFill>
            <a:ln w="9525">
              <a:solidFill>
                <a:srgbClr val="9AA0A6"/>
              </a:solidFill>
            </a:ln>
          </p:spPr>
          <p:txBody>
            <a:bodyPr rtlCol="0" anchor="ctr"/>
            <a:lstStyle/>
            <a:p>
              <a:pPr algn="ctr"/>
            </a:p>
          </p:txBody>
        </p:sp>
        <p:sp>
          <p:nvSpPr>
            <p:cNvPr id="99" name="tender body"/>
            <p:cNvSpPr/>
            <p:nvPr/>
          </p:nvSpPr>
          <p:spPr>
            <a:xfrm>
              <a:off x="2871215" y="3163824"/>
              <a:ext cx="630936" cy="274320"/>
            </a:xfrm>
            <a:prstGeom prst="roundRect">
              <a:avLst>
                <a:gd name="adj" fmla="val 2500"/>
              </a:avLst>
            </a:prstGeom>
            <a:solidFill>
              <a:srgbClr val="D6619B"/>
            </a:solidFill>
            <a:ln>
              <a:noFill/>
            </a:ln>
          </p:spPr>
          <p:txBody>
            <a:bodyPr rtlCol="0" anchor="ctr"/>
            <a:lstStyle/>
            <a:p>
              <a:pPr algn="ctr"/>
            </a:p>
          </p:txBody>
        </p:sp>
        <p:sp>
          <p:nvSpPr>
            <p:cNvPr id="100" name="tender coal"/>
            <p:cNvSpPr/>
            <p:nvPr/>
          </p:nvSpPr>
          <p:spPr>
            <a:xfrm>
              <a:off x="2891789" y="3074670"/>
              <a:ext cx="589788" cy="89154"/>
            </a:xfrm>
            <a:custGeom>
              <a:avLst/>
              <a:gdLst/>
              <a:ahLst/>
              <a:cxnLst/>
              <a:rect l="l" t="t" r="r" b="b"/>
              <a:pathLst>
                <a:path w="589788" h="89154">
                  <a:moveTo>
                    <a:pt x="0" y="89154"/>
                  </a:moveTo>
                  <a:lnTo>
                    <a:pt x="102870" y="6858"/>
                  </a:lnTo>
                  <a:lnTo>
                    <a:pt x="336043" y="0"/>
                  </a:lnTo>
                  <a:lnTo>
                    <a:pt x="589788" y="89154"/>
                  </a:lnTo>
                  <a:close/>
                </a:path>
              </a:pathLst>
            </a:custGeom>
            <a:solidFill>
              <a:srgbClr val="1B1D21"/>
            </a:solidFill>
            <a:ln w="12700">
              <a:solidFill>
                <a:srgbClr val="6B7078"/>
              </a:solidFill>
            </a:ln>
          </p:spPr>
          <p:txBody>
            <a:bodyPr rtlCol="0" anchor="ctr"/>
            <a:lstStyle/>
            <a:p>
              <a:pPr algn="ctr"/>
            </a:p>
          </p:txBody>
        </p:sp>
        <p:sp>
          <p:nvSpPr>
            <p:cNvPr id="101" name="coupling"/>
            <p:cNvSpPr/>
            <p:nvPr/>
          </p:nvSpPr>
          <p:spPr>
            <a:xfrm>
              <a:off x="3502151" y="3335274"/>
              <a:ext cx="54864" cy="20573"/>
            </a:xfrm>
            <a:prstGeom prst="rect">
              <a:avLst/>
            </a:prstGeom>
            <a:solidFill>
              <a:srgbClr val="9AA0A6"/>
            </a:solidFill>
            <a:ln>
              <a:noFill/>
            </a:ln>
          </p:spPr>
          <p:txBody>
            <a:bodyPr rtlCol="0" anchor="ctr"/>
            <a:lstStyle/>
            <a:p>
              <a:pPr algn="ctr"/>
            </a:p>
          </p:txBody>
        </p:sp>
        <p:sp>
          <p:nvSpPr>
            <p:cNvPr id="102" name="wheel"/>
            <p:cNvSpPr/>
            <p:nvPr/>
          </p:nvSpPr>
          <p:spPr>
            <a:xfrm>
              <a:off x="2912363" y="3493008"/>
              <a:ext cx="164592" cy="164592"/>
            </a:xfrm>
            <a:prstGeom prst="ellipse">
              <a:avLst/>
            </a:prstGeom>
            <a:solidFill>
              <a:srgbClr val="1B1D21"/>
            </a:solidFill>
            <a:ln w="19050">
              <a:solidFill>
                <a:srgbClr val="9AA0A6"/>
              </a:solidFill>
            </a:ln>
          </p:spPr>
          <p:txBody>
            <a:bodyPr rtlCol="0" anchor="ctr"/>
            <a:lstStyle/>
            <a:p>
              <a:pPr algn="ctr"/>
            </a:p>
          </p:txBody>
        </p:sp>
        <p:sp>
          <p:nvSpPr>
            <p:cNvPr id="103" name="hub"/>
            <p:cNvSpPr/>
            <p:nvPr/>
          </p:nvSpPr>
          <p:spPr>
            <a:xfrm>
              <a:off x="2973263" y="3553907"/>
              <a:ext cx="42793" cy="42793"/>
            </a:xfrm>
            <a:prstGeom prst="ellipse">
              <a:avLst/>
            </a:prstGeom>
            <a:solidFill>
              <a:srgbClr val="9AA0A6"/>
            </a:solidFill>
            <a:ln>
              <a:noFill/>
            </a:ln>
          </p:spPr>
          <p:txBody>
            <a:bodyPr rtlCol="0" anchor="ctr"/>
            <a:lstStyle/>
            <a:p>
              <a:pPr algn="ctr"/>
            </a:p>
          </p:txBody>
        </p:sp>
        <p:sp>
          <p:nvSpPr>
            <p:cNvPr id="104" name="wheel"/>
            <p:cNvSpPr/>
            <p:nvPr/>
          </p:nvSpPr>
          <p:spPr>
            <a:xfrm>
              <a:off x="3049524" y="3493008"/>
              <a:ext cx="164592" cy="164592"/>
            </a:xfrm>
            <a:prstGeom prst="ellipse">
              <a:avLst/>
            </a:prstGeom>
            <a:solidFill>
              <a:srgbClr val="1B1D21"/>
            </a:solidFill>
            <a:ln w="19050">
              <a:solidFill>
                <a:srgbClr val="9AA0A6"/>
              </a:solidFill>
            </a:ln>
          </p:spPr>
          <p:txBody>
            <a:bodyPr rtlCol="0" anchor="ctr"/>
            <a:lstStyle/>
            <a:p>
              <a:pPr algn="ctr"/>
            </a:p>
          </p:txBody>
        </p:sp>
        <p:sp>
          <p:nvSpPr>
            <p:cNvPr id="105" name="hub"/>
            <p:cNvSpPr/>
            <p:nvPr/>
          </p:nvSpPr>
          <p:spPr>
            <a:xfrm>
              <a:off x="3110423" y="3553907"/>
              <a:ext cx="42793" cy="42793"/>
            </a:xfrm>
            <a:prstGeom prst="ellipse">
              <a:avLst/>
            </a:prstGeom>
            <a:solidFill>
              <a:srgbClr val="9AA0A6"/>
            </a:solidFill>
            <a:ln>
              <a:noFill/>
            </a:ln>
          </p:spPr>
          <p:txBody>
            <a:bodyPr rtlCol="0" anchor="ctr"/>
            <a:lstStyle/>
            <a:p>
              <a:pPr algn="ctr"/>
            </a:p>
          </p:txBody>
        </p:sp>
        <p:sp>
          <p:nvSpPr>
            <p:cNvPr id="106" name="wheel"/>
            <p:cNvSpPr/>
            <p:nvPr/>
          </p:nvSpPr>
          <p:spPr>
            <a:xfrm>
              <a:off x="3159252" y="3493008"/>
              <a:ext cx="164592" cy="164592"/>
            </a:xfrm>
            <a:prstGeom prst="ellipse">
              <a:avLst/>
            </a:prstGeom>
            <a:solidFill>
              <a:srgbClr val="1B1D21"/>
            </a:solidFill>
            <a:ln w="19050">
              <a:solidFill>
                <a:srgbClr val="9AA0A6"/>
              </a:solidFill>
            </a:ln>
          </p:spPr>
          <p:txBody>
            <a:bodyPr rtlCol="0" anchor="ctr"/>
            <a:lstStyle/>
            <a:p>
              <a:pPr algn="ctr"/>
            </a:p>
          </p:txBody>
        </p:sp>
        <p:sp>
          <p:nvSpPr>
            <p:cNvPr id="107" name="hub"/>
            <p:cNvSpPr/>
            <p:nvPr/>
          </p:nvSpPr>
          <p:spPr>
            <a:xfrm>
              <a:off x="3220151" y="3553907"/>
              <a:ext cx="42793" cy="42793"/>
            </a:xfrm>
            <a:prstGeom prst="ellipse">
              <a:avLst/>
            </a:prstGeom>
            <a:solidFill>
              <a:srgbClr val="9AA0A6"/>
            </a:solidFill>
            <a:ln>
              <a:noFill/>
            </a:ln>
          </p:spPr>
          <p:txBody>
            <a:bodyPr rtlCol="0" anchor="ctr"/>
            <a:lstStyle/>
            <a:p>
              <a:pPr algn="ctr"/>
            </a:p>
          </p:txBody>
        </p:sp>
        <p:sp>
          <p:nvSpPr>
            <p:cNvPr id="108" name="wheel"/>
            <p:cNvSpPr/>
            <p:nvPr/>
          </p:nvSpPr>
          <p:spPr>
            <a:xfrm>
              <a:off x="3296412" y="3493008"/>
              <a:ext cx="164592" cy="164592"/>
            </a:xfrm>
            <a:prstGeom prst="ellipse">
              <a:avLst/>
            </a:prstGeom>
            <a:solidFill>
              <a:srgbClr val="1B1D21"/>
            </a:solidFill>
            <a:ln w="19050">
              <a:solidFill>
                <a:srgbClr val="9AA0A6"/>
              </a:solidFill>
            </a:ln>
          </p:spPr>
          <p:txBody>
            <a:bodyPr rtlCol="0" anchor="ctr"/>
            <a:lstStyle/>
            <a:p>
              <a:pPr algn="ctr"/>
            </a:p>
          </p:txBody>
        </p:sp>
        <p:sp>
          <p:nvSpPr>
            <p:cNvPr id="109" name="hub"/>
            <p:cNvSpPr/>
            <p:nvPr/>
          </p:nvSpPr>
          <p:spPr>
            <a:xfrm>
              <a:off x="3357311" y="3553907"/>
              <a:ext cx="42793" cy="42793"/>
            </a:xfrm>
            <a:prstGeom prst="ellipse">
              <a:avLst/>
            </a:prstGeom>
            <a:solidFill>
              <a:srgbClr val="9AA0A6"/>
            </a:solidFill>
            <a:ln>
              <a:noFill/>
            </a:ln>
          </p:spPr>
          <p:txBody>
            <a:bodyPr rtlCol="0" anchor="ctr"/>
            <a:lstStyle/>
            <a:p>
              <a:pPr algn="ctr"/>
            </a:p>
          </p:txBody>
        </p:sp>
        <p:sp>
          <p:nvSpPr>
            <p:cNvPr id="110" name="frame"/>
            <p:cNvSpPr/>
            <p:nvPr/>
          </p:nvSpPr>
          <p:spPr>
            <a:xfrm>
              <a:off x="3557015" y="3438144"/>
              <a:ext cx="1571304" cy="61722"/>
            </a:xfrm>
            <a:prstGeom prst="rect">
              <a:avLst/>
            </a:prstGeom>
            <a:solidFill>
              <a:srgbClr val="3A3F47"/>
            </a:solidFill>
            <a:ln w="9525">
              <a:solidFill>
                <a:srgbClr val="9AA0A6"/>
              </a:solidFill>
            </a:ln>
          </p:spPr>
          <p:txBody>
            <a:bodyPr rtlCol="0" anchor="ctr"/>
            <a:lstStyle/>
            <a:p>
              <a:pPr algn="ctr"/>
            </a:p>
          </p:txBody>
        </p:sp>
        <p:sp>
          <p:nvSpPr>
            <p:cNvPr id="111" name="cab"/>
            <p:cNvSpPr/>
            <p:nvPr/>
          </p:nvSpPr>
          <p:spPr>
            <a:xfrm>
              <a:off x="3557015" y="2971800"/>
              <a:ext cx="315468" cy="466344"/>
            </a:xfrm>
            <a:prstGeom prst="roundRect">
              <a:avLst>
                <a:gd name="adj" fmla="val 2173"/>
              </a:avLst>
            </a:prstGeom>
            <a:solidFill>
              <a:srgbClr val="D6619B"/>
            </a:solidFill>
            <a:ln>
              <a:noFill/>
            </a:ln>
          </p:spPr>
          <p:txBody>
            <a:bodyPr rtlCol="0" anchor="ctr"/>
            <a:lstStyle/>
            <a:p>
              <a:pPr algn="ctr"/>
            </a:p>
          </p:txBody>
        </p:sp>
        <p:sp>
          <p:nvSpPr>
            <p:cNvPr id="112" name="cab roof"/>
            <p:cNvSpPr/>
            <p:nvPr/>
          </p:nvSpPr>
          <p:spPr>
            <a:xfrm>
              <a:off x="3529583" y="2930652"/>
              <a:ext cx="370332" cy="41147"/>
            </a:xfrm>
            <a:prstGeom prst="rect">
              <a:avLst/>
            </a:prstGeom>
            <a:solidFill>
              <a:srgbClr val="3A3F47"/>
            </a:solidFill>
            <a:ln w="9525">
              <a:solidFill>
                <a:srgbClr val="9AA0A6"/>
              </a:solidFill>
            </a:ln>
          </p:spPr>
          <p:txBody>
            <a:bodyPr rtlCol="0" anchor="ctr"/>
            <a:lstStyle/>
            <a:p>
              <a:pPr algn="ctr"/>
            </a:p>
          </p:txBody>
        </p:sp>
        <p:sp>
          <p:nvSpPr>
            <p:cNvPr id="113" name="cab window"/>
            <p:cNvSpPr/>
            <p:nvPr/>
          </p:nvSpPr>
          <p:spPr>
            <a:xfrm>
              <a:off x="3632453" y="3040380"/>
              <a:ext cx="137160" cy="150876"/>
            </a:xfrm>
            <a:prstGeom prst="rect">
              <a:avLst/>
            </a:prstGeom>
            <a:solidFill>
              <a:srgbClr val="1B1D21"/>
            </a:solidFill>
            <a:ln>
              <a:noFill/>
            </a:ln>
          </p:spPr>
          <p:txBody>
            <a:bodyPr rtlCol="0" anchor="ctr"/>
            <a:lstStyle/>
            <a:p>
              <a:pPr algn="ctr"/>
            </a:p>
          </p:txBody>
        </p:sp>
        <p:sp>
          <p:nvSpPr>
            <p:cNvPr id="114" name="boiler"/>
            <p:cNvSpPr/>
            <p:nvPr/>
          </p:nvSpPr>
          <p:spPr>
            <a:xfrm>
              <a:off x="3872483" y="3012948"/>
              <a:ext cx="1022664" cy="342900"/>
            </a:xfrm>
            <a:prstGeom prst="roundRect">
              <a:avLst>
                <a:gd name="adj" fmla="val 22000"/>
              </a:avLst>
            </a:prstGeom>
            <a:solidFill>
              <a:srgbClr val="D6619B"/>
            </a:solidFill>
            <a:ln>
              <a:noFill/>
            </a:ln>
          </p:spPr>
          <p:txBody>
            <a:bodyPr rtlCol="0" anchor="ctr"/>
            <a:lstStyle/>
            <a:p>
              <a:pPr algn="ctr"/>
            </a:p>
          </p:txBody>
        </p:sp>
        <p:sp>
          <p:nvSpPr>
            <p:cNvPr id="115" name="smokebox"/>
            <p:cNvSpPr/>
            <p:nvPr/>
          </p:nvSpPr>
          <p:spPr>
            <a:xfrm>
              <a:off x="4895148" y="3012948"/>
              <a:ext cx="164592" cy="342900"/>
            </a:xfrm>
            <a:prstGeom prst="roundRect">
              <a:avLst>
                <a:gd name="adj" fmla="val 10000"/>
              </a:avLst>
            </a:prstGeom>
            <a:solidFill>
              <a:srgbClr val="4A515B"/>
            </a:solidFill>
            <a:ln>
              <a:noFill/>
            </a:ln>
          </p:spPr>
          <p:txBody>
            <a:bodyPr rtlCol="0" anchor="ctr"/>
            <a:lstStyle/>
            <a:p>
              <a:pPr algn="ctr"/>
            </a:p>
          </p:txBody>
        </p:sp>
        <p:sp>
          <p:nvSpPr>
            <p:cNvPr id="116" name="funnel stack"/>
            <p:cNvSpPr/>
            <p:nvPr/>
          </p:nvSpPr>
          <p:spPr>
            <a:xfrm>
              <a:off x="4888290" y="2779776"/>
              <a:ext cx="164592" cy="233172"/>
            </a:xfrm>
            <a:custGeom>
              <a:avLst/>
              <a:gdLst/>
              <a:ahLst/>
              <a:cxnLst/>
              <a:rect l="l" t="t" r="r" b="b"/>
              <a:pathLst>
                <a:path w="164592" h="233172">
                  <a:moveTo>
                    <a:pt x="54864" y="233172"/>
                  </a:moveTo>
                  <a:lnTo>
                    <a:pt x="54864" y="164592"/>
                  </a:lnTo>
                  <a:lnTo>
                    <a:pt x="0" y="0"/>
                  </a:lnTo>
                  <a:lnTo>
                    <a:pt x="164592" y="0"/>
                  </a:lnTo>
                  <a:lnTo>
                    <a:pt x="109728" y="164592"/>
                  </a:lnTo>
                  <a:lnTo>
                    <a:pt x="109728" y="233172"/>
                  </a:lnTo>
                  <a:close/>
                </a:path>
              </a:pathLst>
            </a:custGeom>
            <a:solidFill>
              <a:srgbClr val="3A3F47"/>
            </a:solidFill>
            <a:ln w="9525">
              <a:solidFill>
                <a:srgbClr val="9AA0A6"/>
              </a:solidFill>
            </a:ln>
          </p:spPr>
          <p:txBody>
            <a:bodyPr rtlCol="0" anchor="ctr"/>
            <a:lstStyle/>
            <a:p>
              <a:pPr algn="ctr"/>
            </a:p>
          </p:txBody>
        </p:sp>
        <p:sp>
          <p:nvSpPr>
            <p:cNvPr id="117" name="headlamp"/>
            <p:cNvSpPr/>
            <p:nvPr/>
          </p:nvSpPr>
          <p:spPr>
            <a:xfrm>
              <a:off x="5018592" y="2903220"/>
              <a:ext cx="102869" cy="102869"/>
            </a:xfrm>
            <a:prstGeom prst="ellipse">
              <a:avLst/>
            </a:prstGeom>
            <a:solidFill>
              <a:srgbClr val="F2C14E"/>
            </a:solidFill>
            <a:ln w="12700">
              <a:solidFill>
                <a:srgbClr val="F2F2F2"/>
              </a:solidFill>
            </a:ln>
          </p:spPr>
          <p:txBody>
            <a:bodyPr rtlCol="0" anchor="ctr"/>
            <a:lstStyle/>
            <a:p>
              <a:pPr algn="ctr"/>
            </a:p>
          </p:txBody>
        </p:sp>
        <p:sp>
          <p:nvSpPr>
            <p:cNvPr id="118" name="sand dome"/>
            <p:cNvSpPr/>
            <p:nvPr/>
          </p:nvSpPr>
          <p:spPr>
            <a:xfrm>
              <a:off x="4158830" y="2930652"/>
              <a:ext cx="123444" cy="82295"/>
            </a:xfrm>
            <a:prstGeom prst="roundRect">
              <a:avLst>
                <a:gd name="adj" fmla="val 33333"/>
              </a:avLst>
            </a:prstGeom>
            <a:solidFill>
              <a:srgbClr val="D6619B"/>
            </a:solidFill>
            <a:ln>
              <a:noFill/>
            </a:ln>
          </p:spPr>
          <p:txBody>
            <a:bodyPr rtlCol="0" anchor="ctr"/>
            <a:lstStyle/>
            <a:p>
              <a:pPr algn="ctr"/>
            </a:p>
          </p:txBody>
        </p:sp>
        <p:sp>
          <p:nvSpPr>
            <p:cNvPr id="119" name="steam dome"/>
            <p:cNvSpPr/>
            <p:nvPr/>
          </p:nvSpPr>
          <p:spPr>
            <a:xfrm>
              <a:off x="4506536" y="2916936"/>
              <a:ext cx="137160" cy="96012"/>
            </a:xfrm>
            <a:prstGeom prst="roundRect">
              <a:avLst>
                <a:gd name="adj" fmla="val 28571"/>
              </a:avLst>
            </a:prstGeom>
            <a:solidFill>
              <a:srgbClr val="D6619B"/>
            </a:solidFill>
            <a:ln>
              <a:noFill/>
            </a:ln>
          </p:spPr>
          <p:txBody>
            <a:bodyPr rtlCol="0" anchor="ctr"/>
            <a:lstStyle/>
            <a:p>
              <a:pPr algn="ctr"/>
            </a:p>
          </p:txBody>
        </p:sp>
        <p:sp>
          <p:nvSpPr>
            <p:cNvPr id="120" name="pilot"/>
            <p:cNvSpPr/>
            <p:nvPr/>
          </p:nvSpPr>
          <p:spPr>
            <a:xfrm>
              <a:off x="5059740" y="3445002"/>
              <a:ext cx="205740" cy="150876"/>
            </a:xfrm>
            <a:custGeom>
              <a:avLst/>
              <a:gdLst/>
              <a:ahLst/>
              <a:cxnLst/>
              <a:rect l="l" t="t" r="r" b="b"/>
              <a:pathLst>
                <a:path w="205740" h="150876">
                  <a:moveTo>
                    <a:pt x="0" y="0"/>
                  </a:moveTo>
                  <a:lnTo>
                    <a:pt x="205740" y="150876"/>
                  </a:lnTo>
                  <a:lnTo>
                    <a:pt x="0" y="150876"/>
                  </a:lnTo>
                  <a:close/>
                </a:path>
              </a:pathLst>
            </a:custGeom>
            <a:solidFill>
              <a:srgbClr val="3A3F47"/>
            </a:solidFill>
            <a:ln w="12700">
              <a:solidFill>
                <a:srgbClr val="9AA0A6"/>
              </a:solidFill>
            </a:ln>
          </p:spPr>
          <p:txBody>
            <a:bodyPr rtlCol="0" anchor="ctr"/>
            <a:lstStyle/>
            <a:p>
              <a:pPr algn="ctr"/>
            </a:p>
          </p:txBody>
        </p:sp>
        <p:sp>
          <p:nvSpPr>
            <p:cNvPr id="121" name="bell"/>
            <p:cNvSpPr/>
            <p:nvPr/>
          </p:nvSpPr>
          <p:spPr>
            <a:xfrm>
              <a:off x="4342668" y="2848356"/>
              <a:ext cx="41148" cy="82296"/>
            </a:xfrm>
            <a:prstGeom prst="rect">
              <a:avLst/>
            </a:prstGeom>
            <a:solidFill>
              <a:srgbClr val="9AA0A6"/>
            </a:solidFill>
            <a:ln>
              <a:noFill/>
            </a:ln>
          </p:spPr>
          <p:txBody>
            <a:bodyPr rtlCol="0" anchor="ctr"/>
            <a:lstStyle/>
            <a:p>
              <a:pPr algn="ctr"/>
            </a:p>
          </p:txBody>
        </p:sp>
        <p:sp>
          <p:nvSpPr>
            <p:cNvPr id="122" name="wheel"/>
            <p:cNvSpPr/>
            <p:nvPr/>
          </p:nvSpPr>
          <p:spPr>
            <a:xfrm>
              <a:off x="3605022" y="3396996"/>
              <a:ext cx="260603" cy="260603"/>
            </a:xfrm>
            <a:prstGeom prst="ellipse">
              <a:avLst/>
            </a:prstGeom>
            <a:solidFill>
              <a:srgbClr val="1B1D21"/>
            </a:solidFill>
            <a:ln w="19050">
              <a:solidFill>
                <a:srgbClr val="9AA0A6"/>
              </a:solidFill>
            </a:ln>
          </p:spPr>
          <p:txBody>
            <a:bodyPr rtlCol="0" anchor="ctr"/>
            <a:lstStyle/>
            <a:p>
              <a:pPr algn="ctr"/>
            </a:p>
          </p:txBody>
        </p:sp>
        <p:sp>
          <p:nvSpPr>
            <p:cNvPr id="123" name="hub"/>
            <p:cNvSpPr/>
            <p:nvPr/>
          </p:nvSpPr>
          <p:spPr>
            <a:xfrm>
              <a:off x="3701445" y="3493419"/>
              <a:ext cx="67757" cy="67757"/>
            </a:xfrm>
            <a:prstGeom prst="ellipse">
              <a:avLst/>
            </a:prstGeom>
            <a:solidFill>
              <a:srgbClr val="9AA0A6"/>
            </a:solidFill>
            <a:ln>
              <a:noFill/>
            </a:ln>
          </p:spPr>
          <p:txBody>
            <a:bodyPr rtlCol="0" anchor="ctr"/>
            <a:lstStyle/>
            <a:p>
              <a:pPr algn="ctr"/>
            </a:p>
          </p:txBody>
        </p:sp>
        <p:sp>
          <p:nvSpPr>
            <p:cNvPr id="124" name="wheel"/>
            <p:cNvSpPr/>
            <p:nvPr/>
          </p:nvSpPr>
          <p:spPr>
            <a:xfrm>
              <a:off x="3896898" y="3396996"/>
              <a:ext cx="260603" cy="260603"/>
            </a:xfrm>
            <a:prstGeom prst="ellipse">
              <a:avLst/>
            </a:prstGeom>
            <a:solidFill>
              <a:srgbClr val="1B1D21"/>
            </a:solidFill>
            <a:ln w="19050">
              <a:solidFill>
                <a:srgbClr val="9AA0A6"/>
              </a:solidFill>
            </a:ln>
          </p:spPr>
          <p:txBody>
            <a:bodyPr rtlCol="0" anchor="ctr"/>
            <a:lstStyle/>
            <a:p>
              <a:pPr algn="ctr"/>
            </a:p>
          </p:txBody>
        </p:sp>
        <p:sp>
          <p:nvSpPr>
            <p:cNvPr id="125" name="hub"/>
            <p:cNvSpPr/>
            <p:nvPr/>
          </p:nvSpPr>
          <p:spPr>
            <a:xfrm>
              <a:off x="3993321" y="3493419"/>
              <a:ext cx="67757" cy="67757"/>
            </a:xfrm>
            <a:prstGeom prst="ellipse">
              <a:avLst/>
            </a:prstGeom>
            <a:solidFill>
              <a:srgbClr val="9AA0A6"/>
            </a:solidFill>
            <a:ln>
              <a:noFill/>
            </a:ln>
          </p:spPr>
          <p:txBody>
            <a:bodyPr rtlCol="0" anchor="ctr"/>
            <a:lstStyle/>
            <a:p>
              <a:pPr algn="ctr"/>
            </a:p>
          </p:txBody>
        </p:sp>
        <p:sp>
          <p:nvSpPr>
            <p:cNvPr id="126" name="wheel"/>
            <p:cNvSpPr/>
            <p:nvPr/>
          </p:nvSpPr>
          <p:spPr>
            <a:xfrm>
              <a:off x="4188774" y="3396996"/>
              <a:ext cx="260603" cy="260603"/>
            </a:xfrm>
            <a:prstGeom prst="ellipse">
              <a:avLst/>
            </a:prstGeom>
            <a:solidFill>
              <a:srgbClr val="1B1D21"/>
            </a:solidFill>
            <a:ln w="19050">
              <a:solidFill>
                <a:srgbClr val="9AA0A6"/>
              </a:solidFill>
            </a:ln>
          </p:spPr>
          <p:txBody>
            <a:bodyPr rtlCol="0" anchor="ctr"/>
            <a:lstStyle/>
            <a:p>
              <a:pPr algn="ctr"/>
            </a:p>
          </p:txBody>
        </p:sp>
        <p:sp>
          <p:nvSpPr>
            <p:cNvPr id="127" name="hub"/>
            <p:cNvSpPr/>
            <p:nvPr/>
          </p:nvSpPr>
          <p:spPr>
            <a:xfrm>
              <a:off x="4285198" y="3493419"/>
              <a:ext cx="67757" cy="67757"/>
            </a:xfrm>
            <a:prstGeom prst="ellipse">
              <a:avLst/>
            </a:prstGeom>
            <a:solidFill>
              <a:srgbClr val="9AA0A6"/>
            </a:solidFill>
            <a:ln>
              <a:noFill/>
            </a:ln>
          </p:spPr>
          <p:txBody>
            <a:bodyPr rtlCol="0" anchor="ctr"/>
            <a:lstStyle/>
            <a:p>
              <a:pPr algn="ctr"/>
            </a:p>
          </p:txBody>
        </p:sp>
        <p:sp>
          <p:nvSpPr>
            <p:cNvPr id="128" name="wheel"/>
            <p:cNvSpPr/>
            <p:nvPr/>
          </p:nvSpPr>
          <p:spPr>
            <a:xfrm>
              <a:off x="4785420" y="3520439"/>
              <a:ext cx="137160" cy="137160"/>
            </a:xfrm>
            <a:prstGeom prst="ellipse">
              <a:avLst/>
            </a:prstGeom>
            <a:solidFill>
              <a:srgbClr val="1B1D21"/>
            </a:solidFill>
            <a:ln w="19050">
              <a:solidFill>
                <a:srgbClr val="9AA0A6"/>
              </a:solidFill>
            </a:ln>
          </p:spPr>
          <p:txBody>
            <a:bodyPr rtlCol="0" anchor="ctr"/>
            <a:lstStyle/>
            <a:p>
              <a:pPr algn="ctr"/>
            </a:p>
          </p:txBody>
        </p:sp>
        <p:sp>
          <p:nvSpPr>
            <p:cNvPr id="129" name="hub"/>
            <p:cNvSpPr/>
            <p:nvPr/>
          </p:nvSpPr>
          <p:spPr>
            <a:xfrm>
              <a:off x="4836170" y="3571189"/>
              <a:ext cx="35661" cy="35661"/>
            </a:xfrm>
            <a:prstGeom prst="ellipse">
              <a:avLst/>
            </a:prstGeom>
            <a:solidFill>
              <a:srgbClr val="9AA0A6"/>
            </a:solidFill>
            <a:ln>
              <a:noFill/>
            </a:ln>
          </p:spPr>
          <p:txBody>
            <a:bodyPr rtlCol="0" anchor="ctr"/>
            <a:lstStyle/>
            <a:p>
              <a:pPr algn="ctr"/>
            </a:p>
          </p:txBody>
        </p:sp>
        <p:sp>
          <p:nvSpPr>
            <p:cNvPr id="130" name="wheel"/>
            <p:cNvSpPr/>
            <p:nvPr/>
          </p:nvSpPr>
          <p:spPr>
            <a:xfrm>
              <a:off x="4936296" y="3520439"/>
              <a:ext cx="137160" cy="137160"/>
            </a:xfrm>
            <a:prstGeom prst="ellipse">
              <a:avLst/>
            </a:prstGeom>
            <a:solidFill>
              <a:srgbClr val="1B1D21"/>
            </a:solidFill>
            <a:ln w="19050">
              <a:solidFill>
                <a:srgbClr val="9AA0A6"/>
              </a:solidFill>
            </a:ln>
          </p:spPr>
          <p:txBody>
            <a:bodyPr rtlCol="0" anchor="ctr"/>
            <a:lstStyle/>
            <a:p>
              <a:pPr algn="ctr"/>
            </a:p>
          </p:txBody>
        </p:sp>
        <p:sp>
          <p:nvSpPr>
            <p:cNvPr id="131" name="hub"/>
            <p:cNvSpPr/>
            <p:nvPr/>
          </p:nvSpPr>
          <p:spPr>
            <a:xfrm>
              <a:off x="4987046" y="3571189"/>
              <a:ext cx="35661" cy="35661"/>
            </a:xfrm>
            <a:prstGeom prst="ellipse">
              <a:avLst/>
            </a:prstGeom>
            <a:solidFill>
              <a:srgbClr val="9AA0A6"/>
            </a:solidFill>
            <a:ln>
              <a:noFill/>
            </a:ln>
          </p:spPr>
          <p:txBody>
            <a:bodyPr rtlCol="0" anchor="ctr"/>
            <a:lstStyle/>
            <a:p>
              <a:pPr algn="ctr"/>
            </a:p>
          </p:txBody>
        </p:sp>
        <p:sp>
          <p:nvSpPr>
            <p:cNvPr id="132" name="coupling rod"/>
            <p:cNvSpPr/>
            <p:nvPr/>
          </p:nvSpPr>
          <p:spPr>
            <a:xfrm>
              <a:off x="3735324" y="3449116"/>
              <a:ext cx="583752" cy="19202"/>
            </a:xfrm>
            <a:prstGeom prst="rect">
              <a:avLst/>
            </a:prstGeom>
            <a:solidFill>
              <a:srgbClr val="D0D4D8"/>
            </a:solidFill>
            <a:ln>
              <a:noFill/>
            </a:ln>
          </p:spPr>
          <p:txBody>
            <a:bodyPr rtlCol="0" anchor="ctr"/>
            <a:lstStyle/>
            <a:p>
              <a:pPr algn="ctr"/>
            </a:p>
          </p:txBody>
        </p:sp>
        <p:sp>
          <p:nvSpPr>
            <p:cNvPr id="133" name="rail"/>
            <p:cNvSpPr/>
            <p:nvPr/>
          </p:nvSpPr>
          <p:spPr>
            <a:xfrm>
              <a:off x="777240" y="3657600"/>
              <a:ext cx="4579680" cy="45720"/>
            </a:xfrm>
            <a:prstGeom prst="rect">
              <a:avLst/>
            </a:prstGeom>
            <a:solidFill>
              <a:srgbClr val="9AA0A6"/>
            </a:solidFill>
            <a:ln>
              <a:noFill/>
            </a:ln>
          </p:spPr>
          <p:txBody>
            <a:bodyPr rtlCol="0" anchor="ctr"/>
            <a:lstStyle/>
            <a:p>
              <a:pPr algn="ctr"/>
            </a:p>
          </p:txBody>
        </p:sp>
        <p:sp>
          <p:nvSpPr>
            <p:cNvPr id="134" name="style band"/>
            <p:cNvSpPr/>
            <p:nvPr/>
          </p:nvSpPr>
          <p:spPr>
            <a:xfrm>
              <a:off x="868680" y="3749039"/>
              <a:ext cx="4396800" cy="274320"/>
            </a:xfrm>
            <a:prstGeom prst="roundRect">
              <a:avLst>
                <a:gd name="adj" fmla="val 16666"/>
              </a:avLst>
            </a:prstGeom>
            <a:solidFill>
              <a:srgbClr val="D6619B"/>
            </a:solidFill>
            <a:ln>
              <a:noFill/>
            </a:ln>
          </p:spPr>
          <p:txBody>
            <a:bodyPr rtlCol="0" anchor="ctr" wrap="square" lIns="54864" tIns="27432" rIns="54864" bIns="27432">
              <a:noAutofit/>
            </a:bodyPr>
            <a:lstStyle/>
            <a:p>
              <a:pPr algn="ctr"/>
              <a:r>
                <a:rPr sz="1400" b="1" i="0" lang="en-GB">
                  <a:solidFill>
                    <a:srgbClr val="101418"/>
                  </a:solidFill>
                  <a:latin typeface="Arial"/>
                </a:rPr>
                <a:t>North American style</a:t>
              </a:r>
            </a:p>
          </p:txBody>
        </p:sp>
        <p:cxnSp>
          <p:nvCxnSpPr>
            <p:cNvPr id="135" name="lead pointer"/>
            <p:cNvCxnSpPr/>
            <p:nvPr/>
          </p:nvCxnSpPr>
          <p:spPr>
            <a:xfrm flipH="1">
              <a:off x="5402640" y="3246120"/>
              <a:ext cx="365760" cy="0"/>
            </a:xfrm>
            <a:prstGeom prst="line">
              <a:avLst/>
            </a:prstGeom>
            <a:ln w="31750">
              <a:solidFill>
                <a:srgbClr val="F28C28"/>
              </a:solidFill>
              <a:tailEnd type="triangle" w="med" len="med"/>
            </a:ln>
          </p:spPr>
        </p:cxnSp>
        <p:sp>
          <p:nvSpPr>
            <p:cNvPr id="136" name="lead label"/>
            <p:cNvSpPr txBox="1"/>
            <p:nvPr/>
          </p:nvSpPr>
          <p:spPr>
            <a:xfrm>
              <a:off x="5859840" y="3063240"/>
              <a:ext cx="2011680" cy="365760"/>
            </a:xfrm>
            <a:prstGeom prst="rect">
              <a:avLst/>
            </a:prstGeom>
            <a:noFill/>
          </p:spPr>
          <p:txBody>
            <a:bodyPr wrap="square" anchor="ctr" lIns="18288" tIns="9144" rIns="18288" bIns="9144">
              <a:noAutofit/>
            </a:bodyPr>
            <a:lstStyle/>
            <a:p>
              <a:pPr algn="l"/>
              <a:r>
                <a:rPr sz="1800" b="1" i="0" lang="en-GB">
                  <a:solidFill>
                    <a:srgbClr val="F2F2F2"/>
                  </a:solidFill>
                  <a:latin typeface="Arial"/>
                </a:rPr>
                <a:t>Lead engine</a:t>
              </a:r>
            </a:p>
          </p:txBody>
        </p:sp>
        <p:sp>
          <p:nvSpPr>
            <p:cNvPr id="137" name="rail"/>
            <p:cNvSpPr/>
            <p:nvPr/>
          </p:nvSpPr>
          <p:spPr>
            <a:xfrm>
              <a:off x="777240" y="5074920"/>
              <a:ext cx="2615184" cy="45720"/>
            </a:xfrm>
            <a:prstGeom prst="rect">
              <a:avLst/>
            </a:prstGeom>
            <a:solidFill>
              <a:srgbClr val="9AA0A6"/>
            </a:solidFill>
            <a:ln>
              <a:noFill/>
            </a:ln>
          </p:spPr>
          <p:txBody>
            <a:bodyPr rtlCol="0" anchor="ctr"/>
            <a:lstStyle/>
            <a:p>
              <a:pPr algn="ctr"/>
            </a:p>
          </p:txBody>
        </p:sp>
        <p:sp>
          <p:nvSpPr>
            <p:cNvPr id="138" name="platform"/>
            <p:cNvSpPr/>
            <p:nvPr/>
          </p:nvSpPr>
          <p:spPr>
            <a:xfrm>
              <a:off x="868680" y="4987137"/>
              <a:ext cx="1170432" cy="87782"/>
            </a:xfrm>
            <a:prstGeom prst="rect">
              <a:avLst/>
            </a:prstGeom>
            <a:solidFill>
              <a:srgbClr val="5A606A"/>
            </a:solidFill>
            <a:ln w="12700">
              <a:solidFill>
                <a:srgbClr val="9AA0A6"/>
              </a:solidFill>
            </a:ln>
          </p:spPr>
          <p:txBody>
            <a:bodyPr rtlCol="0" anchor="ctr"/>
            <a:lstStyle/>
            <a:p>
              <a:pPr algn="ctr"/>
            </a:p>
          </p:txBody>
        </p:sp>
        <p:sp>
          <p:nvSpPr>
            <p:cNvPr id="139" name="building"/>
            <p:cNvSpPr/>
            <p:nvPr/>
          </p:nvSpPr>
          <p:spPr>
            <a:xfrm>
              <a:off x="985723" y="4548225"/>
              <a:ext cx="760780" cy="438912"/>
            </a:xfrm>
            <a:prstGeom prst="rect">
              <a:avLst/>
            </a:prstGeom>
            <a:solidFill>
              <a:srgbClr val="D9B26F"/>
            </a:solidFill>
            <a:ln>
              <a:noFill/>
            </a:ln>
          </p:spPr>
          <p:txBody>
            <a:bodyPr rtlCol="0" anchor="ctr"/>
            <a:lstStyle/>
            <a:p>
              <a:pPr algn="ctr"/>
            </a:p>
          </p:txBody>
        </p:sp>
        <p:sp>
          <p:nvSpPr>
            <p:cNvPr id="140" name="gable roof"/>
            <p:cNvSpPr/>
            <p:nvPr/>
          </p:nvSpPr>
          <p:spPr>
            <a:xfrm>
              <a:off x="941832" y="4255617"/>
              <a:ext cx="848563" cy="292608"/>
            </a:xfrm>
            <a:custGeom>
              <a:avLst/>
              <a:gdLst/>
              <a:ahLst/>
              <a:cxnLst/>
              <a:rect l="l" t="t" r="r" b="b"/>
              <a:pathLst>
                <a:path w="848563" h="292608">
                  <a:moveTo>
                    <a:pt x="0" y="292608"/>
                  </a:moveTo>
                  <a:lnTo>
                    <a:pt x="424281" y="0"/>
                  </a:lnTo>
                  <a:lnTo>
                    <a:pt x="848563" y="292608"/>
                  </a:lnTo>
                  <a:close/>
                </a:path>
              </a:pathLst>
            </a:custGeom>
            <a:solidFill>
              <a:srgbClr val="8D7348"/>
            </a:solidFill>
            <a:ln>
              <a:noFill/>
            </a:ln>
          </p:spPr>
          <p:txBody>
            <a:bodyPr rtlCol="0" anchor="ctr"/>
            <a:lstStyle/>
            <a:p>
              <a:pPr algn="ctr"/>
            </a:p>
          </p:txBody>
        </p:sp>
        <p:sp>
          <p:nvSpPr>
            <p:cNvPr id="141" name="chimney"/>
            <p:cNvSpPr/>
            <p:nvPr/>
          </p:nvSpPr>
          <p:spPr>
            <a:xfrm>
              <a:off x="1570939" y="4284878"/>
              <a:ext cx="80467" cy="190195"/>
            </a:xfrm>
            <a:prstGeom prst="rect">
              <a:avLst/>
            </a:prstGeom>
            <a:solidFill>
              <a:srgbClr val="3A3F47"/>
            </a:solidFill>
            <a:ln>
              <a:noFill/>
            </a:ln>
          </p:spPr>
          <p:txBody>
            <a:bodyPr rtlCol="0" anchor="ctr"/>
            <a:lstStyle/>
            <a:p>
              <a:pPr algn="ctr"/>
            </a:p>
          </p:txBody>
        </p:sp>
        <p:sp>
          <p:nvSpPr>
            <p:cNvPr id="142" name="window"/>
            <p:cNvSpPr/>
            <p:nvPr/>
          </p:nvSpPr>
          <p:spPr>
            <a:xfrm>
              <a:off x="1058875" y="4665268"/>
              <a:ext cx="146304" cy="146304"/>
            </a:xfrm>
            <a:prstGeom prst="rect">
              <a:avLst/>
            </a:prstGeom>
            <a:solidFill>
              <a:srgbClr val="1B1D21"/>
            </a:solidFill>
            <a:ln>
              <a:noFill/>
            </a:ln>
          </p:spPr>
          <p:txBody>
            <a:bodyPr rtlCol="0" anchor="ctr"/>
            <a:lstStyle/>
            <a:p>
              <a:pPr algn="ctr"/>
            </a:p>
          </p:txBody>
        </p:sp>
        <p:sp>
          <p:nvSpPr>
            <p:cNvPr id="143" name="window"/>
            <p:cNvSpPr/>
            <p:nvPr/>
          </p:nvSpPr>
          <p:spPr>
            <a:xfrm>
              <a:off x="1512417" y="4665268"/>
              <a:ext cx="146304" cy="146304"/>
            </a:xfrm>
            <a:prstGeom prst="rect">
              <a:avLst/>
            </a:prstGeom>
            <a:solidFill>
              <a:srgbClr val="1B1D21"/>
            </a:solidFill>
            <a:ln>
              <a:noFill/>
            </a:ln>
          </p:spPr>
          <p:txBody>
            <a:bodyPr rtlCol="0" anchor="ctr"/>
            <a:lstStyle/>
            <a:p>
              <a:pPr algn="ctr"/>
            </a:p>
          </p:txBody>
        </p:sp>
        <p:sp>
          <p:nvSpPr>
            <p:cNvPr id="144" name="door"/>
            <p:cNvSpPr/>
            <p:nvPr/>
          </p:nvSpPr>
          <p:spPr>
            <a:xfrm>
              <a:off x="1292961" y="4636008"/>
              <a:ext cx="131673" cy="351129"/>
            </a:xfrm>
            <a:prstGeom prst="rect">
              <a:avLst/>
            </a:prstGeom>
            <a:solidFill>
              <a:srgbClr val="77613D"/>
            </a:solidFill>
            <a:ln>
              <a:noFill/>
            </a:ln>
          </p:spPr>
          <p:txBody>
            <a:bodyPr rtlCol="0" anchor="ctr"/>
            <a:lstStyle/>
            <a:p>
              <a:pPr algn="ctr"/>
            </a:p>
          </p:txBody>
        </p:sp>
        <p:sp>
          <p:nvSpPr>
            <p:cNvPr id="145" name="wagon frame"/>
            <p:cNvSpPr/>
            <p:nvPr/>
          </p:nvSpPr>
          <p:spPr>
            <a:xfrm>
              <a:off x="2697480" y="4882896"/>
              <a:ext cx="603504" cy="54863"/>
            </a:xfrm>
            <a:prstGeom prst="rect">
              <a:avLst/>
            </a:prstGeom>
            <a:solidFill>
              <a:srgbClr val="3A3F47"/>
            </a:solidFill>
            <a:ln w="9525">
              <a:solidFill>
                <a:srgbClr val="9AA0A6"/>
              </a:solidFill>
            </a:ln>
          </p:spPr>
          <p:txBody>
            <a:bodyPr rtlCol="0" anchor="ctr"/>
            <a:lstStyle/>
            <a:p>
              <a:pPr algn="ctr"/>
            </a:p>
          </p:txBody>
        </p:sp>
        <p:sp>
          <p:nvSpPr>
            <p:cNvPr id="146" name="flat bed"/>
            <p:cNvSpPr/>
            <p:nvPr/>
          </p:nvSpPr>
          <p:spPr>
            <a:xfrm>
              <a:off x="2697480" y="4828031"/>
              <a:ext cx="603504" cy="54864"/>
            </a:xfrm>
            <a:prstGeom prst="rect">
              <a:avLst/>
            </a:prstGeom>
            <a:solidFill>
              <a:srgbClr val="D9B26F"/>
            </a:solidFill>
            <a:ln>
              <a:noFill/>
            </a:ln>
          </p:spPr>
          <p:txBody>
            <a:bodyPr rtlCol="0" anchor="ctr"/>
            <a:lstStyle/>
            <a:p>
              <a:pPr algn="ctr"/>
            </a:p>
          </p:txBody>
        </p:sp>
        <p:sp>
          <p:nvSpPr>
            <p:cNvPr id="147" name="crate"/>
            <p:cNvSpPr/>
            <p:nvPr/>
          </p:nvSpPr>
          <p:spPr>
            <a:xfrm>
              <a:off x="2818180" y="4663440"/>
              <a:ext cx="168981" cy="164592"/>
            </a:xfrm>
            <a:prstGeom prst="roundRect">
              <a:avLst>
                <a:gd name="adj" fmla="val 3333"/>
              </a:avLst>
            </a:prstGeom>
            <a:solidFill>
              <a:srgbClr val="A28553"/>
            </a:solidFill>
            <a:ln>
              <a:noFill/>
            </a:ln>
          </p:spPr>
          <p:txBody>
            <a:bodyPr rtlCol="0" anchor="ctr"/>
            <a:lstStyle/>
            <a:p>
              <a:pPr algn="ctr"/>
            </a:p>
          </p:txBody>
        </p:sp>
        <p:sp>
          <p:nvSpPr>
            <p:cNvPr id="148" name="crate"/>
            <p:cNvSpPr/>
            <p:nvPr/>
          </p:nvSpPr>
          <p:spPr>
            <a:xfrm>
              <a:off x="3035442" y="4718304"/>
              <a:ext cx="144840" cy="109728"/>
            </a:xfrm>
            <a:prstGeom prst="roundRect">
              <a:avLst>
                <a:gd name="adj" fmla="val 5000"/>
              </a:avLst>
            </a:prstGeom>
            <a:solidFill>
              <a:srgbClr val="A28553"/>
            </a:solidFill>
            <a:ln>
              <a:noFill/>
            </a:ln>
          </p:spPr>
          <p:txBody>
            <a:bodyPr rtlCol="0" anchor="ctr"/>
            <a:lstStyle/>
            <a:p>
              <a:pPr algn="ctr"/>
            </a:p>
          </p:txBody>
        </p:sp>
        <p:sp>
          <p:nvSpPr>
            <p:cNvPr id="149" name="wheel"/>
            <p:cNvSpPr/>
            <p:nvPr/>
          </p:nvSpPr>
          <p:spPr>
            <a:xfrm>
              <a:off x="2738628" y="4910328"/>
              <a:ext cx="164592" cy="164592"/>
            </a:xfrm>
            <a:prstGeom prst="ellipse">
              <a:avLst/>
            </a:prstGeom>
            <a:solidFill>
              <a:srgbClr val="1B1D21"/>
            </a:solidFill>
            <a:ln w="15875">
              <a:solidFill>
                <a:srgbClr val="9AA0A6"/>
              </a:solidFill>
            </a:ln>
          </p:spPr>
          <p:txBody>
            <a:bodyPr rtlCol="0" anchor="ctr"/>
            <a:lstStyle/>
            <a:p>
              <a:pPr algn="ctr"/>
            </a:p>
          </p:txBody>
        </p:sp>
        <p:sp>
          <p:nvSpPr>
            <p:cNvPr id="150" name="hub"/>
            <p:cNvSpPr/>
            <p:nvPr/>
          </p:nvSpPr>
          <p:spPr>
            <a:xfrm>
              <a:off x="2799527" y="4971227"/>
              <a:ext cx="42793" cy="42793"/>
            </a:xfrm>
            <a:prstGeom prst="ellipse">
              <a:avLst/>
            </a:prstGeom>
            <a:solidFill>
              <a:srgbClr val="9AA0A6"/>
            </a:solidFill>
            <a:ln>
              <a:noFill/>
            </a:ln>
          </p:spPr>
          <p:txBody>
            <a:bodyPr rtlCol="0" anchor="ctr"/>
            <a:lstStyle/>
            <a:p>
              <a:pPr algn="ctr"/>
            </a:p>
          </p:txBody>
        </p:sp>
        <p:sp>
          <p:nvSpPr>
            <p:cNvPr id="151" name="wheel"/>
            <p:cNvSpPr/>
            <p:nvPr/>
          </p:nvSpPr>
          <p:spPr>
            <a:xfrm>
              <a:off x="3095244" y="4910328"/>
              <a:ext cx="164592" cy="164592"/>
            </a:xfrm>
            <a:prstGeom prst="ellipse">
              <a:avLst/>
            </a:prstGeom>
            <a:solidFill>
              <a:srgbClr val="1B1D21"/>
            </a:solidFill>
            <a:ln w="15875">
              <a:solidFill>
                <a:srgbClr val="9AA0A6"/>
              </a:solidFill>
            </a:ln>
          </p:spPr>
          <p:txBody>
            <a:bodyPr rtlCol="0" anchor="ctr"/>
            <a:lstStyle/>
            <a:p>
              <a:pPr algn="ctr"/>
            </a:p>
          </p:txBody>
        </p:sp>
        <p:sp>
          <p:nvSpPr>
            <p:cNvPr id="152" name="hub"/>
            <p:cNvSpPr/>
            <p:nvPr/>
          </p:nvSpPr>
          <p:spPr>
            <a:xfrm>
              <a:off x="3156143" y="4971227"/>
              <a:ext cx="42793" cy="42793"/>
            </a:xfrm>
            <a:prstGeom prst="ellipse">
              <a:avLst/>
            </a:prstGeom>
            <a:solidFill>
              <a:srgbClr val="9AA0A6"/>
            </a:solidFill>
            <a:ln>
              <a:noFill/>
            </a:ln>
          </p:spPr>
          <p:txBody>
            <a:bodyPr rtlCol="0" anchor="ctr"/>
            <a:lstStyle/>
            <a:p>
              <a:pPr algn="ctr"/>
            </a:p>
          </p:txBody>
        </p:sp>
        <p:sp>
          <p:nvSpPr>
            <p:cNvPr id="153" name="style band"/>
            <p:cNvSpPr/>
            <p:nvPr/>
          </p:nvSpPr>
          <p:spPr>
            <a:xfrm>
              <a:off x="868680" y="5166359"/>
              <a:ext cx="2432304" cy="274320"/>
            </a:xfrm>
            <a:prstGeom prst="roundRect">
              <a:avLst>
                <a:gd name="adj" fmla="val 16666"/>
              </a:avLst>
            </a:prstGeom>
            <a:solidFill>
              <a:srgbClr val="D9B26F"/>
            </a:solidFill>
            <a:ln>
              <a:noFill/>
            </a:ln>
          </p:spPr>
          <p:txBody>
            <a:bodyPr rtlCol="0" anchor="ctr" wrap="square" lIns="54864" tIns="27432" rIns="54864" bIns="27432">
              <a:noAutofit/>
            </a:bodyPr>
            <a:lstStyle/>
            <a:p>
              <a:pPr algn="ctr"/>
              <a:r>
                <a:rPr sz="1400" b="1" i="0" lang="en-GB">
                  <a:solidFill>
                    <a:srgbClr val="101418"/>
                  </a:solidFill>
                  <a:latin typeface="Arial"/>
                </a:rPr>
                <a:t>World style</a:t>
              </a:r>
            </a:p>
          </p:txBody>
        </p:sp>
        <p:sp>
          <p:nvSpPr>
            <p:cNvPr id="154" name="lone label"/>
            <p:cNvSpPr txBox="1"/>
            <p:nvPr/>
          </p:nvSpPr>
          <p:spPr>
            <a:xfrm>
              <a:off x="3575304" y="4480560"/>
              <a:ext cx="2194560" cy="365760"/>
            </a:xfrm>
            <a:prstGeom prst="rect">
              <a:avLst/>
            </a:prstGeom>
            <a:noFill/>
          </p:spPr>
          <p:txBody>
            <a:bodyPr wrap="square" anchor="ctr" lIns="18288" tIns="9144" rIns="18288" bIns="9144">
              <a:noAutofit/>
            </a:bodyPr>
            <a:lstStyle/>
            <a:p>
              <a:pPr algn="l"/>
              <a:r>
                <a:rPr sz="1800" b="1" i="0" lang="en-GB">
                  <a:solidFill>
                    <a:srgbClr val="F2F2F2"/>
                  </a:solidFill>
                  <a:latin typeface="Arial"/>
                </a:rPr>
                <a:t>Lone wagon</a:t>
              </a:r>
            </a:p>
          </p:txBody>
        </p:sp>
      </p:grpSp>
      <p:sp>
        <p:nvSpPr>
          <p:cNvPr id="15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56"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57"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Wagons take the look of the engine pulling them. A lone wagon follows the world style.</a:t>
            </a:r>
          </a:p>
        </p:txBody>
      </p:sp>
      <p:sp>
        <p:nvSpPr>
          <p:cNvPr id="158"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Which engine leads?</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grpSp>
        <p:nvGrpSpPr>
          <p:cNvPr id="4" name="Two coupled engines" descr="Two coupled engines in one train, each with a question mark above it. Which one leads is not settled."/>
          <p:cNvGrpSpPr/>
          <p:nvPr/>
        </p:nvGrpSpPr>
        <p:grpSpPr>
          <a:xfrm>
            <a:off x="822960" y="1714500"/>
            <a:ext cx="10607040" cy="2638044"/>
            <a:chOff x="822960" y="1714500"/>
            <a:chExt cx="10607040" cy="2638044"/>
          </a:xfrm>
        </p:grpSpPr>
        <p:sp>
          <p:nvSpPr>
            <p:cNvPr id="5" name="rail"/>
            <p:cNvSpPr/>
            <p:nvPr/>
          </p:nvSpPr>
          <p:spPr>
            <a:xfrm>
              <a:off x="822960" y="4206240"/>
              <a:ext cx="10607040" cy="64008"/>
            </a:xfrm>
            <a:prstGeom prst="rect">
              <a:avLst/>
            </a:prstGeom>
            <a:solidFill>
              <a:srgbClr val="9AA0A6"/>
            </a:solidFill>
            <a:ln>
              <a:noFill/>
            </a:ln>
          </p:spPr>
          <p:txBody>
            <a:bodyPr rtlCol="0" anchor="ctr"/>
            <a:lstStyle/>
            <a:p>
              <a:pPr algn="ctr"/>
            </a:p>
          </p:txBody>
        </p:sp>
        <p:sp>
          <p:nvSpPr>
            <p:cNvPr id="6" name="sleeper"/>
            <p:cNvSpPr/>
            <p:nvPr/>
          </p:nvSpPr>
          <p:spPr>
            <a:xfrm>
              <a:off x="822960" y="4270248"/>
              <a:ext cx="128016" cy="82296"/>
            </a:xfrm>
            <a:prstGeom prst="rect">
              <a:avLst/>
            </a:prstGeom>
            <a:solidFill>
              <a:srgbClr val="6B5B4B"/>
            </a:solidFill>
            <a:ln>
              <a:noFill/>
            </a:ln>
          </p:spPr>
          <p:txBody>
            <a:bodyPr rtlCol="0" anchor="ctr"/>
            <a:lstStyle/>
            <a:p>
              <a:pPr algn="ctr"/>
            </a:p>
          </p:txBody>
        </p:sp>
        <p:sp>
          <p:nvSpPr>
            <p:cNvPr id="7" name="sleeper"/>
            <p:cNvSpPr/>
            <p:nvPr/>
          </p:nvSpPr>
          <p:spPr>
            <a:xfrm>
              <a:off x="1188720" y="4270248"/>
              <a:ext cx="128016" cy="82296"/>
            </a:xfrm>
            <a:prstGeom prst="rect">
              <a:avLst/>
            </a:prstGeom>
            <a:solidFill>
              <a:srgbClr val="6B5B4B"/>
            </a:solidFill>
            <a:ln>
              <a:noFill/>
            </a:ln>
          </p:spPr>
          <p:txBody>
            <a:bodyPr rtlCol="0" anchor="ctr"/>
            <a:lstStyle/>
            <a:p>
              <a:pPr algn="ctr"/>
            </a:p>
          </p:txBody>
        </p:sp>
        <p:sp>
          <p:nvSpPr>
            <p:cNvPr id="8" name="sleeper"/>
            <p:cNvSpPr/>
            <p:nvPr/>
          </p:nvSpPr>
          <p:spPr>
            <a:xfrm>
              <a:off x="1554480" y="4270248"/>
              <a:ext cx="128016" cy="82296"/>
            </a:xfrm>
            <a:prstGeom prst="rect">
              <a:avLst/>
            </a:prstGeom>
            <a:solidFill>
              <a:srgbClr val="6B5B4B"/>
            </a:solidFill>
            <a:ln>
              <a:noFill/>
            </a:ln>
          </p:spPr>
          <p:txBody>
            <a:bodyPr rtlCol="0" anchor="ctr"/>
            <a:lstStyle/>
            <a:p>
              <a:pPr algn="ctr"/>
            </a:p>
          </p:txBody>
        </p:sp>
        <p:sp>
          <p:nvSpPr>
            <p:cNvPr id="9" name="sleeper"/>
            <p:cNvSpPr/>
            <p:nvPr/>
          </p:nvSpPr>
          <p:spPr>
            <a:xfrm>
              <a:off x="1920240" y="4270248"/>
              <a:ext cx="128016" cy="82296"/>
            </a:xfrm>
            <a:prstGeom prst="rect">
              <a:avLst/>
            </a:prstGeom>
            <a:solidFill>
              <a:srgbClr val="6B5B4B"/>
            </a:solidFill>
            <a:ln>
              <a:noFill/>
            </a:ln>
          </p:spPr>
          <p:txBody>
            <a:bodyPr rtlCol="0" anchor="ctr"/>
            <a:lstStyle/>
            <a:p>
              <a:pPr algn="ctr"/>
            </a:p>
          </p:txBody>
        </p:sp>
        <p:sp>
          <p:nvSpPr>
            <p:cNvPr id="10" name="sleeper"/>
            <p:cNvSpPr/>
            <p:nvPr/>
          </p:nvSpPr>
          <p:spPr>
            <a:xfrm>
              <a:off x="2286000" y="4270248"/>
              <a:ext cx="128016" cy="82296"/>
            </a:xfrm>
            <a:prstGeom prst="rect">
              <a:avLst/>
            </a:prstGeom>
            <a:solidFill>
              <a:srgbClr val="6B5B4B"/>
            </a:solidFill>
            <a:ln>
              <a:noFill/>
            </a:ln>
          </p:spPr>
          <p:txBody>
            <a:bodyPr rtlCol="0" anchor="ctr"/>
            <a:lstStyle/>
            <a:p>
              <a:pPr algn="ctr"/>
            </a:p>
          </p:txBody>
        </p:sp>
        <p:sp>
          <p:nvSpPr>
            <p:cNvPr id="11" name="sleeper"/>
            <p:cNvSpPr/>
            <p:nvPr/>
          </p:nvSpPr>
          <p:spPr>
            <a:xfrm>
              <a:off x="2651760" y="4270248"/>
              <a:ext cx="128016" cy="82296"/>
            </a:xfrm>
            <a:prstGeom prst="rect">
              <a:avLst/>
            </a:prstGeom>
            <a:solidFill>
              <a:srgbClr val="6B5B4B"/>
            </a:solidFill>
            <a:ln>
              <a:noFill/>
            </a:ln>
          </p:spPr>
          <p:txBody>
            <a:bodyPr rtlCol="0" anchor="ctr"/>
            <a:lstStyle/>
            <a:p>
              <a:pPr algn="ctr"/>
            </a:p>
          </p:txBody>
        </p:sp>
        <p:sp>
          <p:nvSpPr>
            <p:cNvPr id="12" name="sleeper"/>
            <p:cNvSpPr/>
            <p:nvPr/>
          </p:nvSpPr>
          <p:spPr>
            <a:xfrm>
              <a:off x="3017520" y="4270248"/>
              <a:ext cx="128016" cy="82296"/>
            </a:xfrm>
            <a:prstGeom prst="rect">
              <a:avLst/>
            </a:prstGeom>
            <a:solidFill>
              <a:srgbClr val="6B5B4B"/>
            </a:solidFill>
            <a:ln>
              <a:noFill/>
            </a:ln>
          </p:spPr>
          <p:txBody>
            <a:bodyPr rtlCol="0" anchor="ctr"/>
            <a:lstStyle/>
            <a:p>
              <a:pPr algn="ctr"/>
            </a:p>
          </p:txBody>
        </p:sp>
        <p:sp>
          <p:nvSpPr>
            <p:cNvPr id="13" name="sleeper"/>
            <p:cNvSpPr/>
            <p:nvPr/>
          </p:nvSpPr>
          <p:spPr>
            <a:xfrm>
              <a:off x="3383280" y="4270248"/>
              <a:ext cx="128016" cy="82296"/>
            </a:xfrm>
            <a:prstGeom prst="rect">
              <a:avLst/>
            </a:prstGeom>
            <a:solidFill>
              <a:srgbClr val="6B5B4B"/>
            </a:solidFill>
            <a:ln>
              <a:noFill/>
            </a:ln>
          </p:spPr>
          <p:txBody>
            <a:bodyPr rtlCol="0" anchor="ctr"/>
            <a:lstStyle/>
            <a:p>
              <a:pPr algn="ctr"/>
            </a:p>
          </p:txBody>
        </p:sp>
        <p:sp>
          <p:nvSpPr>
            <p:cNvPr id="14" name="sleeper"/>
            <p:cNvSpPr/>
            <p:nvPr/>
          </p:nvSpPr>
          <p:spPr>
            <a:xfrm>
              <a:off x="3749040" y="4270248"/>
              <a:ext cx="128016" cy="82296"/>
            </a:xfrm>
            <a:prstGeom prst="rect">
              <a:avLst/>
            </a:prstGeom>
            <a:solidFill>
              <a:srgbClr val="6B5B4B"/>
            </a:solidFill>
            <a:ln>
              <a:noFill/>
            </a:ln>
          </p:spPr>
          <p:txBody>
            <a:bodyPr rtlCol="0" anchor="ctr"/>
            <a:lstStyle/>
            <a:p>
              <a:pPr algn="ctr"/>
            </a:p>
          </p:txBody>
        </p:sp>
        <p:sp>
          <p:nvSpPr>
            <p:cNvPr id="15" name="sleeper"/>
            <p:cNvSpPr/>
            <p:nvPr/>
          </p:nvSpPr>
          <p:spPr>
            <a:xfrm>
              <a:off x="4114800" y="4270248"/>
              <a:ext cx="128016" cy="82296"/>
            </a:xfrm>
            <a:prstGeom prst="rect">
              <a:avLst/>
            </a:prstGeom>
            <a:solidFill>
              <a:srgbClr val="6B5B4B"/>
            </a:solidFill>
            <a:ln>
              <a:noFill/>
            </a:ln>
          </p:spPr>
          <p:txBody>
            <a:bodyPr rtlCol="0" anchor="ctr"/>
            <a:lstStyle/>
            <a:p>
              <a:pPr algn="ctr"/>
            </a:p>
          </p:txBody>
        </p:sp>
        <p:sp>
          <p:nvSpPr>
            <p:cNvPr id="16" name="sleeper"/>
            <p:cNvSpPr/>
            <p:nvPr/>
          </p:nvSpPr>
          <p:spPr>
            <a:xfrm>
              <a:off x="4480560" y="4270248"/>
              <a:ext cx="128016" cy="82296"/>
            </a:xfrm>
            <a:prstGeom prst="rect">
              <a:avLst/>
            </a:prstGeom>
            <a:solidFill>
              <a:srgbClr val="6B5B4B"/>
            </a:solidFill>
            <a:ln>
              <a:noFill/>
            </a:ln>
          </p:spPr>
          <p:txBody>
            <a:bodyPr rtlCol="0" anchor="ctr"/>
            <a:lstStyle/>
            <a:p>
              <a:pPr algn="ctr"/>
            </a:p>
          </p:txBody>
        </p:sp>
        <p:sp>
          <p:nvSpPr>
            <p:cNvPr id="17" name="sleeper"/>
            <p:cNvSpPr/>
            <p:nvPr/>
          </p:nvSpPr>
          <p:spPr>
            <a:xfrm>
              <a:off x="4846320" y="4270248"/>
              <a:ext cx="128016" cy="82296"/>
            </a:xfrm>
            <a:prstGeom prst="rect">
              <a:avLst/>
            </a:prstGeom>
            <a:solidFill>
              <a:srgbClr val="6B5B4B"/>
            </a:solidFill>
            <a:ln>
              <a:noFill/>
            </a:ln>
          </p:spPr>
          <p:txBody>
            <a:bodyPr rtlCol="0" anchor="ctr"/>
            <a:lstStyle/>
            <a:p>
              <a:pPr algn="ctr"/>
            </a:p>
          </p:txBody>
        </p:sp>
        <p:sp>
          <p:nvSpPr>
            <p:cNvPr id="18" name="sleeper"/>
            <p:cNvSpPr/>
            <p:nvPr/>
          </p:nvSpPr>
          <p:spPr>
            <a:xfrm>
              <a:off x="5212080" y="4270248"/>
              <a:ext cx="128016" cy="82296"/>
            </a:xfrm>
            <a:prstGeom prst="rect">
              <a:avLst/>
            </a:prstGeom>
            <a:solidFill>
              <a:srgbClr val="6B5B4B"/>
            </a:solidFill>
            <a:ln>
              <a:noFill/>
            </a:ln>
          </p:spPr>
          <p:txBody>
            <a:bodyPr rtlCol="0" anchor="ctr"/>
            <a:lstStyle/>
            <a:p>
              <a:pPr algn="ctr"/>
            </a:p>
          </p:txBody>
        </p:sp>
        <p:sp>
          <p:nvSpPr>
            <p:cNvPr id="19" name="sleeper"/>
            <p:cNvSpPr/>
            <p:nvPr/>
          </p:nvSpPr>
          <p:spPr>
            <a:xfrm>
              <a:off x="5577840" y="4270248"/>
              <a:ext cx="128016" cy="82296"/>
            </a:xfrm>
            <a:prstGeom prst="rect">
              <a:avLst/>
            </a:prstGeom>
            <a:solidFill>
              <a:srgbClr val="6B5B4B"/>
            </a:solidFill>
            <a:ln>
              <a:noFill/>
            </a:ln>
          </p:spPr>
          <p:txBody>
            <a:bodyPr rtlCol="0" anchor="ctr"/>
            <a:lstStyle/>
            <a:p>
              <a:pPr algn="ctr"/>
            </a:p>
          </p:txBody>
        </p:sp>
        <p:sp>
          <p:nvSpPr>
            <p:cNvPr id="20" name="sleeper"/>
            <p:cNvSpPr/>
            <p:nvPr/>
          </p:nvSpPr>
          <p:spPr>
            <a:xfrm>
              <a:off x="5943600" y="4270248"/>
              <a:ext cx="128016" cy="82296"/>
            </a:xfrm>
            <a:prstGeom prst="rect">
              <a:avLst/>
            </a:prstGeom>
            <a:solidFill>
              <a:srgbClr val="6B5B4B"/>
            </a:solidFill>
            <a:ln>
              <a:noFill/>
            </a:ln>
          </p:spPr>
          <p:txBody>
            <a:bodyPr rtlCol="0" anchor="ctr"/>
            <a:lstStyle/>
            <a:p>
              <a:pPr algn="ctr"/>
            </a:p>
          </p:txBody>
        </p:sp>
        <p:sp>
          <p:nvSpPr>
            <p:cNvPr id="21" name="sleeper"/>
            <p:cNvSpPr/>
            <p:nvPr/>
          </p:nvSpPr>
          <p:spPr>
            <a:xfrm>
              <a:off x="6309360" y="4270248"/>
              <a:ext cx="128016" cy="82296"/>
            </a:xfrm>
            <a:prstGeom prst="rect">
              <a:avLst/>
            </a:prstGeom>
            <a:solidFill>
              <a:srgbClr val="6B5B4B"/>
            </a:solidFill>
            <a:ln>
              <a:noFill/>
            </a:ln>
          </p:spPr>
          <p:txBody>
            <a:bodyPr rtlCol="0" anchor="ctr"/>
            <a:lstStyle/>
            <a:p>
              <a:pPr algn="ctr"/>
            </a:p>
          </p:txBody>
        </p:sp>
        <p:sp>
          <p:nvSpPr>
            <p:cNvPr id="22" name="sleeper"/>
            <p:cNvSpPr/>
            <p:nvPr/>
          </p:nvSpPr>
          <p:spPr>
            <a:xfrm>
              <a:off x="6675120" y="4270248"/>
              <a:ext cx="128016" cy="82296"/>
            </a:xfrm>
            <a:prstGeom prst="rect">
              <a:avLst/>
            </a:prstGeom>
            <a:solidFill>
              <a:srgbClr val="6B5B4B"/>
            </a:solidFill>
            <a:ln>
              <a:noFill/>
            </a:ln>
          </p:spPr>
          <p:txBody>
            <a:bodyPr rtlCol="0" anchor="ctr"/>
            <a:lstStyle/>
            <a:p>
              <a:pPr algn="ctr"/>
            </a:p>
          </p:txBody>
        </p:sp>
        <p:sp>
          <p:nvSpPr>
            <p:cNvPr id="23" name="sleeper"/>
            <p:cNvSpPr/>
            <p:nvPr/>
          </p:nvSpPr>
          <p:spPr>
            <a:xfrm>
              <a:off x="7040880" y="4270248"/>
              <a:ext cx="128016" cy="82296"/>
            </a:xfrm>
            <a:prstGeom prst="rect">
              <a:avLst/>
            </a:prstGeom>
            <a:solidFill>
              <a:srgbClr val="6B5B4B"/>
            </a:solidFill>
            <a:ln>
              <a:noFill/>
            </a:ln>
          </p:spPr>
          <p:txBody>
            <a:bodyPr rtlCol="0" anchor="ctr"/>
            <a:lstStyle/>
            <a:p>
              <a:pPr algn="ctr"/>
            </a:p>
          </p:txBody>
        </p:sp>
        <p:sp>
          <p:nvSpPr>
            <p:cNvPr id="24" name="sleeper"/>
            <p:cNvSpPr/>
            <p:nvPr/>
          </p:nvSpPr>
          <p:spPr>
            <a:xfrm>
              <a:off x="7406640" y="4270248"/>
              <a:ext cx="128016" cy="82296"/>
            </a:xfrm>
            <a:prstGeom prst="rect">
              <a:avLst/>
            </a:prstGeom>
            <a:solidFill>
              <a:srgbClr val="6B5B4B"/>
            </a:solidFill>
            <a:ln>
              <a:noFill/>
            </a:ln>
          </p:spPr>
          <p:txBody>
            <a:bodyPr rtlCol="0" anchor="ctr"/>
            <a:lstStyle/>
            <a:p>
              <a:pPr algn="ctr"/>
            </a:p>
          </p:txBody>
        </p:sp>
        <p:sp>
          <p:nvSpPr>
            <p:cNvPr id="25" name="sleeper"/>
            <p:cNvSpPr/>
            <p:nvPr/>
          </p:nvSpPr>
          <p:spPr>
            <a:xfrm>
              <a:off x="7772400" y="4270248"/>
              <a:ext cx="128016" cy="82296"/>
            </a:xfrm>
            <a:prstGeom prst="rect">
              <a:avLst/>
            </a:prstGeom>
            <a:solidFill>
              <a:srgbClr val="6B5B4B"/>
            </a:solidFill>
            <a:ln>
              <a:noFill/>
            </a:ln>
          </p:spPr>
          <p:txBody>
            <a:bodyPr rtlCol="0" anchor="ctr"/>
            <a:lstStyle/>
            <a:p>
              <a:pPr algn="ctr"/>
            </a:p>
          </p:txBody>
        </p:sp>
        <p:sp>
          <p:nvSpPr>
            <p:cNvPr id="26" name="sleeper"/>
            <p:cNvSpPr/>
            <p:nvPr/>
          </p:nvSpPr>
          <p:spPr>
            <a:xfrm>
              <a:off x="8138160" y="4270248"/>
              <a:ext cx="128016" cy="82296"/>
            </a:xfrm>
            <a:prstGeom prst="rect">
              <a:avLst/>
            </a:prstGeom>
            <a:solidFill>
              <a:srgbClr val="6B5B4B"/>
            </a:solidFill>
            <a:ln>
              <a:noFill/>
            </a:ln>
          </p:spPr>
          <p:txBody>
            <a:bodyPr rtlCol="0" anchor="ctr"/>
            <a:lstStyle/>
            <a:p>
              <a:pPr algn="ctr"/>
            </a:p>
          </p:txBody>
        </p:sp>
        <p:sp>
          <p:nvSpPr>
            <p:cNvPr id="27" name="sleeper"/>
            <p:cNvSpPr/>
            <p:nvPr/>
          </p:nvSpPr>
          <p:spPr>
            <a:xfrm>
              <a:off x="8503920" y="4270248"/>
              <a:ext cx="128016" cy="82296"/>
            </a:xfrm>
            <a:prstGeom prst="rect">
              <a:avLst/>
            </a:prstGeom>
            <a:solidFill>
              <a:srgbClr val="6B5B4B"/>
            </a:solidFill>
            <a:ln>
              <a:noFill/>
            </a:ln>
          </p:spPr>
          <p:txBody>
            <a:bodyPr rtlCol="0" anchor="ctr"/>
            <a:lstStyle/>
            <a:p>
              <a:pPr algn="ctr"/>
            </a:p>
          </p:txBody>
        </p:sp>
        <p:sp>
          <p:nvSpPr>
            <p:cNvPr id="28" name="sleeper"/>
            <p:cNvSpPr/>
            <p:nvPr/>
          </p:nvSpPr>
          <p:spPr>
            <a:xfrm>
              <a:off x="8869680" y="4270248"/>
              <a:ext cx="128016" cy="82296"/>
            </a:xfrm>
            <a:prstGeom prst="rect">
              <a:avLst/>
            </a:prstGeom>
            <a:solidFill>
              <a:srgbClr val="6B5B4B"/>
            </a:solidFill>
            <a:ln>
              <a:noFill/>
            </a:ln>
          </p:spPr>
          <p:txBody>
            <a:bodyPr rtlCol="0" anchor="ctr"/>
            <a:lstStyle/>
            <a:p>
              <a:pPr algn="ctr"/>
            </a:p>
          </p:txBody>
        </p:sp>
        <p:sp>
          <p:nvSpPr>
            <p:cNvPr id="29" name="sleeper"/>
            <p:cNvSpPr/>
            <p:nvPr/>
          </p:nvSpPr>
          <p:spPr>
            <a:xfrm>
              <a:off x="9235440" y="4270248"/>
              <a:ext cx="128016" cy="82296"/>
            </a:xfrm>
            <a:prstGeom prst="rect">
              <a:avLst/>
            </a:prstGeom>
            <a:solidFill>
              <a:srgbClr val="6B5B4B"/>
            </a:solidFill>
            <a:ln>
              <a:noFill/>
            </a:ln>
          </p:spPr>
          <p:txBody>
            <a:bodyPr rtlCol="0" anchor="ctr"/>
            <a:lstStyle/>
            <a:p>
              <a:pPr algn="ctr"/>
            </a:p>
          </p:txBody>
        </p:sp>
        <p:sp>
          <p:nvSpPr>
            <p:cNvPr id="30" name="sleeper"/>
            <p:cNvSpPr/>
            <p:nvPr/>
          </p:nvSpPr>
          <p:spPr>
            <a:xfrm>
              <a:off x="9601200" y="4270248"/>
              <a:ext cx="128016" cy="82296"/>
            </a:xfrm>
            <a:prstGeom prst="rect">
              <a:avLst/>
            </a:prstGeom>
            <a:solidFill>
              <a:srgbClr val="6B5B4B"/>
            </a:solidFill>
            <a:ln>
              <a:noFill/>
            </a:ln>
          </p:spPr>
          <p:txBody>
            <a:bodyPr rtlCol="0" anchor="ctr"/>
            <a:lstStyle/>
            <a:p>
              <a:pPr algn="ctr"/>
            </a:p>
          </p:txBody>
        </p:sp>
        <p:sp>
          <p:nvSpPr>
            <p:cNvPr id="31" name="sleeper"/>
            <p:cNvSpPr/>
            <p:nvPr/>
          </p:nvSpPr>
          <p:spPr>
            <a:xfrm>
              <a:off x="9966960" y="4270248"/>
              <a:ext cx="128016" cy="82296"/>
            </a:xfrm>
            <a:prstGeom prst="rect">
              <a:avLst/>
            </a:prstGeom>
            <a:solidFill>
              <a:srgbClr val="6B5B4B"/>
            </a:solidFill>
            <a:ln>
              <a:noFill/>
            </a:ln>
          </p:spPr>
          <p:txBody>
            <a:bodyPr rtlCol="0" anchor="ctr"/>
            <a:lstStyle/>
            <a:p>
              <a:pPr algn="ctr"/>
            </a:p>
          </p:txBody>
        </p:sp>
        <p:sp>
          <p:nvSpPr>
            <p:cNvPr id="32" name="sleeper"/>
            <p:cNvSpPr/>
            <p:nvPr/>
          </p:nvSpPr>
          <p:spPr>
            <a:xfrm>
              <a:off x="10332720" y="4270248"/>
              <a:ext cx="128016" cy="82296"/>
            </a:xfrm>
            <a:prstGeom prst="rect">
              <a:avLst/>
            </a:prstGeom>
            <a:solidFill>
              <a:srgbClr val="6B5B4B"/>
            </a:solidFill>
            <a:ln>
              <a:noFill/>
            </a:ln>
          </p:spPr>
          <p:txBody>
            <a:bodyPr rtlCol="0" anchor="ctr"/>
            <a:lstStyle/>
            <a:p>
              <a:pPr algn="ctr"/>
            </a:p>
          </p:txBody>
        </p:sp>
        <p:sp>
          <p:nvSpPr>
            <p:cNvPr id="33" name="sleeper"/>
            <p:cNvSpPr/>
            <p:nvPr/>
          </p:nvSpPr>
          <p:spPr>
            <a:xfrm>
              <a:off x="10698480" y="4270248"/>
              <a:ext cx="128016" cy="82296"/>
            </a:xfrm>
            <a:prstGeom prst="rect">
              <a:avLst/>
            </a:prstGeom>
            <a:solidFill>
              <a:srgbClr val="6B5B4B"/>
            </a:solidFill>
            <a:ln>
              <a:noFill/>
            </a:ln>
          </p:spPr>
          <p:txBody>
            <a:bodyPr rtlCol="0" anchor="ctr"/>
            <a:lstStyle/>
            <a:p>
              <a:pPr algn="ctr"/>
            </a:p>
          </p:txBody>
        </p:sp>
        <p:sp>
          <p:nvSpPr>
            <p:cNvPr id="34" name="sleeper"/>
            <p:cNvSpPr/>
            <p:nvPr/>
          </p:nvSpPr>
          <p:spPr>
            <a:xfrm>
              <a:off x="11064240" y="4270248"/>
              <a:ext cx="128016" cy="82296"/>
            </a:xfrm>
            <a:prstGeom prst="rect">
              <a:avLst/>
            </a:prstGeom>
            <a:solidFill>
              <a:srgbClr val="6B5B4B"/>
            </a:solidFill>
            <a:ln>
              <a:noFill/>
            </a:ln>
          </p:spPr>
          <p:txBody>
            <a:bodyPr rtlCol="0" anchor="ctr"/>
            <a:lstStyle/>
            <a:p>
              <a:pPr algn="ctr"/>
            </a:p>
          </p:txBody>
        </p:sp>
        <p:sp>
          <p:nvSpPr>
            <p:cNvPr id="35" name="tender frame"/>
            <p:cNvSpPr/>
            <p:nvPr/>
          </p:nvSpPr>
          <p:spPr>
            <a:xfrm>
              <a:off x="1097280" y="3808476"/>
              <a:ext cx="1124711" cy="123443"/>
            </a:xfrm>
            <a:prstGeom prst="rect">
              <a:avLst/>
            </a:prstGeom>
            <a:solidFill>
              <a:srgbClr val="3A3F47"/>
            </a:solidFill>
            <a:ln w="9525">
              <a:solidFill>
                <a:srgbClr val="9AA0A6"/>
              </a:solidFill>
            </a:ln>
          </p:spPr>
          <p:txBody>
            <a:bodyPr rtlCol="0" anchor="ctr"/>
            <a:lstStyle/>
            <a:p>
              <a:pPr algn="ctr"/>
            </a:p>
          </p:txBody>
        </p:sp>
        <p:sp>
          <p:nvSpPr>
            <p:cNvPr id="36" name="tender body"/>
            <p:cNvSpPr/>
            <p:nvPr/>
          </p:nvSpPr>
          <p:spPr>
            <a:xfrm>
              <a:off x="1097280" y="3355848"/>
              <a:ext cx="1124711" cy="452628"/>
            </a:xfrm>
            <a:prstGeom prst="roundRect">
              <a:avLst>
                <a:gd name="adj" fmla="val 3030"/>
              </a:avLst>
            </a:prstGeom>
            <a:solidFill>
              <a:srgbClr val="F28C28"/>
            </a:solidFill>
            <a:ln>
              <a:noFill/>
            </a:ln>
          </p:spPr>
          <p:txBody>
            <a:bodyPr rtlCol="0" anchor="ctr"/>
            <a:lstStyle/>
            <a:p>
              <a:pPr algn="ctr"/>
            </a:p>
          </p:txBody>
        </p:sp>
        <p:sp>
          <p:nvSpPr>
            <p:cNvPr id="37" name="tender coal"/>
            <p:cNvSpPr/>
            <p:nvPr/>
          </p:nvSpPr>
          <p:spPr>
            <a:xfrm>
              <a:off x="1138428" y="3163824"/>
              <a:ext cx="1042416" cy="192024"/>
            </a:xfrm>
            <a:custGeom>
              <a:avLst/>
              <a:gdLst/>
              <a:ahLst/>
              <a:cxnLst/>
              <a:rect l="l" t="t" r="r" b="b"/>
              <a:pathLst>
                <a:path w="1042416" h="192024">
                  <a:moveTo>
                    <a:pt x="0" y="192024"/>
                  </a:moveTo>
                  <a:lnTo>
                    <a:pt x="205740" y="13715"/>
                  </a:lnTo>
                  <a:lnTo>
                    <a:pt x="617220" y="0"/>
                  </a:lnTo>
                  <a:lnTo>
                    <a:pt x="1042416" y="192024"/>
                  </a:lnTo>
                  <a:close/>
                </a:path>
              </a:pathLst>
            </a:custGeom>
            <a:solidFill>
              <a:srgbClr val="1B1D21"/>
            </a:solidFill>
            <a:ln w="12700">
              <a:solidFill>
                <a:srgbClr val="6B7078"/>
              </a:solidFill>
            </a:ln>
          </p:spPr>
          <p:txBody>
            <a:bodyPr rtlCol="0" anchor="ctr"/>
            <a:lstStyle/>
            <a:p>
              <a:pPr algn="ctr"/>
            </a:p>
          </p:txBody>
        </p:sp>
        <p:sp>
          <p:nvSpPr>
            <p:cNvPr id="38" name="coupling"/>
            <p:cNvSpPr/>
            <p:nvPr/>
          </p:nvSpPr>
          <p:spPr>
            <a:xfrm>
              <a:off x="2221991" y="3643884"/>
              <a:ext cx="96012" cy="41147"/>
            </a:xfrm>
            <a:prstGeom prst="rect">
              <a:avLst/>
            </a:prstGeom>
            <a:solidFill>
              <a:srgbClr val="9AA0A6"/>
            </a:solidFill>
            <a:ln>
              <a:noFill/>
            </a:ln>
          </p:spPr>
          <p:txBody>
            <a:bodyPr rtlCol="0" anchor="ctr"/>
            <a:lstStyle/>
            <a:p>
              <a:pPr algn="ctr"/>
            </a:p>
          </p:txBody>
        </p:sp>
        <p:sp>
          <p:nvSpPr>
            <p:cNvPr id="39" name="wheel"/>
            <p:cNvSpPr/>
            <p:nvPr/>
          </p:nvSpPr>
          <p:spPr>
            <a:xfrm>
              <a:off x="1179576" y="3822191"/>
              <a:ext cx="384048" cy="384048"/>
            </a:xfrm>
            <a:prstGeom prst="ellipse">
              <a:avLst/>
            </a:prstGeom>
            <a:solidFill>
              <a:srgbClr val="1B1D21"/>
            </a:solidFill>
            <a:ln w="19050">
              <a:solidFill>
                <a:srgbClr val="9AA0A6"/>
              </a:solidFill>
            </a:ln>
          </p:spPr>
          <p:txBody>
            <a:bodyPr rtlCol="0" anchor="ctr"/>
            <a:lstStyle/>
            <a:p>
              <a:pPr algn="ctr"/>
            </a:p>
          </p:txBody>
        </p:sp>
        <p:sp>
          <p:nvSpPr>
            <p:cNvPr id="40" name="hub"/>
            <p:cNvSpPr/>
            <p:nvPr/>
          </p:nvSpPr>
          <p:spPr>
            <a:xfrm>
              <a:off x="1321673" y="3964289"/>
              <a:ext cx="99852" cy="99852"/>
            </a:xfrm>
            <a:prstGeom prst="ellipse">
              <a:avLst/>
            </a:prstGeom>
            <a:solidFill>
              <a:srgbClr val="9AA0A6"/>
            </a:solidFill>
            <a:ln>
              <a:noFill/>
            </a:ln>
          </p:spPr>
          <p:txBody>
            <a:bodyPr rtlCol="0" anchor="ctr"/>
            <a:lstStyle/>
            <a:p>
              <a:pPr algn="ctr"/>
            </a:p>
          </p:txBody>
        </p:sp>
        <p:sp>
          <p:nvSpPr>
            <p:cNvPr id="41" name="wheel"/>
            <p:cNvSpPr/>
            <p:nvPr/>
          </p:nvSpPr>
          <p:spPr>
            <a:xfrm>
              <a:off x="1755648" y="3822191"/>
              <a:ext cx="384048" cy="384048"/>
            </a:xfrm>
            <a:prstGeom prst="ellipse">
              <a:avLst/>
            </a:prstGeom>
            <a:solidFill>
              <a:srgbClr val="1B1D21"/>
            </a:solidFill>
            <a:ln w="19050">
              <a:solidFill>
                <a:srgbClr val="9AA0A6"/>
              </a:solidFill>
            </a:ln>
          </p:spPr>
          <p:txBody>
            <a:bodyPr rtlCol="0" anchor="ctr"/>
            <a:lstStyle/>
            <a:p>
              <a:pPr algn="ctr"/>
            </a:p>
          </p:txBody>
        </p:sp>
        <p:sp>
          <p:nvSpPr>
            <p:cNvPr id="42" name="hub"/>
            <p:cNvSpPr/>
            <p:nvPr/>
          </p:nvSpPr>
          <p:spPr>
            <a:xfrm>
              <a:off x="1897745" y="3964289"/>
              <a:ext cx="99852" cy="99852"/>
            </a:xfrm>
            <a:prstGeom prst="ellipse">
              <a:avLst/>
            </a:prstGeom>
            <a:solidFill>
              <a:srgbClr val="9AA0A6"/>
            </a:solidFill>
            <a:ln>
              <a:noFill/>
            </a:ln>
          </p:spPr>
          <p:txBody>
            <a:bodyPr rtlCol="0" anchor="ctr"/>
            <a:lstStyle/>
            <a:p>
              <a:pPr algn="ctr"/>
            </a:p>
          </p:txBody>
        </p:sp>
        <p:sp>
          <p:nvSpPr>
            <p:cNvPr id="43" name="frame"/>
            <p:cNvSpPr/>
            <p:nvPr/>
          </p:nvSpPr>
          <p:spPr>
            <a:xfrm>
              <a:off x="2318003" y="3808476"/>
              <a:ext cx="3607308" cy="123443"/>
            </a:xfrm>
            <a:prstGeom prst="rect">
              <a:avLst/>
            </a:prstGeom>
            <a:solidFill>
              <a:srgbClr val="3A3F47"/>
            </a:solidFill>
            <a:ln w="9525">
              <a:solidFill>
                <a:srgbClr val="9AA0A6"/>
              </a:solidFill>
            </a:ln>
          </p:spPr>
          <p:txBody>
            <a:bodyPr rtlCol="0" anchor="ctr"/>
            <a:lstStyle/>
            <a:p>
              <a:pPr algn="ctr"/>
            </a:p>
          </p:txBody>
        </p:sp>
        <p:sp>
          <p:nvSpPr>
            <p:cNvPr id="44" name="cab"/>
            <p:cNvSpPr/>
            <p:nvPr/>
          </p:nvSpPr>
          <p:spPr>
            <a:xfrm>
              <a:off x="2318003" y="3054096"/>
              <a:ext cx="548640" cy="754380"/>
            </a:xfrm>
            <a:prstGeom prst="roundRect">
              <a:avLst>
                <a:gd name="adj" fmla="val 2500"/>
              </a:avLst>
            </a:prstGeom>
            <a:solidFill>
              <a:srgbClr val="F28C28"/>
            </a:solidFill>
            <a:ln>
              <a:noFill/>
            </a:ln>
          </p:spPr>
          <p:txBody>
            <a:bodyPr rtlCol="0" anchor="ctr"/>
            <a:lstStyle/>
            <a:p>
              <a:pPr algn="ctr"/>
            </a:p>
          </p:txBody>
        </p:sp>
        <p:sp>
          <p:nvSpPr>
            <p:cNvPr id="45" name="cab roof"/>
            <p:cNvSpPr/>
            <p:nvPr/>
          </p:nvSpPr>
          <p:spPr>
            <a:xfrm>
              <a:off x="2290572" y="2985515"/>
              <a:ext cx="603504" cy="68580"/>
            </a:xfrm>
            <a:prstGeom prst="rect">
              <a:avLst/>
            </a:prstGeom>
            <a:solidFill>
              <a:srgbClr val="3A3F47"/>
            </a:solidFill>
            <a:ln w="9525">
              <a:solidFill>
                <a:srgbClr val="9AA0A6"/>
              </a:solidFill>
            </a:ln>
          </p:spPr>
          <p:txBody>
            <a:bodyPr rtlCol="0" anchor="ctr"/>
            <a:lstStyle/>
            <a:p>
              <a:pPr algn="ctr"/>
            </a:p>
          </p:txBody>
        </p:sp>
        <p:sp>
          <p:nvSpPr>
            <p:cNvPr id="46" name="cab window"/>
            <p:cNvSpPr/>
            <p:nvPr/>
          </p:nvSpPr>
          <p:spPr>
            <a:xfrm>
              <a:off x="2455163" y="3163824"/>
              <a:ext cx="246888" cy="246887"/>
            </a:xfrm>
            <a:prstGeom prst="rect">
              <a:avLst/>
            </a:prstGeom>
            <a:solidFill>
              <a:srgbClr val="1B1D21"/>
            </a:solidFill>
            <a:ln>
              <a:noFill/>
            </a:ln>
          </p:spPr>
          <p:txBody>
            <a:bodyPr rtlCol="0" anchor="ctr"/>
            <a:lstStyle/>
            <a:p>
              <a:pPr algn="ctr"/>
            </a:p>
          </p:txBody>
        </p:sp>
        <p:sp>
          <p:nvSpPr>
            <p:cNvPr id="47" name="boiler"/>
            <p:cNvSpPr/>
            <p:nvPr/>
          </p:nvSpPr>
          <p:spPr>
            <a:xfrm>
              <a:off x="2866644" y="3122675"/>
              <a:ext cx="2784348" cy="548640"/>
            </a:xfrm>
            <a:prstGeom prst="roundRect">
              <a:avLst>
                <a:gd name="adj" fmla="val 25000"/>
              </a:avLst>
            </a:prstGeom>
            <a:solidFill>
              <a:srgbClr val="F28C28"/>
            </a:solidFill>
            <a:ln>
              <a:noFill/>
            </a:ln>
          </p:spPr>
          <p:txBody>
            <a:bodyPr rtlCol="0" anchor="ctr"/>
            <a:lstStyle/>
            <a:p>
              <a:pPr algn="ctr"/>
            </a:p>
          </p:txBody>
        </p:sp>
        <p:sp>
          <p:nvSpPr>
            <p:cNvPr id="48" name="boiler band"/>
            <p:cNvSpPr/>
            <p:nvPr/>
          </p:nvSpPr>
          <p:spPr>
            <a:xfrm>
              <a:off x="3701948" y="3122675"/>
              <a:ext cx="19202" cy="548640"/>
            </a:xfrm>
            <a:prstGeom prst="rect">
              <a:avLst/>
            </a:prstGeom>
            <a:solidFill>
              <a:srgbClr val="AE641C"/>
            </a:solidFill>
            <a:ln>
              <a:noFill/>
            </a:ln>
          </p:spPr>
          <p:txBody>
            <a:bodyPr rtlCol="0" anchor="ctr"/>
            <a:lstStyle/>
            <a:p>
              <a:pPr algn="ctr"/>
            </a:p>
          </p:txBody>
        </p:sp>
        <p:sp>
          <p:nvSpPr>
            <p:cNvPr id="49" name="boiler band"/>
            <p:cNvSpPr/>
            <p:nvPr/>
          </p:nvSpPr>
          <p:spPr>
            <a:xfrm>
              <a:off x="4398035" y="3122675"/>
              <a:ext cx="19202" cy="548640"/>
            </a:xfrm>
            <a:prstGeom prst="rect">
              <a:avLst/>
            </a:prstGeom>
            <a:solidFill>
              <a:srgbClr val="AE641C"/>
            </a:solidFill>
            <a:ln>
              <a:noFill/>
            </a:ln>
          </p:spPr>
          <p:txBody>
            <a:bodyPr rtlCol="0" anchor="ctr"/>
            <a:lstStyle/>
            <a:p>
              <a:pPr algn="ctr"/>
            </a:p>
          </p:txBody>
        </p:sp>
        <p:sp>
          <p:nvSpPr>
            <p:cNvPr id="50" name="boiler band"/>
            <p:cNvSpPr/>
            <p:nvPr/>
          </p:nvSpPr>
          <p:spPr>
            <a:xfrm>
              <a:off x="5094122" y="3122675"/>
              <a:ext cx="19202" cy="548640"/>
            </a:xfrm>
            <a:prstGeom prst="rect">
              <a:avLst/>
            </a:prstGeom>
            <a:solidFill>
              <a:srgbClr val="AE641C"/>
            </a:solidFill>
            <a:ln>
              <a:noFill/>
            </a:ln>
          </p:spPr>
          <p:txBody>
            <a:bodyPr rtlCol="0" anchor="ctr"/>
            <a:lstStyle/>
            <a:p>
              <a:pPr algn="ctr"/>
            </a:p>
          </p:txBody>
        </p:sp>
        <p:sp>
          <p:nvSpPr>
            <p:cNvPr id="51" name="smokebox"/>
            <p:cNvSpPr/>
            <p:nvPr/>
          </p:nvSpPr>
          <p:spPr>
            <a:xfrm>
              <a:off x="5650992" y="3122675"/>
              <a:ext cx="274320" cy="548640"/>
            </a:xfrm>
            <a:prstGeom prst="roundRect">
              <a:avLst>
                <a:gd name="adj" fmla="val 12000"/>
              </a:avLst>
            </a:prstGeom>
            <a:solidFill>
              <a:srgbClr val="4A515B"/>
            </a:solidFill>
            <a:ln>
              <a:noFill/>
            </a:ln>
          </p:spPr>
          <p:txBody>
            <a:bodyPr rtlCol="0" anchor="ctr"/>
            <a:lstStyle/>
            <a:p>
              <a:pPr algn="ctr"/>
            </a:p>
          </p:txBody>
        </p:sp>
        <p:sp>
          <p:nvSpPr>
            <p:cNvPr id="52" name="chimney"/>
            <p:cNvSpPr/>
            <p:nvPr/>
          </p:nvSpPr>
          <p:spPr>
            <a:xfrm>
              <a:off x="5705856" y="2834639"/>
              <a:ext cx="164592" cy="288035"/>
            </a:xfrm>
            <a:prstGeom prst="rect">
              <a:avLst/>
            </a:prstGeom>
            <a:solidFill>
              <a:srgbClr val="3A3F47"/>
            </a:solidFill>
            <a:ln w="9525">
              <a:solidFill>
                <a:srgbClr val="9AA0A6"/>
              </a:solidFill>
            </a:ln>
          </p:spPr>
          <p:txBody>
            <a:bodyPr rtlCol="0" anchor="ctr"/>
            <a:lstStyle/>
            <a:p>
              <a:pPr algn="ctr"/>
            </a:p>
          </p:txBody>
        </p:sp>
        <p:sp>
          <p:nvSpPr>
            <p:cNvPr id="53" name="chimney lip"/>
            <p:cNvSpPr/>
            <p:nvPr/>
          </p:nvSpPr>
          <p:spPr>
            <a:xfrm>
              <a:off x="5664708" y="2793491"/>
              <a:ext cx="246888" cy="68580"/>
            </a:xfrm>
            <a:prstGeom prst="rect">
              <a:avLst/>
            </a:prstGeom>
            <a:solidFill>
              <a:srgbClr val="3A3F47"/>
            </a:solidFill>
            <a:ln w="9525">
              <a:solidFill>
                <a:srgbClr val="9AA0A6"/>
              </a:solidFill>
            </a:ln>
          </p:spPr>
          <p:txBody>
            <a:bodyPr rtlCol="0" anchor="ctr"/>
            <a:lstStyle/>
            <a:p>
              <a:pPr algn="ctr"/>
            </a:p>
          </p:txBody>
        </p:sp>
        <p:sp>
          <p:nvSpPr>
            <p:cNvPr id="54" name="dome"/>
            <p:cNvSpPr/>
            <p:nvPr/>
          </p:nvSpPr>
          <p:spPr>
            <a:xfrm>
              <a:off x="3980383" y="2971800"/>
              <a:ext cx="246888" cy="150875"/>
            </a:xfrm>
            <a:prstGeom prst="roundRect">
              <a:avLst>
                <a:gd name="adj" fmla="val 36363"/>
              </a:avLst>
            </a:prstGeom>
            <a:solidFill>
              <a:srgbClr val="F28C28"/>
            </a:solidFill>
            <a:ln>
              <a:noFill/>
            </a:ln>
          </p:spPr>
          <p:txBody>
            <a:bodyPr rtlCol="0" anchor="ctr"/>
            <a:lstStyle/>
            <a:p>
              <a:pPr algn="ctr"/>
            </a:p>
          </p:txBody>
        </p:sp>
        <p:sp>
          <p:nvSpPr>
            <p:cNvPr id="55" name="wheel"/>
            <p:cNvSpPr/>
            <p:nvPr/>
          </p:nvSpPr>
          <p:spPr>
            <a:xfrm>
              <a:off x="2359152" y="3657600"/>
              <a:ext cx="548640" cy="548640"/>
            </a:xfrm>
            <a:prstGeom prst="ellipse">
              <a:avLst/>
            </a:prstGeom>
            <a:solidFill>
              <a:srgbClr val="1B1D21"/>
            </a:solidFill>
            <a:ln w="19050">
              <a:solidFill>
                <a:srgbClr val="9AA0A6"/>
              </a:solidFill>
            </a:ln>
          </p:spPr>
          <p:txBody>
            <a:bodyPr rtlCol="0" anchor="ctr"/>
            <a:lstStyle/>
            <a:p>
              <a:pPr algn="ctr"/>
            </a:p>
          </p:txBody>
        </p:sp>
        <p:sp>
          <p:nvSpPr>
            <p:cNvPr id="56" name="hub"/>
            <p:cNvSpPr/>
            <p:nvPr/>
          </p:nvSpPr>
          <p:spPr>
            <a:xfrm>
              <a:off x="2562148" y="3860596"/>
              <a:ext cx="142646" cy="142646"/>
            </a:xfrm>
            <a:prstGeom prst="ellipse">
              <a:avLst/>
            </a:prstGeom>
            <a:solidFill>
              <a:srgbClr val="9AA0A6"/>
            </a:solidFill>
            <a:ln>
              <a:noFill/>
            </a:ln>
          </p:spPr>
          <p:txBody>
            <a:bodyPr rtlCol="0" anchor="ctr"/>
            <a:lstStyle/>
            <a:p>
              <a:pPr algn="ctr"/>
            </a:p>
          </p:txBody>
        </p:sp>
        <p:sp>
          <p:nvSpPr>
            <p:cNvPr id="57" name="wheel"/>
            <p:cNvSpPr/>
            <p:nvPr/>
          </p:nvSpPr>
          <p:spPr>
            <a:xfrm>
              <a:off x="2976372" y="3657600"/>
              <a:ext cx="548640" cy="548640"/>
            </a:xfrm>
            <a:prstGeom prst="ellipse">
              <a:avLst/>
            </a:prstGeom>
            <a:solidFill>
              <a:srgbClr val="1B1D21"/>
            </a:solidFill>
            <a:ln w="19050">
              <a:solidFill>
                <a:srgbClr val="9AA0A6"/>
              </a:solidFill>
            </a:ln>
          </p:spPr>
          <p:txBody>
            <a:bodyPr rtlCol="0" anchor="ctr"/>
            <a:lstStyle/>
            <a:p>
              <a:pPr algn="ctr"/>
            </a:p>
          </p:txBody>
        </p:sp>
        <p:sp>
          <p:nvSpPr>
            <p:cNvPr id="58" name="hub"/>
            <p:cNvSpPr/>
            <p:nvPr/>
          </p:nvSpPr>
          <p:spPr>
            <a:xfrm>
              <a:off x="3179368" y="3860596"/>
              <a:ext cx="142646" cy="142646"/>
            </a:xfrm>
            <a:prstGeom prst="ellipse">
              <a:avLst/>
            </a:prstGeom>
            <a:solidFill>
              <a:srgbClr val="9AA0A6"/>
            </a:solidFill>
            <a:ln>
              <a:noFill/>
            </a:ln>
          </p:spPr>
          <p:txBody>
            <a:bodyPr rtlCol="0" anchor="ctr"/>
            <a:lstStyle/>
            <a:p>
              <a:pPr algn="ctr"/>
            </a:p>
          </p:txBody>
        </p:sp>
        <p:sp>
          <p:nvSpPr>
            <p:cNvPr id="59" name="wheel"/>
            <p:cNvSpPr/>
            <p:nvPr/>
          </p:nvSpPr>
          <p:spPr>
            <a:xfrm>
              <a:off x="3593591" y="3657600"/>
              <a:ext cx="548640" cy="548640"/>
            </a:xfrm>
            <a:prstGeom prst="ellipse">
              <a:avLst/>
            </a:prstGeom>
            <a:solidFill>
              <a:srgbClr val="1B1D21"/>
            </a:solidFill>
            <a:ln w="19050">
              <a:solidFill>
                <a:srgbClr val="9AA0A6"/>
              </a:solidFill>
            </a:ln>
          </p:spPr>
          <p:txBody>
            <a:bodyPr rtlCol="0" anchor="ctr"/>
            <a:lstStyle/>
            <a:p>
              <a:pPr algn="ctr"/>
            </a:p>
          </p:txBody>
        </p:sp>
        <p:sp>
          <p:nvSpPr>
            <p:cNvPr id="60" name="hub"/>
            <p:cNvSpPr/>
            <p:nvPr/>
          </p:nvSpPr>
          <p:spPr>
            <a:xfrm>
              <a:off x="3796588" y="3860596"/>
              <a:ext cx="142646" cy="142646"/>
            </a:xfrm>
            <a:prstGeom prst="ellipse">
              <a:avLst/>
            </a:prstGeom>
            <a:solidFill>
              <a:srgbClr val="9AA0A6"/>
            </a:solidFill>
            <a:ln>
              <a:noFill/>
            </a:ln>
          </p:spPr>
          <p:txBody>
            <a:bodyPr rtlCol="0" anchor="ctr"/>
            <a:lstStyle/>
            <a:p>
              <a:pPr algn="ctr"/>
            </a:p>
          </p:txBody>
        </p:sp>
        <p:sp>
          <p:nvSpPr>
            <p:cNvPr id="61" name="wheel"/>
            <p:cNvSpPr/>
            <p:nvPr/>
          </p:nvSpPr>
          <p:spPr>
            <a:xfrm>
              <a:off x="4210812" y="3657600"/>
              <a:ext cx="548640" cy="548640"/>
            </a:xfrm>
            <a:prstGeom prst="ellipse">
              <a:avLst/>
            </a:prstGeom>
            <a:solidFill>
              <a:srgbClr val="1B1D21"/>
            </a:solidFill>
            <a:ln w="19050">
              <a:solidFill>
                <a:srgbClr val="9AA0A6"/>
              </a:solidFill>
            </a:ln>
          </p:spPr>
          <p:txBody>
            <a:bodyPr rtlCol="0" anchor="ctr"/>
            <a:lstStyle/>
            <a:p>
              <a:pPr algn="ctr"/>
            </a:p>
          </p:txBody>
        </p:sp>
        <p:sp>
          <p:nvSpPr>
            <p:cNvPr id="62" name="hub"/>
            <p:cNvSpPr/>
            <p:nvPr/>
          </p:nvSpPr>
          <p:spPr>
            <a:xfrm>
              <a:off x="4413808" y="3860596"/>
              <a:ext cx="142646" cy="142646"/>
            </a:xfrm>
            <a:prstGeom prst="ellipse">
              <a:avLst/>
            </a:prstGeom>
            <a:solidFill>
              <a:srgbClr val="9AA0A6"/>
            </a:solidFill>
            <a:ln>
              <a:noFill/>
            </a:ln>
          </p:spPr>
          <p:txBody>
            <a:bodyPr rtlCol="0" anchor="ctr"/>
            <a:lstStyle/>
            <a:p>
              <a:pPr algn="ctr"/>
            </a:p>
          </p:txBody>
        </p:sp>
        <p:sp>
          <p:nvSpPr>
            <p:cNvPr id="63" name="wheel"/>
            <p:cNvSpPr/>
            <p:nvPr/>
          </p:nvSpPr>
          <p:spPr>
            <a:xfrm>
              <a:off x="4965192" y="3904487"/>
              <a:ext cx="301752" cy="301752"/>
            </a:xfrm>
            <a:prstGeom prst="ellipse">
              <a:avLst/>
            </a:prstGeom>
            <a:solidFill>
              <a:srgbClr val="1B1D21"/>
            </a:solidFill>
            <a:ln w="19050">
              <a:solidFill>
                <a:srgbClr val="9AA0A6"/>
              </a:solidFill>
            </a:ln>
          </p:spPr>
          <p:txBody>
            <a:bodyPr rtlCol="0" anchor="ctr"/>
            <a:lstStyle/>
            <a:p>
              <a:pPr algn="ctr"/>
            </a:p>
          </p:txBody>
        </p:sp>
        <p:sp>
          <p:nvSpPr>
            <p:cNvPr id="64" name="hub"/>
            <p:cNvSpPr/>
            <p:nvPr/>
          </p:nvSpPr>
          <p:spPr>
            <a:xfrm>
              <a:off x="5076840" y="4016136"/>
              <a:ext cx="78455" cy="78455"/>
            </a:xfrm>
            <a:prstGeom prst="ellipse">
              <a:avLst/>
            </a:prstGeom>
            <a:solidFill>
              <a:srgbClr val="9AA0A6"/>
            </a:solidFill>
            <a:ln>
              <a:noFill/>
            </a:ln>
          </p:spPr>
          <p:txBody>
            <a:bodyPr rtlCol="0" anchor="ctr"/>
            <a:lstStyle/>
            <a:p>
              <a:pPr algn="ctr"/>
            </a:p>
          </p:txBody>
        </p:sp>
        <p:sp>
          <p:nvSpPr>
            <p:cNvPr id="65" name="coupling rod"/>
            <p:cNvSpPr/>
            <p:nvPr/>
          </p:nvSpPr>
          <p:spPr>
            <a:xfrm>
              <a:off x="2633472" y="3775557"/>
              <a:ext cx="1851660" cy="38404"/>
            </a:xfrm>
            <a:prstGeom prst="rect">
              <a:avLst/>
            </a:prstGeom>
            <a:solidFill>
              <a:srgbClr val="D0D4D8"/>
            </a:solidFill>
            <a:ln>
              <a:noFill/>
            </a:ln>
          </p:spPr>
          <p:txBody>
            <a:bodyPr rtlCol="0" anchor="ctr"/>
            <a:lstStyle/>
            <a:p>
              <a:pPr algn="ctr"/>
            </a:p>
          </p:txBody>
        </p:sp>
        <p:sp>
          <p:nvSpPr>
            <p:cNvPr id="66" name="buffer beam"/>
            <p:cNvSpPr/>
            <p:nvPr/>
          </p:nvSpPr>
          <p:spPr>
            <a:xfrm>
              <a:off x="5925312" y="3685031"/>
              <a:ext cx="82296" cy="246887"/>
            </a:xfrm>
            <a:prstGeom prst="rect">
              <a:avLst/>
            </a:prstGeom>
            <a:solidFill>
              <a:srgbClr val="9AA0A6"/>
            </a:solidFill>
            <a:ln>
              <a:noFill/>
            </a:ln>
          </p:spPr>
          <p:txBody>
            <a:bodyPr rtlCol="0" anchor="ctr"/>
            <a:lstStyle/>
            <a:p>
              <a:pPr algn="ctr"/>
            </a:p>
          </p:txBody>
        </p:sp>
        <p:sp>
          <p:nvSpPr>
            <p:cNvPr id="67" name="tender frame"/>
            <p:cNvSpPr/>
            <p:nvPr/>
          </p:nvSpPr>
          <p:spPr>
            <a:xfrm>
              <a:off x="6236207" y="3808476"/>
              <a:ext cx="1124711" cy="123443"/>
            </a:xfrm>
            <a:prstGeom prst="rect">
              <a:avLst/>
            </a:prstGeom>
            <a:solidFill>
              <a:srgbClr val="3A3F47"/>
            </a:solidFill>
            <a:ln w="9525">
              <a:solidFill>
                <a:srgbClr val="9AA0A6"/>
              </a:solidFill>
            </a:ln>
          </p:spPr>
          <p:txBody>
            <a:bodyPr rtlCol="0" anchor="ctr"/>
            <a:lstStyle/>
            <a:p>
              <a:pPr algn="ctr"/>
            </a:p>
          </p:txBody>
        </p:sp>
        <p:sp>
          <p:nvSpPr>
            <p:cNvPr id="68" name="tender body"/>
            <p:cNvSpPr/>
            <p:nvPr/>
          </p:nvSpPr>
          <p:spPr>
            <a:xfrm>
              <a:off x="6236207" y="3355848"/>
              <a:ext cx="1124711" cy="452628"/>
            </a:xfrm>
            <a:prstGeom prst="roundRect">
              <a:avLst>
                <a:gd name="adj" fmla="val 3030"/>
              </a:avLst>
            </a:prstGeom>
            <a:solidFill>
              <a:srgbClr val="F28C28"/>
            </a:solidFill>
            <a:ln>
              <a:noFill/>
            </a:ln>
          </p:spPr>
          <p:txBody>
            <a:bodyPr rtlCol="0" anchor="ctr"/>
            <a:lstStyle/>
            <a:p>
              <a:pPr algn="ctr"/>
            </a:p>
          </p:txBody>
        </p:sp>
        <p:sp>
          <p:nvSpPr>
            <p:cNvPr id="69" name="tender coal"/>
            <p:cNvSpPr/>
            <p:nvPr/>
          </p:nvSpPr>
          <p:spPr>
            <a:xfrm>
              <a:off x="6277355" y="3163824"/>
              <a:ext cx="1042416" cy="192024"/>
            </a:xfrm>
            <a:custGeom>
              <a:avLst/>
              <a:gdLst/>
              <a:ahLst/>
              <a:cxnLst/>
              <a:rect l="l" t="t" r="r" b="b"/>
              <a:pathLst>
                <a:path w="1042416" h="192024">
                  <a:moveTo>
                    <a:pt x="0" y="192024"/>
                  </a:moveTo>
                  <a:lnTo>
                    <a:pt x="205741" y="13715"/>
                  </a:lnTo>
                  <a:lnTo>
                    <a:pt x="617220" y="0"/>
                  </a:lnTo>
                  <a:lnTo>
                    <a:pt x="1042416" y="192024"/>
                  </a:lnTo>
                  <a:close/>
                </a:path>
              </a:pathLst>
            </a:custGeom>
            <a:solidFill>
              <a:srgbClr val="1B1D21"/>
            </a:solidFill>
            <a:ln w="12700">
              <a:solidFill>
                <a:srgbClr val="6B7078"/>
              </a:solidFill>
            </a:ln>
          </p:spPr>
          <p:txBody>
            <a:bodyPr rtlCol="0" anchor="ctr"/>
            <a:lstStyle/>
            <a:p>
              <a:pPr algn="ctr"/>
            </a:p>
          </p:txBody>
        </p:sp>
        <p:sp>
          <p:nvSpPr>
            <p:cNvPr id="70" name="coupling"/>
            <p:cNvSpPr/>
            <p:nvPr/>
          </p:nvSpPr>
          <p:spPr>
            <a:xfrm>
              <a:off x="7360919" y="3643884"/>
              <a:ext cx="96012" cy="41147"/>
            </a:xfrm>
            <a:prstGeom prst="rect">
              <a:avLst/>
            </a:prstGeom>
            <a:solidFill>
              <a:srgbClr val="9AA0A6"/>
            </a:solidFill>
            <a:ln>
              <a:noFill/>
            </a:ln>
          </p:spPr>
          <p:txBody>
            <a:bodyPr rtlCol="0" anchor="ctr"/>
            <a:lstStyle/>
            <a:p>
              <a:pPr algn="ctr"/>
            </a:p>
          </p:txBody>
        </p:sp>
        <p:sp>
          <p:nvSpPr>
            <p:cNvPr id="71" name="wheel"/>
            <p:cNvSpPr/>
            <p:nvPr/>
          </p:nvSpPr>
          <p:spPr>
            <a:xfrm>
              <a:off x="6318503" y="3822191"/>
              <a:ext cx="384048" cy="384048"/>
            </a:xfrm>
            <a:prstGeom prst="ellipse">
              <a:avLst/>
            </a:prstGeom>
            <a:solidFill>
              <a:srgbClr val="1B1D21"/>
            </a:solidFill>
            <a:ln w="19050">
              <a:solidFill>
                <a:srgbClr val="9AA0A6"/>
              </a:solidFill>
            </a:ln>
          </p:spPr>
          <p:txBody>
            <a:bodyPr rtlCol="0" anchor="ctr"/>
            <a:lstStyle/>
            <a:p>
              <a:pPr algn="ctr"/>
            </a:p>
          </p:txBody>
        </p:sp>
        <p:sp>
          <p:nvSpPr>
            <p:cNvPr id="72" name="hub"/>
            <p:cNvSpPr/>
            <p:nvPr/>
          </p:nvSpPr>
          <p:spPr>
            <a:xfrm>
              <a:off x="6460601" y="3964289"/>
              <a:ext cx="99852" cy="99852"/>
            </a:xfrm>
            <a:prstGeom prst="ellipse">
              <a:avLst/>
            </a:prstGeom>
            <a:solidFill>
              <a:srgbClr val="9AA0A6"/>
            </a:solidFill>
            <a:ln>
              <a:noFill/>
            </a:ln>
          </p:spPr>
          <p:txBody>
            <a:bodyPr rtlCol="0" anchor="ctr"/>
            <a:lstStyle/>
            <a:p>
              <a:pPr algn="ctr"/>
            </a:p>
          </p:txBody>
        </p:sp>
        <p:sp>
          <p:nvSpPr>
            <p:cNvPr id="73" name="wheel"/>
            <p:cNvSpPr/>
            <p:nvPr/>
          </p:nvSpPr>
          <p:spPr>
            <a:xfrm>
              <a:off x="6894575" y="3822191"/>
              <a:ext cx="384048" cy="384048"/>
            </a:xfrm>
            <a:prstGeom prst="ellipse">
              <a:avLst/>
            </a:prstGeom>
            <a:solidFill>
              <a:srgbClr val="1B1D21"/>
            </a:solidFill>
            <a:ln w="19050">
              <a:solidFill>
                <a:srgbClr val="9AA0A6"/>
              </a:solidFill>
            </a:ln>
          </p:spPr>
          <p:txBody>
            <a:bodyPr rtlCol="0" anchor="ctr"/>
            <a:lstStyle/>
            <a:p>
              <a:pPr algn="ctr"/>
            </a:p>
          </p:txBody>
        </p:sp>
        <p:sp>
          <p:nvSpPr>
            <p:cNvPr id="74" name="hub"/>
            <p:cNvSpPr/>
            <p:nvPr/>
          </p:nvSpPr>
          <p:spPr>
            <a:xfrm>
              <a:off x="7036673" y="3964289"/>
              <a:ext cx="99852" cy="99852"/>
            </a:xfrm>
            <a:prstGeom prst="ellipse">
              <a:avLst/>
            </a:prstGeom>
            <a:solidFill>
              <a:srgbClr val="9AA0A6"/>
            </a:solidFill>
            <a:ln>
              <a:noFill/>
            </a:ln>
          </p:spPr>
          <p:txBody>
            <a:bodyPr rtlCol="0" anchor="ctr"/>
            <a:lstStyle/>
            <a:p>
              <a:pPr algn="ctr"/>
            </a:p>
          </p:txBody>
        </p:sp>
        <p:sp>
          <p:nvSpPr>
            <p:cNvPr id="75" name="frame"/>
            <p:cNvSpPr/>
            <p:nvPr/>
          </p:nvSpPr>
          <p:spPr>
            <a:xfrm>
              <a:off x="7456931" y="3808476"/>
              <a:ext cx="3607308" cy="123443"/>
            </a:xfrm>
            <a:prstGeom prst="rect">
              <a:avLst/>
            </a:prstGeom>
            <a:solidFill>
              <a:srgbClr val="3A3F47"/>
            </a:solidFill>
            <a:ln w="9525">
              <a:solidFill>
                <a:srgbClr val="9AA0A6"/>
              </a:solidFill>
            </a:ln>
          </p:spPr>
          <p:txBody>
            <a:bodyPr rtlCol="0" anchor="ctr"/>
            <a:lstStyle/>
            <a:p>
              <a:pPr algn="ctr"/>
            </a:p>
          </p:txBody>
        </p:sp>
        <p:sp>
          <p:nvSpPr>
            <p:cNvPr id="76" name="cab"/>
            <p:cNvSpPr/>
            <p:nvPr/>
          </p:nvSpPr>
          <p:spPr>
            <a:xfrm>
              <a:off x="7456931" y="3054096"/>
              <a:ext cx="548640" cy="754380"/>
            </a:xfrm>
            <a:prstGeom prst="roundRect">
              <a:avLst>
                <a:gd name="adj" fmla="val 2500"/>
              </a:avLst>
            </a:prstGeom>
            <a:solidFill>
              <a:srgbClr val="F28C28"/>
            </a:solidFill>
            <a:ln>
              <a:noFill/>
            </a:ln>
          </p:spPr>
          <p:txBody>
            <a:bodyPr rtlCol="0" anchor="ctr"/>
            <a:lstStyle/>
            <a:p>
              <a:pPr algn="ctr"/>
            </a:p>
          </p:txBody>
        </p:sp>
        <p:sp>
          <p:nvSpPr>
            <p:cNvPr id="77" name="cab roof"/>
            <p:cNvSpPr/>
            <p:nvPr/>
          </p:nvSpPr>
          <p:spPr>
            <a:xfrm>
              <a:off x="7429500" y="2985515"/>
              <a:ext cx="603504" cy="68580"/>
            </a:xfrm>
            <a:prstGeom prst="rect">
              <a:avLst/>
            </a:prstGeom>
            <a:solidFill>
              <a:srgbClr val="3A3F47"/>
            </a:solidFill>
            <a:ln w="9525">
              <a:solidFill>
                <a:srgbClr val="9AA0A6"/>
              </a:solidFill>
            </a:ln>
          </p:spPr>
          <p:txBody>
            <a:bodyPr rtlCol="0" anchor="ctr"/>
            <a:lstStyle/>
            <a:p>
              <a:pPr algn="ctr"/>
            </a:p>
          </p:txBody>
        </p:sp>
        <p:sp>
          <p:nvSpPr>
            <p:cNvPr id="78" name="cab window"/>
            <p:cNvSpPr/>
            <p:nvPr/>
          </p:nvSpPr>
          <p:spPr>
            <a:xfrm>
              <a:off x="7594092" y="3163824"/>
              <a:ext cx="246888" cy="246887"/>
            </a:xfrm>
            <a:prstGeom prst="rect">
              <a:avLst/>
            </a:prstGeom>
            <a:solidFill>
              <a:srgbClr val="1B1D21"/>
            </a:solidFill>
            <a:ln>
              <a:noFill/>
            </a:ln>
          </p:spPr>
          <p:txBody>
            <a:bodyPr rtlCol="0" anchor="ctr"/>
            <a:lstStyle/>
            <a:p>
              <a:pPr algn="ctr"/>
            </a:p>
          </p:txBody>
        </p:sp>
        <p:sp>
          <p:nvSpPr>
            <p:cNvPr id="79" name="boiler"/>
            <p:cNvSpPr/>
            <p:nvPr/>
          </p:nvSpPr>
          <p:spPr>
            <a:xfrm>
              <a:off x="8005571" y="3122675"/>
              <a:ext cx="2784348" cy="548640"/>
            </a:xfrm>
            <a:prstGeom prst="roundRect">
              <a:avLst>
                <a:gd name="adj" fmla="val 25000"/>
              </a:avLst>
            </a:prstGeom>
            <a:solidFill>
              <a:srgbClr val="F28C28"/>
            </a:solidFill>
            <a:ln>
              <a:noFill/>
            </a:ln>
          </p:spPr>
          <p:txBody>
            <a:bodyPr rtlCol="0" anchor="ctr"/>
            <a:lstStyle/>
            <a:p>
              <a:pPr algn="ctr"/>
            </a:p>
          </p:txBody>
        </p:sp>
        <p:sp>
          <p:nvSpPr>
            <p:cNvPr id="80" name="boiler band"/>
            <p:cNvSpPr/>
            <p:nvPr/>
          </p:nvSpPr>
          <p:spPr>
            <a:xfrm>
              <a:off x="8840876" y="3122675"/>
              <a:ext cx="19202" cy="548640"/>
            </a:xfrm>
            <a:prstGeom prst="rect">
              <a:avLst/>
            </a:prstGeom>
            <a:solidFill>
              <a:srgbClr val="AE641C"/>
            </a:solidFill>
            <a:ln>
              <a:noFill/>
            </a:ln>
          </p:spPr>
          <p:txBody>
            <a:bodyPr rtlCol="0" anchor="ctr"/>
            <a:lstStyle/>
            <a:p>
              <a:pPr algn="ctr"/>
            </a:p>
          </p:txBody>
        </p:sp>
        <p:sp>
          <p:nvSpPr>
            <p:cNvPr id="81" name="boiler band"/>
            <p:cNvSpPr/>
            <p:nvPr/>
          </p:nvSpPr>
          <p:spPr>
            <a:xfrm>
              <a:off x="9536963" y="3122675"/>
              <a:ext cx="19202" cy="548640"/>
            </a:xfrm>
            <a:prstGeom prst="rect">
              <a:avLst/>
            </a:prstGeom>
            <a:solidFill>
              <a:srgbClr val="AE641C"/>
            </a:solidFill>
            <a:ln>
              <a:noFill/>
            </a:ln>
          </p:spPr>
          <p:txBody>
            <a:bodyPr rtlCol="0" anchor="ctr"/>
            <a:lstStyle/>
            <a:p>
              <a:pPr algn="ctr"/>
            </a:p>
          </p:txBody>
        </p:sp>
        <p:sp>
          <p:nvSpPr>
            <p:cNvPr id="82" name="boiler band"/>
            <p:cNvSpPr/>
            <p:nvPr/>
          </p:nvSpPr>
          <p:spPr>
            <a:xfrm>
              <a:off x="10233050" y="3122675"/>
              <a:ext cx="19202" cy="548640"/>
            </a:xfrm>
            <a:prstGeom prst="rect">
              <a:avLst/>
            </a:prstGeom>
            <a:solidFill>
              <a:srgbClr val="AE641C"/>
            </a:solidFill>
            <a:ln>
              <a:noFill/>
            </a:ln>
          </p:spPr>
          <p:txBody>
            <a:bodyPr rtlCol="0" anchor="ctr"/>
            <a:lstStyle/>
            <a:p>
              <a:pPr algn="ctr"/>
            </a:p>
          </p:txBody>
        </p:sp>
        <p:sp>
          <p:nvSpPr>
            <p:cNvPr id="83" name="smokebox"/>
            <p:cNvSpPr/>
            <p:nvPr/>
          </p:nvSpPr>
          <p:spPr>
            <a:xfrm>
              <a:off x="10789920" y="3122675"/>
              <a:ext cx="274320" cy="548640"/>
            </a:xfrm>
            <a:prstGeom prst="roundRect">
              <a:avLst>
                <a:gd name="adj" fmla="val 12000"/>
              </a:avLst>
            </a:prstGeom>
            <a:solidFill>
              <a:srgbClr val="4A515B"/>
            </a:solidFill>
            <a:ln>
              <a:noFill/>
            </a:ln>
          </p:spPr>
          <p:txBody>
            <a:bodyPr rtlCol="0" anchor="ctr"/>
            <a:lstStyle/>
            <a:p>
              <a:pPr algn="ctr"/>
            </a:p>
          </p:txBody>
        </p:sp>
        <p:sp>
          <p:nvSpPr>
            <p:cNvPr id="84" name="chimney"/>
            <p:cNvSpPr/>
            <p:nvPr/>
          </p:nvSpPr>
          <p:spPr>
            <a:xfrm>
              <a:off x="10844784" y="2834639"/>
              <a:ext cx="164592" cy="288035"/>
            </a:xfrm>
            <a:prstGeom prst="rect">
              <a:avLst/>
            </a:prstGeom>
            <a:solidFill>
              <a:srgbClr val="3A3F47"/>
            </a:solidFill>
            <a:ln w="9525">
              <a:solidFill>
                <a:srgbClr val="9AA0A6"/>
              </a:solidFill>
            </a:ln>
          </p:spPr>
          <p:txBody>
            <a:bodyPr rtlCol="0" anchor="ctr"/>
            <a:lstStyle/>
            <a:p>
              <a:pPr algn="ctr"/>
            </a:p>
          </p:txBody>
        </p:sp>
        <p:sp>
          <p:nvSpPr>
            <p:cNvPr id="85" name="chimney lip"/>
            <p:cNvSpPr/>
            <p:nvPr/>
          </p:nvSpPr>
          <p:spPr>
            <a:xfrm>
              <a:off x="10803636" y="2793491"/>
              <a:ext cx="246888" cy="68580"/>
            </a:xfrm>
            <a:prstGeom prst="rect">
              <a:avLst/>
            </a:prstGeom>
            <a:solidFill>
              <a:srgbClr val="3A3F47"/>
            </a:solidFill>
            <a:ln w="9525">
              <a:solidFill>
                <a:srgbClr val="9AA0A6"/>
              </a:solidFill>
            </a:ln>
          </p:spPr>
          <p:txBody>
            <a:bodyPr rtlCol="0" anchor="ctr"/>
            <a:lstStyle/>
            <a:p>
              <a:pPr algn="ctr"/>
            </a:p>
          </p:txBody>
        </p:sp>
        <p:sp>
          <p:nvSpPr>
            <p:cNvPr id="86" name="dome"/>
            <p:cNvSpPr/>
            <p:nvPr/>
          </p:nvSpPr>
          <p:spPr>
            <a:xfrm>
              <a:off x="9119311" y="2971800"/>
              <a:ext cx="246888" cy="150875"/>
            </a:xfrm>
            <a:prstGeom prst="roundRect">
              <a:avLst>
                <a:gd name="adj" fmla="val 36363"/>
              </a:avLst>
            </a:prstGeom>
            <a:solidFill>
              <a:srgbClr val="F28C28"/>
            </a:solidFill>
            <a:ln>
              <a:noFill/>
            </a:ln>
          </p:spPr>
          <p:txBody>
            <a:bodyPr rtlCol="0" anchor="ctr"/>
            <a:lstStyle/>
            <a:p>
              <a:pPr algn="ctr"/>
            </a:p>
          </p:txBody>
        </p:sp>
        <p:sp>
          <p:nvSpPr>
            <p:cNvPr id="87" name="wheel"/>
            <p:cNvSpPr/>
            <p:nvPr/>
          </p:nvSpPr>
          <p:spPr>
            <a:xfrm>
              <a:off x="7498079" y="3657600"/>
              <a:ext cx="548640" cy="548640"/>
            </a:xfrm>
            <a:prstGeom prst="ellipse">
              <a:avLst/>
            </a:prstGeom>
            <a:solidFill>
              <a:srgbClr val="1B1D21"/>
            </a:solidFill>
            <a:ln w="19050">
              <a:solidFill>
                <a:srgbClr val="9AA0A6"/>
              </a:solidFill>
            </a:ln>
          </p:spPr>
          <p:txBody>
            <a:bodyPr rtlCol="0" anchor="ctr"/>
            <a:lstStyle/>
            <a:p>
              <a:pPr algn="ctr"/>
            </a:p>
          </p:txBody>
        </p:sp>
        <p:sp>
          <p:nvSpPr>
            <p:cNvPr id="88" name="hub"/>
            <p:cNvSpPr/>
            <p:nvPr/>
          </p:nvSpPr>
          <p:spPr>
            <a:xfrm>
              <a:off x="7701076" y="3860596"/>
              <a:ext cx="142646" cy="142646"/>
            </a:xfrm>
            <a:prstGeom prst="ellipse">
              <a:avLst/>
            </a:prstGeom>
            <a:solidFill>
              <a:srgbClr val="9AA0A6"/>
            </a:solidFill>
            <a:ln>
              <a:noFill/>
            </a:ln>
          </p:spPr>
          <p:txBody>
            <a:bodyPr rtlCol="0" anchor="ctr"/>
            <a:lstStyle/>
            <a:p>
              <a:pPr algn="ctr"/>
            </a:p>
          </p:txBody>
        </p:sp>
        <p:sp>
          <p:nvSpPr>
            <p:cNvPr id="89" name="wheel"/>
            <p:cNvSpPr/>
            <p:nvPr/>
          </p:nvSpPr>
          <p:spPr>
            <a:xfrm>
              <a:off x="8115299" y="3657600"/>
              <a:ext cx="548640" cy="548640"/>
            </a:xfrm>
            <a:prstGeom prst="ellipse">
              <a:avLst/>
            </a:prstGeom>
            <a:solidFill>
              <a:srgbClr val="1B1D21"/>
            </a:solidFill>
            <a:ln w="19050">
              <a:solidFill>
                <a:srgbClr val="9AA0A6"/>
              </a:solidFill>
            </a:ln>
          </p:spPr>
          <p:txBody>
            <a:bodyPr rtlCol="0" anchor="ctr"/>
            <a:lstStyle/>
            <a:p>
              <a:pPr algn="ctr"/>
            </a:p>
          </p:txBody>
        </p:sp>
        <p:sp>
          <p:nvSpPr>
            <p:cNvPr id="90" name="hub"/>
            <p:cNvSpPr/>
            <p:nvPr/>
          </p:nvSpPr>
          <p:spPr>
            <a:xfrm>
              <a:off x="8318296" y="3860596"/>
              <a:ext cx="142646" cy="142646"/>
            </a:xfrm>
            <a:prstGeom prst="ellipse">
              <a:avLst/>
            </a:prstGeom>
            <a:solidFill>
              <a:srgbClr val="9AA0A6"/>
            </a:solidFill>
            <a:ln>
              <a:noFill/>
            </a:ln>
          </p:spPr>
          <p:txBody>
            <a:bodyPr rtlCol="0" anchor="ctr"/>
            <a:lstStyle/>
            <a:p>
              <a:pPr algn="ctr"/>
            </a:p>
          </p:txBody>
        </p:sp>
        <p:sp>
          <p:nvSpPr>
            <p:cNvPr id="91" name="wheel"/>
            <p:cNvSpPr/>
            <p:nvPr/>
          </p:nvSpPr>
          <p:spPr>
            <a:xfrm>
              <a:off x="8732519" y="3657600"/>
              <a:ext cx="548640" cy="548640"/>
            </a:xfrm>
            <a:prstGeom prst="ellipse">
              <a:avLst/>
            </a:prstGeom>
            <a:solidFill>
              <a:srgbClr val="1B1D21"/>
            </a:solidFill>
            <a:ln w="19050">
              <a:solidFill>
                <a:srgbClr val="9AA0A6"/>
              </a:solidFill>
            </a:ln>
          </p:spPr>
          <p:txBody>
            <a:bodyPr rtlCol="0" anchor="ctr"/>
            <a:lstStyle/>
            <a:p>
              <a:pPr algn="ctr"/>
            </a:p>
          </p:txBody>
        </p:sp>
        <p:sp>
          <p:nvSpPr>
            <p:cNvPr id="92" name="hub"/>
            <p:cNvSpPr/>
            <p:nvPr/>
          </p:nvSpPr>
          <p:spPr>
            <a:xfrm>
              <a:off x="8935516" y="3860596"/>
              <a:ext cx="142646" cy="142646"/>
            </a:xfrm>
            <a:prstGeom prst="ellipse">
              <a:avLst/>
            </a:prstGeom>
            <a:solidFill>
              <a:srgbClr val="9AA0A6"/>
            </a:solidFill>
            <a:ln>
              <a:noFill/>
            </a:ln>
          </p:spPr>
          <p:txBody>
            <a:bodyPr rtlCol="0" anchor="ctr"/>
            <a:lstStyle/>
            <a:p>
              <a:pPr algn="ctr"/>
            </a:p>
          </p:txBody>
        </p:sp>
        <p:sp>
          <p:nvSpPr>
            <p:cNvPr id="93" name="wheel"/>
            <p:cNvSpPr/>
            <p:nvPr/>
          </p:nvSpPr>
          <p:spPr>
            <a:xfrm>
              <a:off x="9349739" y="3657600"/>
              <a:ext cx="548640" cy="548640"/>
            </a:xfrm>
            <a:prstGeom prst="ellipse">
              <a:avLst/>
            </a:prstGeom>
            <a:solidFill>
              <a:srgbClr val="1B1D21"/>
            </a:solidFill>
            <a:ln w="19050">
              <a:solidFill>
                <a:srgbClr val="9AA0A6"/>
              </a:solidFill>
            </a:ln>
          </p:spPr>
          <p:txBody>
            <a:bodyPr rtlCol="0" anchor="ctr"/>
            <a:lstStyle/>
            <a:p>
              <a:pPr algn="ctr"/>
            </a:p>
          </p:txBody>
        </p:sp>
        <p:sp>
          <p:nvSpPr>
            <p:cNvPr id="94" name="hub"/>
            <p:cNvSpPr/>
            <p:nvPr/>
          </p:nvSpPr>
          <p:spPr>
            <a:xfrm>
              <a:off x="9552736" y="3860596"/>
              <a:ext cx="142646" cy="142646"/>
            </a:xfrm>
            <a:prstGeom prst="ellipse">
              <a:avLst/>
            </a:prstGeom>
            <a:solidFill>
              <a:srgbClr val="9AA0A6"/>
            </a:solidFill>
            <a:ln>
              <a:noFill/>
            </a:ln>
          </p:spPr>
          <p:txBody>
            <a:bodyPr rtlCol="0" anchor="ctr"/>
            <a:lstStyle/>
            <a:p>
              <a:pPr algn="ctr"/>
            </a:p>
          </p:txBody>
        </p:sp>
        <p:sp>
          <p:nvSpPr>
            <p:cNvPr id="95" name="wheel"/>
            <p:cNvSpPr/>
            <p:nvPr/>
          </p:nvSpPr>
          <p:spPr>
            <a:xfrm>
              <a:off x="10104120" y="3904487"/>
              <a:ext cx="301752" cy="301752"/>
            </a:xfrm>
            <a:prstGeom prst="ellipse">
              <a:avLst/>
            </a:prstGeom>
            <a:solidFill>
              <a:srgbClr val="1B1D21"/>
            </a:solidFill>
            <a:ln w="19050">
              <a:solidFill>
                <a:srgbClr val="9AA0A6"/>
              </a:solidFill>
            </a:ln>
          </p:spPr>
          <p:txBody>
            <a:bodyPr rtlCol="0" anchor="ctr"/>
            <a:lstStyle/>
            <a:p>
              <a:pPr algn="ctr"/>
            </a:p>
          </p:txBody>
        </p:sp>
        <p:sp>
          <p:nvSpPr>
            <p:cNvPr id="96" name="hub"/>
            <p:cNvSpPr/>
            <p:nvPr/>
          </p:nvSpPr>
          <p:spPr>
            <a:xfrm>
              <a:off x="10215768" y="4016136"/>
              <a:ext cx="78455" cy="78455"/>
            </a:xfrm>
            <a:prstGeom prst="ellipse">
              <a:avLst/>
            </a:prstGeom>
            <a:solidFill>
              <a:srgbClr val="9AA0A6"/>
            </a:solidFill>
            <a:ln>
              <a:noFill/>
            </a:ln>
          </p:spPr>
          <p:txBody>
            <a:bodyPr rtlCol="0" anchor="ctr"/>
            <a:lstStyle/>
            <a:p>
              <a:pPr algn="ctr"/>
            </a:p>
          </p:txBody>
        </p:sp>
        <p:sp>
          <p:nvSpPr>
            <p:cNvPr id="97" name="coupling rod"/>
            <p:cNvSpPr/>
            <p:nvPr/>
          </p:nvSpPr>
          <p:spPr>
            <a:xfrm>
              <a:off x="7772400" y="3775557"/>
              <a:ext cx="1851660" cy="38404"/>
            </a:xfrm>
            <a:prstGeom prst="rect">
              <a:avLst/>
            </a:prstGeom>
            <a:solidFill>
              <a:srgbClr val="D0D4D8"/>
            </a:solidFill>
            <a:ln>
              <a:noFill/>
            </a:ln>
          </p:spPr>
          <p:txBody>
            <a:bodyPr rtlCol="0" anchor="ctr"/>
            <a:lstStyle/>
            <a:p>
              <a:pPr algn="ctr"/>
            </a:p>
          </p:txBody>
        </p:sp>
        <p:sp>
          <p:nvSpPr>
            <p:cNvPr id="98" name="buffer beam"/>
            <p:cNvSpPr/>
            <p:nvPr/>
          </p:nvSpPr>
          <p:spPr>
            <a:xfrm>
              <a:off x="11064240" y="3685031"/>
              <a:ext cx="82296" cy="246887"/>
            </a:xfrm>
            <a:prstGeom prst="rect">
              <a:avLst/>
            </a:prstGeom>
            <a:solidFill>
              <a:srgbClr val="9AA0A6"/>
            </a:solidFill>
            <a:ln>
              <a:noFill/>
            </a:ln>
          </p:spPr>
          <p:txBody>
            <a:bodyPr rtlCol="0" anchor="ctr"/>
            <a:lstStyle/>
            <a:p>
              <a:pPr algn="ctr"/>
            </a:p>
          </p:txBody>
        </p:sp>
        <p:sp>
          <p:nvSpPr>
            <p:cNvPr id="99" name="coupling link"/>
            <p:cNvSpPr/>
            <p:nvPr/>
          </p:nvSpPr>
          <p:spPr>
            <a:xfrm>
              <a:off x="5989320" y="3657599"/>
              <a:ext cx="265176" cy="64008"/>
            </a:xfrm>
            <a:prstGeom prst="rect">
              <a:avLst/>
            </a:prstGeom>
            <a:solidFill>
              <a:srgbClr val="9AA0A6"/>
            </a:solidFill>
            <a:ln>
              <a:noFill/>
            </a:ln>
          </p:spPr>
          <p:txBody>
            <a:bodyPr rtlCol="0" anchor="ctr"/>
            <a:lstStyle/>
            <a:p>
              <a:pPr algn="ctr"/>
            </a:p>
          </p:txBody>
        </p:sp>
        <p:sp>
          <p:nvSpPr>
            <p:cNvPr id="100" name="question mark"/>
            <p:cNvSpPr/>
            <p:nvPr/>
          </p:nvSpPr>
          <p:spPr>
            <a:xfrm>
              <a:off x="3817620" y="1714500"/>
              <a:ext cx="868680" cy="868680"/>
            </a:xfrm>
            <a:prstGeom prst="ellipse">
              <a:avLst/>
            </a:prstGeom>
            <a:solidFill>
              <a:srgbClr val="1E2126"/>
            </a:solidFill>
            <a:ln w="38100">
              <a:solidFill>
                <a:srgbClr val="A9B0B8"/>
              </a:solidFill>
            </a:ln>
          </p:spPr>
          <p:txBody>
            <a:bodyPr rtlCol="0" anchor="ctr" wrap="square" lIns="0" tIns="0" rIns="0" bIns="0">
              <a:noAutofit/>
            </a:bodyPr>
            <a:lstStyle/>
            <a:p>
              <a:pPr algn="ctr"/>
              <a:r>
                <a:rPr sz="3600" b="1" i="0" lang="en-GB">
                  <a:solidFill>
                    <a:srgbClr val="F2F2F2"/>
                  </a:solidFill>
                  <a:latin typeface="Arial"/>
                </a:rPr>
                <a:t>?</a:t>
              </a:r>
            </a:p>
          </p:txBody>
        </p:sp>
        <p:sp>
          <p:nvSpPr>
            <p:cNvPr id="101" name="question mark"/>
            <p:cNvSpPr/>
            <p:nvPr/>
          </p:nvSpPr>
          <p:spPr>
            <a:xfrm>
              <a:off x="8956548" y="1714500"/>
              <a:ext cx="868680" cy="868680"/>
            </a:xfrm>
            <a:prstGeom prst="ellipse">
              <a:avLst/>
            </a:prstGeom>
            <a:solidFill>
              <a:srgbClr val="1E2126"/>
            </a:solidFill>
            <a:ln w="38100">
              <a:solidFill>
                <a:srgbClr val="A9B0B8"/>
              </a:solidFill>
            </a:ln>
          </p:spPr>
          <p:txBody>
            <a:bodyPr rtlCol="0" anchor="ctr" wrap="square" lIns="0" tIns="0" rIns="0" bIns="0">
              <a:noAutofit/>
            </a:bodyPr>
            <a:lstStyle/>
            <a:p>
              <a:pPr algn="ctr"/>
              <a:r>
                <a:rPr sz="3600" b="1" i="0" lang="en-GB">
                  <a:solidFill>
                    <a:srgbClr val="F2F2F2"/>
                  </a:solidFill>
                  <a:latin typeface="Arial"/>
                </a:rPr>
                <a:t>?</a:t>
              </a:r>
            </a:p>
          </p:txBody>
        </p:sp>
      </p:grpSp>
      <p:sp>
        <p:nvSpPr>
          <p:cNvPr id="102" name="open question codes"/>
          <p:cNvSpPr txBox="1"/>
          <p:nvPr/>
        </p:nvSpPr>
        <p:spPr>
          <a:xfrm>
            <a:off x="548640" y="5212080"/>
            <a:ext cx="2743200" cy="274320"/>
          </a:xfrm>
          <a:prstGeom prst="rect">
            <a:avLst/>
          </a:prstGeom>
          <a:noFill/>
        </p:spPr>
        <p:txBody>
          <a:bodyPr wrap="square" anchor="ctr" lIns="18288" tIns="9144" rIns="18288" bIns="9144">
            <a:noAutofit/>
          </a:bodyPr>
          <a:lstStyle/>
          <a:p>
            <a:pPr algn="l"/>
            <a:r>
              <a:rPr sz="1400" b="0" i="0" lang="en-GB">
                <a:solidFill>
                  <a:srgbClr val="A9B0B8"/>
                </a:solidFill>
                <a:latin typeface="Arial"/>
              </a:rPr>
              <a:t>OQ06, OQ27</a:t>
            </a:r>
          </a:p>
        </p:txBody>
      </p:sp>
      <p:sp>
        <p:nvSpPr>
          <p:cNvPr id="10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0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05"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With two engines, which one leads? That is not settled.</a:t>
            </a:r>
          </a:p>
        </p:txBody>
      </p:sp>
      <p:sp>
        <p:nvSpPr>
          <p:cNvPr id="10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When the region changes</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grpSp>
        <p:nvGrpSpPr>
          <p:cNvPr id="4" name="Four open questions" descr="Four question cards about engines already running when the region changes: weight and power, trains on the move, loading a saved game, and how train weight is shown. None is decided."/>
          <p:cNvGrpSpPr/>
          <p:nvPr/>
        </p:nvGrpSpPr>
        <p:grpSpPr>
          <a:xfrm>
            <a:off x="548640" y="1325880"/>
            <a:ext cx="11091671" cy="3611880"/>
            <a:chOff x="548640" y="1325880"/>
            <a:chExt cx="11091671" cy="3611880"/>
          </a:xfrm>
        </p:grpSpPr>
        <p:sp>
          <p:nvSpPr>
            <p:cNvPr id="5" name="question card"/>
            <p:cNvSpPr/>
            <p:nvPr/>
          </p:nvSpPr>
          <p:spPr>
            <a:xfrm>
              <a:off x="548640" y="1325880"/>
              <a:ext cx="5440680" cy="1691640"/>
            </a:xfrm>
            <a:prstGeom prst="roundRect">
              <a:avLst>
                <a:gd name="adj" fmla="val 5405"/>
              </a:avLst>
            </a:prstGeom>
            <a:solidFill>
              <a:srgbClr val="2B2F36"/>
            </a:solidFill>
            <a:ln w="19050">
              <a:solidFill>
                <a:srgbClr val="4A515B"/>
              </a:solidFill>
            </a:ln>
          </p:spPr>
          <p:txBody>
            <a:bodyPr rtlCol="0" anchor="ctr"/>
            <a:lstStyle/>
            <a:p>
              <a:pPr algn="ctr"/>
            </a:p>
          </p:txBody>
        </p:sp>
        <p:sp>
          <p:nvSpPr>
            <p:cNvPr id="6" name="scale post"/>
            <p:cNvSpPr/>
            <p:nvPr/>
          </p:nvSpPr>
          <p:spPr>
            <a:xfrm>
              <a:off x="1202436" y="1931670"/>
              <a:ext cx="384048" cy="672084"/>
            </a:xfrm>
            <a:custGeom>
              <a:avLst/>
              <a:gdLst/>
              <a:ahLst/>
              <a:cxnLst/>
              <a:rect l="l" t="t" r="r" b="b"/>
              <a:pathLst>
                <a:path w="384048" h="672084">
                  <a:moveTo>
                    <a:pt x="192024" y="0"/>
                  </a:moveTo>
                  <a:lnTo>
                    <a:pt x="0" y="672084"/>
                  </a:lnTo>
                  <a:lnTo>
                    <a:pt x="384048" y="672084"/>
                  </a:lnTo>
                  <a:close/>
                </a:path>
              </a:pathLst>
            </a:custGeom>
            <a:solidFill>
              <a:srgbClr val="9AA0A6"/>
            </a:solidFill>
            <a:ln>
              <a:noFill/>
            </a:ln>
          </p:spPr>
          <p:txBody>
            <a:bodyPr rtlCol="0" anchor="ctr"/>
            <a:lstStyle/>
            <a:p>
              <a:pPr algn="ctr"/>
            </a:p>
          </p:txBody>
        </p:sp>
        <p:sp>
          <p:nvSpPr>
            <p:cNvPr id="7" name="scale beam"/>
            <p:cNvSpPr/>
            <p:nvPr/>
          </p:nvSpPr>
          <p:spPr>
            <a:xfrm>
              <a:off x="933602" y="1883664"/>
              <a:ext cx="921715" cy="67208"/>
            </a:xfrm>
            <a:prstGeom prst="rect">
              <a:avLst/>
            </a:prstGeom>
            <a:solidFill>
              <a:srgbClr val="9AA0A6"/>
            </a:solidFill>
            <a:ln>
              <a:noFill/>
            </a:ln>
          </p:spPr>
          <p:txBody>
            <a:bodyPr rtlCol="0" anchor="ctr"/>
            <a:lstStyle/>
            <a:p>
              <a:pPr algn="ctr"/>
            </a:p>
          </p:txBody>
        </p:sp>
        <p:cxnSp>
          <p:nvCxnSpPr>
            <p:cNvPr id="8" name="string"/>
            <p:cNvCxnSpPr/>
            <p:nvPr/>
          </p:nvCxnSpPr>
          <p:spPr>
            <a:xfrm flipH="1">
              <a:off x="933602" y="1931670"/>
              <a:ext cx="144018" cy="336042"/>
            </a:xfrm>
            <a:prstGeom prst="line">
              <a:avLst/>
            </a:prstGeom>
            <a:ln w="19050">
              <a:solidFill>
                <a:srgbClr val="9AA0A6"/>
              </a:solidFill>
            </a:ln>
          </p:spPr>
        </p:cxnSp>
        <p:cxnSp>
          <p:nvCxnSpPr>
            <p:cNvPr id="9" name="string"/>
            <p:cNvCxnSpPr/>
            <p:nvPr/>
          </p:nvCxnSpPr>
          <p:spPr>
            <a:xfrm>
              <a:off x="1077620" y="1931670"/>
              <a:ext cx="144018" cy="336042"/>
            </a:xfrm>
            <a:prstGeom prst="line">
              <a:avLst/>
            </a:prstGeom>
            <a:ln w="19050">
              <a:solidFill>
                <a:srgbClr val="9AA0A6"/>
              </a:solidFill>
            </a:ln>
          </p:spPr>
        </p:cxnSp>
        <p:sp>
          <p:nvSpPr>
            <p:cNvPr id="10" name="pan"/>
            <p:cNvSpPr/>
            <p:nvPr/>
          </p:nvSpPr>
          <p:spPr>
            <a:xfrm>
              <a:off x="914400" y="2267712"/>
              <a:ext cx="326440" cy="57607"/>
            </a:xfrm>
            <a:prstGeom prst="rect">
              <a:avLst/>
            </a:prstGeom>
            <a:solidFill>
              <a:srgbClr val="9AA0A6"/>
            </a:solidFill>
            <a:ln>
              <a:noFill/>
            </a:ln>
          </p:spPr>
          <p:txBody>
            <a:bodyPr rtlCol="0" anchor="ctr"/>
            <a:lstStyle/>
            <a:p>
              <a:pPr algn="ctr"/>
            </a:p>
          </p:txBody>
        </p:sp>
        <p:cxnSp>
          <p:nvCxnSpPr>
            <p:cNvPr id="11" name="string"/>
            <p:cNvCxnSpPr/>
            <p:nvPr/>
          </p:nvCxnSpPr>
          <p:spPr>
            <a:xfrm flipH="1">
              <a:off x="1567281" y="1931670"/>
              <a:ext cx="144018" cy="336042"/>
            </a:xfrm>
            <a:prstGeom prst="line">
              <a:avLst/>
            </a:prstGeom>
            <a:ln w="19050">
              <a:solidFill>
                <a:srgbClr val="9AA0A6"/>
              </a:solidFill>
            </a:ln>
          </p:spPr>
        </p:cxnSp>
        <p:cxnSp>
          <p:nvCxnSpPr>
            <p:cNvPr id="12" name="string"/>
            <p:cNvCxnSpPr/>
            <p:nvPr/>
          </p:nvCxnSpPr>
          <p:spPr>
            <a:xfrm>
              <a:off x="1711299" y="1931670"/>
              <a:ext cx="144018" cy="336042"/>
            </a:xfrm>
            <a:prstGeom prst="line">
              <a:avLst/>
            </a:prstGeom>
            <a:ln w="19050">
              <a:solidFill>
                <a:srgbClr val="9AA0A6"/>
              </a:solidFill>
            </a:ln>
          </p:spPr>
        </p:cxnSp>
        <p:sp>
          <p:nvSpPr>
            <p:cNvPr id="13" name="pan"/>
            <p:cNvSpPr/>
            <p:nvPr/>
          </p:nvSpPr>
          <p:spPr>
            <a:xfrm>
              <a:off x="1548079" y="2267712"/>
              <a:ext cx="326440" cy="57607"/>
            </a:xfrm>
            <a:prstGeom prst="rect">
              <a:avLst/>
            </a:prstGeom>
            <a:solidFill>
              <a:srgbClr val="9AA0A6"/>
            </a:solidFill>
            <a:ln>
              <a:noFill/>
            </a:ln>
          </p:spPr>
          <p:txBody>
            <a:bodyPr rtlCol="0" anchor="ctr"/>
            <a:lstStyle/>
            <a:p>
              <a:pPr algn="ctr"/>
            </a:p>
          </p:txBody>
        </p:sp>
        <p:sp>
          <p:nvSpPr>
            <p:cNvPr id="14" name="question"/>
            <p:cNvSpPr txBox="1"/>
            <p:nvPr/>
          </p:nvSpPr>
          <p:spPr>
            <a:xfrm>
              <a:off x="2240280" y="1325880"/>
              <a:ext cx="2834640" cy="1691640"/>
            </a:xfrm>
            <a:prstGeom prst="rect">
              <a:avLst/>
            </a:prstGeom>
            <a:noFill/>
          </p:spPr>
          <p:txBody>
            <a:bodyPr wrap="square" anchor="ctr" lIns="18288" tIns="9144" rIns="18288" bIns="9144">
              <a:noAutofit/>
            </a:bodyPr>
            <a:lstStyle/>
            <a:p>
              <a:pPr algn="l"/>
              <a:r>
                <a:rPr sz="2000" b="1" i="0" lang="en-GB">
                  <a:solidFill>
                    <a:srgbClr val="F2F2F2"/>
                  </a:solidFill>
                  <a:latin typeface="Arial"/>
                </a:rPr>
                <a:t>Do weight and power change?</a:t>
              </a:r>
            </a:p>
          </p:txBody>
        </p:sp>
        <p:sp>
          <p:nvSpPr>
            <p:cNvPr id="15" name="question glyph"/>
            <p:cNvSpPr txBox="1"/>
            <p:nvPr/>
          </p:nvSpPr>
          <p:spPr>
            <a:xfrm>
              <a:off x="5120640" y="1508760"/>
              <a:ext cx="731520" cy="1325880"/>
            </a:xfrm>
            <a:prstGeom prst="rect">
              <a:avLst/>
            </a:prstGeom>
            <a:noFill/>
          </p:spPr>
          <p:txBody>
            <a:bodyPr wrap="square" anchor="ctr" lIns="18288" tIns="9144" rIns="18288" bIns="9144">
              <a:noAutofit/>
            </a:bodyPr>
            <a:lstStyle/>
            <a:p>
              <a:pPr algn="ctr"/>
              <a:r>
                <a:rPr sz="6000" b="1" i="0" lang="en-GB">
                  <a:solidFill>
                    <a:srgbClr val="A9B0B8"/>
                  </a:solidFill>
                  <a:latin typeface="Arial"/>
                </a:rPr>
                <a:t>?</a:t>
              </a:r>
            </a:p>
          </p:txBody>
        </p:sp>
        <p:sp>
          <p:nvSpPr>
            <p:cNvPr id="16" name="question card"/>
            <p:cNvSpPr/>
            <p:nvPr/>
          </p:nvSpPr>
          <p:spPr>
            <a:xfrm>
              <a:off x="6199631" y="1325880"/>
              <a:ext cx="5440680" cy="1691640"/>
            </a:xfrm>
            <a:prstGeom prst="roundRect">
              <a:avLst>
                <a:gd name="adj" fmla="val 5405"/>
              </a:avLst>
            </a:prstGeom>
            <a:solidFill>
              <a:srgbClr val="2B2F36"/>
            </a:solidFill>
            <a:ln w="19050">
              <a:solidFill>
                <a:srgbClr val="4A515B"/>
              </a:solidFill>
            </a:ln>
          </p:spPr>
          <p:txBody>
            <a:bodyPr rtlCol="0" anchor="ctr"/>
            <a:lstStyle/>
            <a:p>
              <a:pPr algn="ctr"/>
            </a:p>
          </p:txBody>
        </p:sp>
        <p:sp>
          <p:nvSpPr>
            <p:cNvPr id="17" name="frame"/>
            <p:cNvSpPr/>
            <p:nvPr/>
          </p:nvSpPr>
          <p:spPr>
            <a:xfrm>
              <a:off x="6901433" y="2355322"/>
              <a:ext cx="799299" cy="32404"/>
            </a:xfrm>
            <a:prstGeom prst="rect">
              <a:avLst/>
            </a:prstGeom>
            <a:solidFill>
              <a:srgbClr val="3A3F47"/>
            </a:solidFill>
            <a:ln w="9525">
              <a:solidFill>
                <a:srgbClr val="9AA0A6"/>
              </a:solidFill>
            </a:ln>
          </p:spPr>
          <p:txBody>
            <a:bodyPr rtlCol="0" anchor="ctr"/>
            <a:lstStyle/>
            <a:p>
              <a:pPr algn="ctr"/>
            </a:p>
          </p:txBody>
        </p:sp>
        <p:sp>
          <p:nvSpPr>
            <p:cNvPr id="18" name="bunker"/>
            <p:cNvSpPr/>
            <p:nvPr/>
          </p:nvSpPr>
          <p:spPr>
            <a:xfrm>
              <a:off x="6901433" y="2214905"/>
              <a:ext cx="122415" cy="140417"/>
            </a:xfrm>
            <a:prstGeom prst="roundRect">
              <a:avLst>
                <a:gd name="adj" fmla="val 2941"/>
              </a:avLst>
            </a:prstGeom>
            <a:solidFill>
              <a:srgbClr val="F28C28"/>
            </a:solidFill>
            <a:ln>
              <a:noFill/>
            </a:ln>
          </p:spPr>
          <p:txBody>
            <a:bodyPr rtlCol="0" anchor="ctr"/>
            <a:lstStyle/>
            <a:p>
              <a:pPr algn="ctr"/>
            </a:p>
          </p:txBody>
        </p:sp>
        <p:sp>
          <p:nvSpPr>
            <p:cNvPr id="19" name="bunker coal"/>
            <p:cNvSpPr/>
            <p:nvPr/>
          </p:nvSpPr>
          <p:spPr>
            <a:xfrm>
              <a:off x="6908634" y="2178900"/>
              <a:ext cx="108014" cy="36005"/>
            </a:xfrm>
            <a:custGeom>
              <a:avLst/>
              <a:gdLst/>
              <a:ahLst/>
              <a:cxnLst/>
              <a:rect l="l" t="t" r="r" b="b"/>
              <a:pathLst>
                <a:path w="108014" h="36005">
                  <a:moveTo>
                    <a:pt x="0" y="36005"/>
                  </a:moveTo>
                  <a:lnTo>
                    <a:pt x="28804" y="3601"/>
                  </a:lnTo>
                  <a:lnTo>
                    <a:pt x="72009" y="0"/>
                  </a:lnTo>
                  <a:lnTo>
                    <a:pt x="108014" y="36005"/>
                  </a:lnTo>
                  <a:close/>
                </a:path>
              </a:pathLst>
            </a:custGeom>
            <a:solidFill>
              <a:srgbClr val="1B1D21"/>
            </a:solidFill>
            <a:ln w="12700">
              <a:solidFill>
                <a:srgbClr val="6B7078"/>
              </a:solidFill>
            </a:ln>
          </p:spPr>
          <p:txBody>
            <a:bodyPr rtlCol="0" anchor="ctr"/>
            <a:lstStyle/>
            <a:p>
              <a:pPr algn="ctr"/>
            </a:p>
          </p:txBody>
        </p:sp>
        <p:sp>
          <p:nvSpPr>
            <p:cNvPr id="20" name="cab"/>
            <p:cNvSpPr/>
            <p:nvPr/>
          </p:nvSpPr>
          <p:spPr>
            <a:xfrm>
              <a:off x="7023849" y="2157298"/>
              <a:ext cx="144018" cy="198024"/>
            </a:xfrm>
            <a:prstGeom prst="roundRect">
              <a:avLst>
                <a:gd name="adj" fmla="val 2500"/>
              </a:avLst>
            </a:prstGeom>
            <a:solidFill>
              <a:srgbClr val="F28C28"/>
            </a:solidFill>
            <a:ln>
              <a:noFill/>
            </a:ln>
          </p:spPr>
          <p:txBody>
            <a:bodyPr rtlCol="0" anchor="ctr"/>
            <a:lstStyle/>
            <a:p>
              <a:pPr algn="ctr"/>
            </a:p>
          </p:txBody>
        </p:sp>
        <p:sp>
          <p:nvSpPr>
            <p:cNvPr id="21" name="cab roof"/>
            <p:cNvSpPr/>
            <p:nvPr/>
          </p:nvSpPr>
          <p:spPr>
            <a:xfrm>
              <a:off x="7016648" y="2139295"/>
              <a:ext cx="158419" cy="18002"/>
            </a:xfrm>
            <a:prstGeom prst="rect">
              <a:avLst/>
            </a:prstGeom>
            <a:solidFill>
              <a:srgbClr val="3A3F47"/>
            </a:solidFill>
            <a:ln w="9525">
              <a:solidFill>
                <a:srgbClr val="9AA0A6"/>
              </a:solidFill>
            </a:ln>
          </p:spPr>
          <p:txBody>
            <a:bodyPr rtlCol="0" anchor="ctr"/>
            <a:lstStyle/>
            <a:p>
              <a:pPr algn="ctr"/>
            </a:p>
          </p:txBody>
        </p:sp>
        <p:sp>
          <p:nvSpPr>
            <p:cNvPr id="22" name="cab window"/>
            <p:cNvSpPr/>
            <p:nvPr/>
          </p:nvSpPr>
          <p:spPr>
            <a:xfrm>
              <a:off x="7059853" y="2186101"/>
              <a:ext cx="64808" cy="64808"/>
            </a:xfrm>
            <a:prstGeom prst="rect">
              <a:avLst/>
            </a:prstGeom>
            <a:solidFill>
              <a:srgbClr val="1B1D21"/>
            </a:solidFill>
            <a:ln>
              <a:noFill/>
            </a:ln>
          </p:spPr>
          <p:txBody>
            <a:bodyPr rtlCol="0" anchor="ctr"/>
            <a:lstStyle/>
            <a:p>
              <a:pPr algn="ctr"/>
            </a:p>
          </p:txBody>
        </p:sp>
        <p:sp>
          <p:nvSpPr>
            <p:cNvPr id="23" name="boiler"/>
            <p:cNvSpPr/>
            <p:nvPr/>
          </p:nvSpPr>
          <p:spPr>
            <a:xfrm>
              <a:off x="7167867" y="2175300"/>
              <a:ext cx="460857" cy="144018"/>
            </a:xfrm>
            <a:prstGeom prst="roundRect">
              <a:avLst>
                <a:gd name="adj" fmla="val 25000"/>
              </a:avLst>
            </a:prstGeom>
            <a:solidFill>
              <a:srgbClr val="F28C28"/>
            </a:solidFill>
            <a:ln>
              <a:noFill/>
            </a:ln>
          </p:spPr>
          <p:txBody>
            <a:bodyPr rtlCol="0" anchor="ctr"/>
            <a:lstStyle/>
            <a:p>
              <a:pPr algn="ctr"/>
            </a:p>
          </p:txBody>
        </p:sp>
        <p:sp>
          <p:nvSpPr>
            <p:cNvPr id="24" name="side tank"/>
            <p:cNvSpPr/>
            <p:nvPr/>
          </p:nvSpPr>
          <p:spPr>
            <a:xfrm>
              <a:off x="7167867" y="2225706"/>
              <a:ext cx="424853" cy="126015"/>
            </a:xfrm>
            <a:prstGeom prst="roundRect">
              <a:avLst>
                <a:gd name="adj" fmla="val 14285"/>
              </a:avLst>
            </a:prstGeom>
            <a:solidFill>
              <a:srgbClr val="AE641C"/>
            </a:solidFill>
            <a:ln>
              <a:noFill/>
            </a:ln>
          </p:spPr>
          <p:txBody>
            <a:bodyPr rtlCol="0" anchor="ctr"/>
            <a:lstStyle/>
            <a:p>
              <a:pPr algn="ctr"/>
            </a:p>
          </p:txBody>
        </p:sp>
        <p:sp>
          <p:nvSpPr>
            <p:cNvPr id="25" name="smokebox"/>
            <p:cNvSpPr/>
            <p:nvPr/>
          </p:nvSpPr>
          <p:spPr>
            <a:xfrm>
              <a:off x="7628724" y="2175300"/>
              <a:ext cx="72009" cy="144018"/>
            </a:xfrm>
            <a:prstGeom prst="roundRect">
              <a:avLst>
                <a:gd name="adj" fmla="val 12000"/>
              </a:avLst>
            </a:prstGeom>
            <a:solidFill>
              <a:srgbClr val="4A515B"/>
            </a:solidFill>
            <a:ln>
              <a:noFill/>
            </a:ln>
          </p:spPr>
          <p:txBody>
            <a:bodyPr rtlCol="0" anchor="ctr"/>
            <a:lstStyle/>
            <a:p>
              <a:pPr algn="ctr"/>
            </a:p>
          </p:txBody>
        </p:sp>
        <p:sp>
          <p:nvSpPr>
            <p:cNvPr id="26" name="chimney"/>
            <p:cNvSpPr/>
            <p:nvPr/>
          </p:nvSpPr>
          <p:spPr>
            <a:xfrm>
              <a:off x="7643126" y="2099691"/>
              <a:ext cx="43205" cy="75609"/>
            </a:xfrm>
            <a:prstGeom prst="rect">
              <a:avLst/>
            </a:prstGeom>
            <a:solidFill>
              <a:srgbClr val="3A3F47"/>
            </a:solidFill>
            <a:ln w="9525">
              <a:solidFill>
                <a:srgbClr val="9AA0A6"/>
              </a:solidFill>
            </a:ln>
          </p:spPr>
          <p:txBody>
            <a:bodyPr rtlCol="0" anchor="ctr"/>
            <a:lstStyle/>
            <a:p>
              <a:pPr algn="ctr"/>
            </a:p>
          </p:txBody>
        </p:sp>
        <p:sp>
          <p:nvSpPr>
            <p:cNvPr id="27" name="chimney lip"/>
            <p:cNvSpPr/>
            <p:nvPr/>
          </p:nvSpPr>
          <p:spPr>
            <a:xfrm>
              <a:off x="7632325" y="2088889"/>
              <a:ext cx="64808" cy="18002"/>
            </a:xfrm>
            <a:prstGeom prst="rect">
              <a:avLst/>
            </a:prstGeom>
            <a:solidFill>
              <a:srgbClr val="3A3F47"/>
            </a:solidFill>
            <a:ln w="9525">
              <a:solidFill>
                <a:srgbClr val="9AA0A6"/>
              </a:solidFill>
            </a:ln>
          </p:spPr>
          <p:txBody>
            <a:bodyPr rtlCol="0" anchor="ctr"/>
            <a:lstStyle/>
            <a:p>
              <a:pPr algn="ctr"/>
            </a:p>
          </p:txBody>
        </p:sp>
        <p:sp>
          <p:nvSpPr>
            <p:cNvPr id="28" name="dome"/>
            <p:cNvSpPr/>
            <p:nvPr/>
          </p:nvSpPr>
          <p:spPr>
            <a:xfrm>
              <a:off x="7361427" y="2135695"/>
              <a:ext cx="64808" cy="39604"/>
            </a:xfrm>
            <a:prstGeom prst="roundRect">
              <a:avLst>
                <a:gd name="adj" fmla="val 36363"/>
              </a:avLst>
            </a:prstGeom>
            <a:solidFill>
              <a:srgbClr val="F28C28"/>
            </a:solidFill>
            <a:ln>
              <a:noFill/>
            </a:ln>
          </p:spPr>
          <p:txBody>
            <a:bodyPr rtlCol="0" anchor="ctr"/>
            <a:lstStyle/>
            <a:p>
              <a:pPr algn="ctr"/>
            </a:p>
          </p:txBody>
        </p:sp>
        <p:sp>
          <p:nvSpPr>
            <p:cNvPr id="29" name="wheel"/>
            <p:cNvSpPr/>
            <p:nvPr/>
          </p:nvSpPr>
          <p:spPr>
            <a:xfrm>
              <a:off x="7103059" y="2330119"/>
              <a:ext cx="129616" cy="129616"/>
            </a:xfrm>
            <a:prstGeom prst="ellipse">
              <a:avLst/>
            </a:prstGeom>
            <a:solidFill>
              <a:srgbClr val="1B1D21"/>
            </a:solidFill>
            <a:ln w="19050">
              <a:solidFill>
                <a:srgbClr val="9AA0A6"/>
              </a:solidFill>
            </a:ln>
          </p:spPr>
          <p:txBody>
            <a:bodyPr rtlCol="0" anchor="ctr"/>
            <a:lstStyle/>
            <a:p>
              <a:pPr algn="ctr"/>
            </a:p>
          </p:txBody>
        </p:sp>
        <p:sp>
          <p:nvSpPr>
            <p:cNvPr id="30" name="hub"/>
            <p:cNvSpPr/>
            <p:nvPr/>
          </p:nvSpPr>
          <p:spPr>
            <a:xfrm>
              <a:off x="7151017" y="2378077"/>
              <a:ext cx="33700" cy="33700"/>
            </a:xfrm>
            <a:prstGeom prst="ellipse">
              <a:avLst/>
            </a:prstGeom>
            <a:solidFill>
              <a:srgbClr val="9AA0A6"/>
            </a:solidFill>
            <a:ln>
              <a:noFill/>
            </a:ln>
          </p:spPr>
          <p:txBody>
            <a:bodyPr rtlCol="0" anchor="ctr"/>
            <a:lstStyle/>
            <a:p>
              <a:pPr algn="ctr"/>
            </a:p>
          </p:txBody>
        </p:sp>
        <p:sp>
          <p:nvSpPr>
            <p:cNvPr id="31" name="wheel"/>
            <p:cNvSpPr/>
            <p:nvPr/>
          </p:nvSpPr>
          <p:spPr>
            <a:xfrm>
              <a:off x="7247077" y="2330119"/>
              <a:ext cx="129616" cy="129616"/>
            </a:xfrm>
            <a:prstGeom prst="ellipse">
              <a:avLst/>
            </a:prstGeom>
            <a:solidFill>
              <a:srgbClr val="1B1D21"/>
            </a:solidFill>
            <a:ln w="19050">
              <a:solidFill>
                <a:srgbClr val="9AA0A6"/>
              </a:solidFill>
            </a:ln>
          </p:spPr>
          <p:txBody>
            <a:bodyPr rtlCol="0" anchor="ctr"/>
            <a:lstStyle/>
            <a:p>
              <a:pPr algn="ctr"/>
            </a:p>
          </p:txBody>
        </p:sp>
        <p:sp>
          <p:nvSpPr>
            <p:cNvPr id="32" name="hub"/>
            <p:cNvSpPr/>
            <p:nvPr/>
          </p:nvSpPr>
          <p:spPr>
            <a:xfrm>
              <a:off x="7295035" y="2378077"/>
              <a:ext cx="33700" cy="33700"/>
            </a:xfrm>
            <a:prstGeom prst="ellipse">
              <a:avLst/>
            </a:prstGeom>
            <a:solidFill>
              <a:srgbClr val="9AA0A6"/>
            </a:solidFill>
            <a:ln>
              <a:noFill/>
            </a:ln>
          </p:spPr>
          <p:txBody>
            <a:bodyPr rtlCol="0" anchor="ctr"/>
            <a:lstStyle/>
            <a:p>
              <a:pPr algn="ctr"/>
            </a:p>
          </p:txBody>
        </p:sp>
        <p:sp>
          <p:nvSpPr>
            <p:cNvPr id="33" name="wheel"/>
            <p:cNvSpPr/>
            <p:nvPr/>
          </p:nvSpPr>
          <p:spPr>
            <a:xfrm>
              <a:off x="7391095" y="2330119"/>
              <a:ext cx="129616" cy="129616"/>
            </a:xfrm>
            <a:prstGeom prst="ellipse">
              <a:avLst/>
            </a:prstGeom>
            <a:solidFill>
              <a:srgbClr val="1B1D21"/>
            </a:solidFill>
            <a:ln w="19050">
              <a:solidFill>
                <a:srgbClr val="9AA0A6"/>
              </a:solidFill>
            </a:ln>
          </p:spPr>
          <p:txBody>
            <a:bodyPr rtlCol="0" anchor="ctr"/>
            <a:lstStyle/>
            <a:p>
              <a:pPr algn="ctr"/>
            </a:p>
          </p:txBody>
        </p:sp>
        <p:sp>
          <p:nvSpPr>
            <p:cNvPr id="34" name="hub"/>
            <p:cNvSpPr/>
            <p:nvPr/>
          </p:nvSpPr>
          <p:spPr>
            <a:xfrm>
              <a:off x="7439053" y="2378077"/>
              <a:ext cx="33700" cy="33700"/>
            </a:xfrm>
            <a:prstGeom prst="ellipse">
              <a:avLst/>
            </a:prstGeom>
            <a:solidFill>
              <a:srgbClr val="9AA0A6"/>
            </a:solidFill>
            <a:ln>
              <a:noFill/>
            </a:ln>
          </p:spPr>
          <p:txBody>
            <a:bodyPr rtlCol="0" anchor="ctr"/>
            <a:lstStyle/>
            <a:p>
              <a:pPr algn="ctr"/>
            </a:p>
          </p:txBody>
        </p:sp>
        <p:sp>
          <p:nvSpPr>
            <p:cNvPr id="35" name="coupling rod"/>
            <p:cNvSpPr/>
            <p:nvPr/>
          </p:nvSpPr>
          <p:spPr>
            <a:xfrm>
              <a:off x="7167867" y="2357483"/>
              <a:ext cx="288036" cy="10081"/>
            </a:xfrm>
            <a:prstGeom prst="rect">
              <a:avLst/>
            </a:prstGeom>
            <a:solidFill>
              <a:srgbClr val="D0D4D8"/>
            </a:solidFill>
            <a:ln>
              <a:noFill/>
            </a:ln>
          </p:spPr>
          <p:txBody>
            <a:bodyPr rtlCol="0" anchor="ctr"/>
            <a:lstStyle/>
            <a:p>
              <a:pPr algn="ctr"/>
            </a:p>
          </p:txBody>
        </p:sp>
        <p:sp>
          <p:nvSpPr>
            <p:cNvPr id="36" name="buffer beam"/>
            <p:cNvSpPr/>
            <p:nvPr/>
          </p:nvSpPr>
          <p:spPr>
            <a:xfrm>
              <a:off x="7700733" y="2322918"/>
              <a:ext cx="21602" cy="64808"/>
            </a:xfrm>
            <a:prstGeom prst="rect">
              <a:avLst/>
            </a:prstGeom>
            <a:solidFill>
              <a:srgbClr val="9AA0A6"/>
            </a:solidFill>
            <a:ln>
              <a:noFill/>
            </a:ln>
          </p:spPr>
          <p:txBody>
            <a:bodyPr rtlCol="0" anchor="ctr"/>
            <a:lstStyle/>
            <a:p>
              <a:pPr algn="ctr"/>
            </a:p>
          </p:txBody>
        </p:sp>
        <p:cxnSp>
          <p:nvCxnSpPr>
            <p:cNvPr id="37" name="speed line"/>
            <p:cNvCxnSpPr/>
            <p:nvPr/>
          </p:nvCxnSpPr>
          <p:spPr>
            <a:xfrm>
              <a:off x="6517386" y="1979676"/>
              <a:ext cx="336042" cy="0"/>
            </a:xfrm>
            <a:prstGeom prst="line">
              <a:avLst/>
            </a:prstGeom>
            <a:ln w="25400">
              <a:solidFill>
                <a:srgbClr val="A9B0B8"/>
              </a:solidFill>
            </a:ln>
          </p:spPr>
        </p:cxnSp>
        <p:cxnSp>
          <p:nvCxnSpPr>
            <p:cNvPr id="38" name="speed line"/>
            <p:cNvCxnSpPr/>
            <p:nvPr/>
          </p:nvCxnSpPr>
          <p:spPr>
            <a:xfrm>
              <a:off x="6517386" y="2142896"/>
              <a:ext cx="297637" cy="0"/>
            </a:xfrm>
            <a:prstGeom prst="line">
              <a:avLst/>
            </a:prstGeom>
            <a:ln w="25400">
              <a:solidFill>
                <a:srgbClr val="A9B0B8"/>
              </a:solidFill>
            </a:ln>
          </p:spPr>
        </p:cxnSp>
        <p:cxnSp>
          <p:nvCxnSpPr>
            <p:cNvPr id="39" name="speed line"/>
            <p:cNvCxnSpPr/>
            <p:nvPr/>
          </p:nvCxnSpPr>
          <p:spPr>
            <a:xfrm>
              <a:off x="6517386" y="2306116"/>
              <a:ext cx="259232" cy="0"/>
            </a:xfrm>
            <a:prstGeom prst="line">
              <a:avLst/>
            </a:prstGeom>
            <a:ln w="25400">
              <a:solidFill>
                <a:srgbClr val="A9B0B8"/>
              </a:solidFill>
            </a:ln>
          </p:spPr>
        </p:cxnSp>
        <p:sp>
          <p:nvSpPr>
            <p:cNvPr id="40" name="question"/>
            <p:cNvSpPr txBox="1"/>
            <p:nvPr/>
          </p:nvSpPr>
          <p:spPr>
            <a:xfrm>
              <a:off x="7891271" y="1325880"/>
              <a:ext cx="2834640" cy="1691640"/>
            </a:xfrm>
            <a:prstGeom prst="rect">
              <a:avLst/>
            </a:prstGeom>
            <a:noFill/>
          </p:spPr>
          <p:txBody>
            <a:bodyPr wrap="square" anchor="ctr" lIns="18288" tIns="9144" rIns="18288" bIns="9144">
              <a:noAutofit/>
            </a:bodyPr>
            <a:lstStyle/>
            <a:p>
              <a:pPr algn="l"/>
              <a:r>
                <a:rPr sz="2000" b="1" i="0" lang="en-GB">
                  <a:solidFill>
                    <a:srgbClr val="F2F2F2"/>
                  </a:solidFill>
                  <a:latin typeface="Arial"/>
                </a:rPr>
                <a:t>What about trains on the move?</a:t>
              </a:r>
            </a:p>
          </p:txBody>
        </p:sp>
        <p:sp>
          <p:nvSpPr>
            <p:cNvPr id="41" name="question glyph"/>
            <p:cNvSpPr txBox="1"/>
            <p:nvPr/>
          </p:nvSpPr>
          <p:spPr>
            <a:xfrm>
              <a:off x="10771632" y="1508760"/>
              <a:ext cx="731520" cy="1325880"/>
            </a:xfrm>
            <a:prstGeom prst="rect">
              <a:avLst/>
            </a:prstGeom>
            <a:noFill/>
          </p:spPr>
          <p:txBody>
            <a:bodyPr wrap="square" anchor="ctr" lIns="18288" tIns="9144" rIns="18288" bIns="9144">
              <a:noAutofit/>
            </a:bodyPr>
            <a:lstStyle/>
            <a:p>
              <a:pPr algn="ctr"/>
              <a:r>
                <a:rPr sz="6000" b="1" i="0" lang="en-GB">
                  <a:solidFill>
                    <a:srgbClr val="A9B0B8"/>
                  </a:solidFill>
                  <a:latin typeface="Arial"/>
                </a:rPr>
                <a:t>?</a:t>
              </a:r>
            </a:p>
          </p:txBody>
        </p:sp>
        <p:sp>
          <p:nvSpPr>
            <p:cNvPr id="42" name="question card"/>
            <p:cNvSpPr/>
            <p:nvPr/>
          </p:nvSpPr>
          <p:spPr>
            <a:xfrm>
              <a:off x="548640" y="3246120"/>
              <a:ext cx="5440680" cy="1691640"/>
            </a:xfrm>
            <a:prstGeom prst="roundRect">
              <a:avLst>
                <a:gd name="adj" fmla="val 5405"/>
              </a:avLst>
            </a:prstGeom>
            <a:solidFill>
              <a:srgbClr val="2B2F36"/>
            </a:solidFill>
            <a:ln w="19050">
              <a:solidFill>
                <a:srgbClr val="4A515B"/>
              </a:solidFill>
            </a:ln>
          </p:spPr>
          <p:txBody>
            <a:bodyPr rtlCol="0" anchor="ctr"/>
            <a:lstStyle/>
            <a:p>
              <a:pPr algn="ctr"/>
            </a:p>
          </p:txBody>
        </p:sp>
        <p:sp>
          <p:nvSpPr>
            <p:cNvPr id="43" name="disk"/>
            <p:cNvSpPr/>
            <p:nvPr/>
          </p:nvSpPr>
          <p:spPr>
            <a:xfrm>
              <a:off x="914400" y="3611879"/>
              <a:ext cx="960120" cy="960120"/>
            </a:xfrm>
            <a:prstGeom prst="roundRect">
              <a:avLst>
                <a:gd name="adj" fmla="val 8000"/>
              </a:avLst>
            </a:prstGeom>
            <a:solidFill>
              <a:srgbClr val="9AA0A6"/>
            </a:solidFill>
            <a:ln>
              <a:noFill/>
            </a:ln>
          </p:spPr>
          <p:txBody>
            <a:bodyPr rtlCol="0" anchor="ctr"/>
            <a:lstStyle/>
            <a:p>
              <a:pPr algn="ctr"/>
            </a:p>
          </p:txBody>
        </p:sp>
        <p:sp>
          <p:nvSpPr>
            <p:cNvPr id="44" name="disk label"/>
            <p:cNvSpPr/>
            <p:nvPr/>
          </p:nvSpPr>
          <p:spPr>
            <a:xfrm>
              <a:off x="1087221" y="3669487"/>
              <a:ext cx="614476" cy="345643"/>
            </a:xfrm>
            <a:prstGeom prst="rect">
              <a:avLst/>
            </a:prstGeom>
            <a:solidFill>
              <a:srgbClr val="F2F2F2"/>
            </a:solidFill>
            <a:ln>
              <a:noFill/>
            </a:ln>
          </p:spPr>
          <p:txBody>
            <a:bodyPr rtlCol="0" anchor="ctr"/>
            <a:lstStyle/>
            <a:p>
              <a:pPr algn="ctr"/>
            </a:p>
          </p:txBody>
        </p:sp>
        <p:sp>
          <p:nvSpPr>
            <p:cNvPr id="45" name="disk shutter"/>
            <p:cNvSpPr/>
            <p:nvPr/>
          </p:nvSpPr>
          <p:spPr>
            <a:xfrm>
              <a:off x="1183233" y="4187952"/>
              <a:ext cx="422452" cy="326440"/>
            </a:xfrm>
            <a:prstGeom prst="rect">
              <a:avLst/>
            </a:prstGeom>
            <a:solidFill>
              <a:srgbClr val="3A3F47"/>
            </a:solidFill>
            <a:ln>
              <a:noFill/>
            </a:ln>
          </p:spPr>
          <p:txBody>
            <a:bodyPr rtlCol="0" anchor="ctr"/>
            <a:lstStyle/>
            <a:p>
              <a:pPr algn="ctr"/>
            </a:p>
          </p:txBody>
        </p:sp>
        <p:sp>
          <p:nvSpPr>
            <p:cNvPr id="46" name="disk slot"/>
            <p:cNvSpPr/>
            <p:nvPr/>
          </p:nvSpPr>
          <p:spPr>
            <a:xfrm>
              <a:off x="1442466" y="4245559"/>
              <a:ext cx="96012" cy="211226"/>
            </a:xfrm>
            <a:prstGeom prst="rect">
              <a:avLst/>
            </a:prstGeom>
            <a:solidFill>
              <a:srgbClr val="9AA0A6"/>
            </a:solidFill>
            <a:ln>
              <a:noFill/>
            </a:ln>
          </p:spPr>
          <p:txBody>
            <a:bodyPr rtlCol="0" anchor="ctr"/>
            <a:lstStyle/>
            <a:p>
              <a:pPr algn="ctr"/>
            </a:p>
          </p:txBody>
        </p:sp>
        <p:sp>
          <p:nvSpPr>
            <p:cNvPr id="47" name="question"/>
            <p:cNvSpPr txBox="1"/>
            <p:nvPr/>
          </p:nvSpPr>
          <p:spPr>
            <a:xfrm>
              <a:off x="2240280" y="3246120"/>
              <a:ext cx="2834640" cy="1691640"/>
            </a:xfrm>
            <a:prstGeom prst="rect">
              <a:avLst/>
            </a:prstGeom>
            <a:noFill/>
          </p:spPr>
          <p:txBody>
            <a:bodyPr wrap="square" anchor="ctr" lIns="18288" tIns="9144" rIns="18288" bIns="9144">
              <a:noAutofit/>
            </a:bodyPr>
            <a:lstStyle/>
            <a:p>
              <a:pPr algn="l"/>
              <a:r>
                <a:rPr sz="2000" b="1" i="0" lang="en-GB">
                  <a:solidFill>
                    <a:srgbClr val="F2F2F2"/>
                  </a:solidFill>
                  <a:latin typeface="Arial"/>
                </a:rPr>
                <a:t>What happens on load?</a:t>
              </a:r>
            </a:p>
          </p:txBody>
        </p:sp>
        <p:sp>
          <p:nvSpPr>
            <p:cNvPr id="48" name="question glyph"/>
            <p:cNvSpPr txBox="1"/>
            <p:nvPr/>
          </p:nvSpPr>
          <p:spPr>
            <a:xfrm>
              <a:off x="5120640" y="3429000"/>
              <a:ext cx="731520" cy="1325880"/>
            </a:xfrm>
            <a:prstGeom prst="rect">
              <a:avLst/>
            </a:prstGeom>
            <a:noFill/>
          </p:spPr>
          <p:txBody>
            <a:bodyPr wrap="square" anchor="ctr" lIns="18288" tIns="9144" rIns="18288" bIns="9144">
              <a:noAutofit/>
            </a:bodyPr>
            <a:lstStyle/>
            <a:p>
              <a:pPr algn="ctr"/>
              <a:r>
                <a:rPr sz="6000" b="1" i="0" lang="en-GB">
                  <a:solidFill>
                    <a:srgbClr val="A9B0B8"/>
                  </a:solidFill>
                  <a:latin typeface="Arial"/>
                </a:rPr>
                <a:t>?</a:t>
              </a:r>
            </a:p>
          </p:txBody>
        </p:sp>
        <p:sp>
          <p:nvSpPr>
            <p:cNvPr id="49" name="question card"/>
            <p:cNvSpPr/>
            <p:nvPr/>
          </p:nvSpPr>
          <p:spPr>
            <a:xfrm>
              <a:off x="6199631" y="3246120"/>
              <a:ext cx="5440680" cy="1691640"/>
            </a:xfrm>
            <a:prstGeom prst="roundRect">
              <a:avLst>
                <a:gd name="adj" fmla="val 5405"/>
              </a:avLst>
            </a:prstGeom>
            <a:solidFill>
              <a:srgbClr val="2B2F36"/>
            </a:solidFill>
            <a:ln w="19050">
              <a:solidFill>
                <a:srgbClr val="4A515B"/>
              </a:solidFill>
            </a:ln>
          </p:spPr>
          <p:txBody>
            <a:bodyPr rtlCol="0" anchor="ctr"/>
            <a:lstStyle/>
            <a:p>
              <a:pPr algn="ctr"/>
            </a:p>
          </p:txBody>
        </p:sp>
        <p:sp>
          <p:nvSpPr>
            <p:cNvPr id="50" name="weight ring"/>
            <p:cNvSpPr/>
            <p:nvPr/>
          </p:nvSpPr>
          <p:spPr>
            <a:xfrm>
              <a:off x="6882231" y="3611879"/>
              <a:ext cx="326440" cy="384048"/>
            </a:xfrm>
            <a:prstGeom prst="ellipse">
              <a:avLst/>
            </a:prstGeom>
            <a:noFill/>
            <a:ln w="50800">
              <a:solidFill>
                <a:srgbClr val="9AA0A6"/>
              </a:solidFill>
            </a:ln>
          </p:spPr>
          <p:txBody>
            <a:bodyPr rtlCol="0" anchor="ctr"/>
            <a:lstStyle/>
            <a:p>
              <a:pPr algn="ctr"/>
            </a:p>
          </p:txBody>
        </p:sp>
        <p:sp>
          <p:nvSpPr>
            <p:cNvPr id="51" name="weight"/>
            <p:cNvSpPr/>
            <p:nvPr/>
          </p:nvSpPr>
          <p:spPr>
            <a:xfrm>
              <a:off x="6565392" y="3899915"/>
              <a:ext cx="960120" cy="672085"/>
            </a:xfrm>
            <a:custGeom>
              <a:avLst/>
              <a:gdLst/>
              <a:ahLst/>
              <a:cxnLst/>
              <a:rect l="l" t="t" r="r" b="b"/>
              <a:pathLst>
                <a:path w="960120" h="672085">
                  <a:moveTo>
                    <a:pt x="192024" y="0"/>
                  </a:moveTo>
                  <a:lnTo>
                    <a:pt x="768096" y="0"/>
                  </a:lnTo>
                  <a:lnTo>
                    <a:pt x="960120" y="672085"/>
                  </a:lnTo>
                  <a:lnTo>
                    <a:pt x="0" y="672085"/>
                  </a:lnTo>
                  <a:close/>
                </a:path>
              </a:pathLst>
            </a:custGeom>
            <a:solidFill>
              <a:srgbClr val="9AA0A6"/>
            </a:solidFill>
            <a:ln>
              <a:noFill/>
            </a:ln>
          </p:spPr>
          <p:txBody>
            <a:bodyPr rtlCol="0" anchor="ctr"/>
            <a:lstStyle/>
            <a:p>
              <a:pPr algn="ctr"/>
            </a:p>
          </p:txBody>
        </p:sp>
        <p:sp>
          <p:nvSpPr>
            <p:cNvPr id="52" name="question"/>
            <p:cNvSpPr txBox="1"/>
            <p:nvPr/>
          </p:nvSpPr>
          <p:spPr>
            <a:xfrm>
              <a:off x="7891271" y="3246120"/>
              <a:ext cx="2834640" cy="1691640"/>
            </a:xfrm>
            <a:prstGeom prst="rect">
              <a:avLst/>
            </a:prstGeom>
            <a:noFill/>
          </p:spPr>
          <p:txBody>
            <a:bodyPr wrap="square" anchor="ctr" lIns="18288" tIns="9144" rIns="18288" bIns="9144">
              <a:noAutofit/>
            </a:bodyPr>
            <a:lstStyle/>
            <a:p>
              <a:pPr algn="l"/>
              <a:r>
                <a:rPr sz="2000" b="1" i="0" lang="en-GB">
                  <a:solidFill>
                    <a:srgbClr val="F2F2F2"/>
                  </a:solidFill>
                  <a:latin typeface="Arial"/>
                </a:rPr>
                <a:t>How is train weight shown?</a:t>
              </a:r>
            </a:p>
          </p:txBody>
        </p:sp>
        <p:sp>
          <p:nvSpPr>
            <p:cNvPr id="53" name="question glyph"/>
            <p:cNvSpPr txBox="1"/>
            <p:nvPr/>
          </p:nvSpPr>
          <p:spPr>
            <a:xfrm>
              <a:off x="10771632" y="3429000"/>
              <a:ext cx="731520" cy="1325880"/>
            </a:xfrm>
            <a:prstGeom prst="rect">
              <a:avLst/>
            </a:prstGeom>
            <a:noFill/>
          </p:spPr>
          <p:txBody>
            <a:bodyPr wrap="square" anchor="ctr" lIns="18288" tIns="9144" rIns="18288" bIns="9144">
              <a:noAutofit/>
            </a:bodyPr>
            <a:lstStyle/>
            <a:p>
              <a:pPr algn="ctr"/>
              <a:r>
                <a:rPr sz="6000" b="1" i="0" lang="en-GB">
                  <a:solidFill>
                    <a:srgbClr val="A9B0B8"/>
                  </a:solidFill>
                  <a:latin typeface="Arial"/>
                </a:rPr>
                <a:t>?</a:t>
              </a:r>
            </a:p>
          </p:txBody>
        </p:sp>
      </p:grpSp>
      <p:sp>
        <p:nvSpPr>
          <p:cNvPr id="54" name="open question codes"/>
          <p:cNvSpPr txBox="1"/>
          <p:nvPr/>
        </p:nvSpPr>
        <p:spPr>
          <a:xfrm>
            <a:off x="548640" y="5257800"/>
            <a:ext cx="2743200" cy="274320"/>
          </a:xfrm>
          <a:prstGeom prst="rect">
            <a:avLst/>
          </a:prstGeom>
          <a:noFill/>
        </p:spPr>
        <p:txBody>
          <a:bodyPr wrap="square" anchor="ctr" lIns="18288" tIns="9144" rIns="18288" bIns="9144">
            <a:noAutofit/>
          </a:bodyPr>
          <a:lstStyle/>
          <a:p>
            <a:pPr algn="l"/>
            <a:r>
              <a:rPr sz="1400" b="0" i="0" lang="en-GB">
                <a:solidFill>
                  <a:srgbClr val="A9B0B8"/>
                </a:solidFill>
                <a:latin typeface="Arial"/>
              </a:rPr>
              <a:t>OQ06</a:t>
            </a:r>
          </a:p>
        </p:txBody>
      </p:sp>
      <p:sp>
        <p:nvSpPr>
          <p:cNvPr id="5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56"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57"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What happens to engines already running when the region changes? Not decided.</a:t>
            </a:r>
          </a:p>
        </p:txBody>
      </p:sp>
      <p:sp>
        <p:nvSpPr>
          <p:cNvPr id="58"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A hidden identity</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Engine with a visible number and a hidden ID" descr="An engine with a visible number plate, and beside it a lock tag for its hidden permanent Fleet ID. Three arrows (repaint, change region, renumber) pass the same Fleet ID through unchanged."/>
          <p:cNvGrpSpPr/>
          <p:nvPr/>
        </p:nvGrpSpPr>
        <p:grpSpPr>
          <a:xfrm>
            <a:off x="640080" y="1508760"/>
            <a:ext cx="10972800" cy="3977640"/>
            <a:chOff x="640080" y="1508760"/>
            <a:chExt cx="10972800" cy="3977640"/>
          </a:xfrm>
        </p:grpSpPr>
        <p:sp>
          <p:nvSpPr>
            <p:cNvPr id="5" name="rail"/>
            <p:cNvSpPr/>
            <p:nvPr/>
          </p:nvSpPr>
          <p:spPr>
            <a:xfrm>
              <a:off x="640080" y="2926080"/>
              <a:ext cx="5120640" cy="64008"/>
            </a:xfrm>
            <a:prstGeom prst="rect">
              <a:avLst/>
            </a:prstGeom>
            <a:solidFill>
              <a:srgbClr val="9AA0A6"/>
            </a:solidFill>
            <a:ln>
              <a:noFill/>
            </a:ln>
          </p:spPr>
          <p:txBody>
            <a:bodyPr rtlCol="0" anchor="ctr"/>
            <a:lstStyle/>
            <a:p>
              <a:pPr algn="ctr"/>
            </a:p>
          </p:txBody>
        </p:sp>
        <p:sp>
          <p:nvSpPr>
            <p:cNvPr id="6" name="sleeper"/>
            <p:cNvSpPr/>
            <p:nvPr/>
          </p:nvSpPr>
          <p:spPr>
            <a:xfrm>
              <a:off x="640080" y="2990088"/>
              <a:ext cx="128016" cy="82296"/>
            </a:xfrm>
            <a:prstGeom prst="rect">
              <a:avLst/>
            </a:prstGeom>
            <a:solidFill>
              <a:srgbClr val="6B5B4B"/>
            </a:solidFill>
            <a:ln>
              <a:noFill/>
            </a:ln>
          </p:spPr>
          <p:txBody>
            <a:bodyPr rtlCol="0" anchor="ctr"/>
            <a:lstStyle/>
            <a:p>
              <a:pPr algn="ctr"/>
            </a:p>
          </p:txBody>
        </p:sp>
        <p:sp>
          <p:nvSpPr>
            <p:cNvPr id="7" name="sleeper"/>
            <p:cNvSpPr/>
            <p:nvPr/>
          </p:nvSpPr>
          <p:spPr>
            <a:xfrm>
              <a:off x="1005840" y="2990088"/>
              <a:ext cx="128016" cy="82296"/>
            </a:xfrm>
            <a:prstGeom prst="rect">
              <a:avLst/>
            </a:prstGeom>
            <a:solidFill>
              <a:srgbClr val="6B5B4B"/>
            </a:solidFill>
            <a:ln>
              <a:noFill/>
            </a:ln>
          </p:spPr>
          <p:txBody>
            <a:bodyPr rtlCol="0" anchor="ctr"/>
            <a:lstStyle/>
            <a:p>
              <a:pPr algn="ctr"/>
            </a:p>
          </p:txBody>
        </p:sp>
        <p:sp>
          <p:nvSpPr>
            <p:cNvPr id="8" name="sleeper"/>
            <p:cNvSpPr/>
            <p:nvPr/>
          </p:nvSpPr>
          <p:spPr>
            <a:xfrm>
              <a:off x="1371600" y="2990088"/>
              <a:ext cx="128016" cy="82296"/>
            </a:xfrm>
            <a:prstGeom prst="rect">
              <a:avLst/>
            </a:prstGeom>
            <a:solidFill>
              <a:srgbClr val="6B5B4B"/>
            </a:solidFill>
            <a:ln>
              <a:noFill/>
            </a:ln>
          </p:spPr>
          <p:txBody>
            <a:bodyPr rtlCol="0" anchor="ctr"/>
            <a:lstStyle/>
            <a:p>
              <a:pPr algn="ctr"/>
            </a:p>
          </p:txBody>
        </p:sp>
        <p:sp>
          <p:nvSpPr>
            <p:cNvPr id="9" name="sleeper"/>
            <p:cNvSpPr/>
            <p:nvPr/>
          </p:nvSpPr>
          <p:spPr>
            <a:xfrm>
              <a:off x="1737360" y="2990088"/>
              <a:ext cx="128016" cy="82296"/>
            </a:xfrm>
            <a:prstGeom prst="rect">
              <a:avLst/>
            </a:prstGeom>
            <a:solidFill>
              <a:srgbClr val="6B5B4B"/>
            </a:solidFill>
            <a:ln>
              <a:noFill/>
            </a:ln>
          </p:spPr>
          <p:txBody>
            <a:bodyPr rtlCol="0" anchor="ctr"/>
            <a:lstStyle/>
            <a:p>
              <a:pPr algn="ctr"/>
            </a:p>
          </p:txBody>
        </p:sp>
        <p:sp>
          <p:nvSpPr>
            <p:cNvPr id="10" name="sleeper"/>
            <p:cNvSpPr/>
            <p:nvPr/>
          </p:nvSpPr>
          <p:spPr>
            <a:xfrm>
              <a:off x="2103120" y="2990088"/>
              <a:ext cx="128016" cy="82296"/>
            </a:xfrm>
            <a:prstGeom prst="rect">
              <a:avLst/>
            </a:prstGeom>
            <a:solidFill>
              <a:srgbClr val="6B5B4B"/>
            </a:solidFill>
            <a:ln>
              <a:noFill/>
            </a:ln>
          </p:spPr>
          <p:txBody>
            <a:bodyPr rtlCol="0" anchor="ctr"/>
            <a:lstStyle/>
            <a:p>
              <a:pPr algn="ctr"/>
            </a:p>
          </p:txBody>
        </p:sp>
        <p:sp>
          <p:nvSpPr>
            <p:cNvPr id="11" name="sleeper"/>
            <p:cNvSpPr/>
            <p:nvPr/>
          </p:nvSpPr>
          <p:spPr>
            <a:xfrm>
              <a:off x="2468880" y="2990088"/>
              <a:ext cx="128016" cy="82296"/>
            </a:xfrm>
            <a:prstGeom prst="rect">
              <a:avLst/>
            </a:prstGeom>
            <a:solidFill>
              <a:srgbClr val="6B5B4B"/>
            </a:solidFill>
            <a:ln>
              <a:noFill/>
            </a:ln>
          </p:spPr>
          <p:txBody>
            <a:bodyPr rtlCol="0" anchor="ctr"/>
            <a:lstStyle/>
            <a:p>
              <a:pPr algn="ctr"/>
            </a:p>
          </p:txBody>
        </p:sp>
        <p:sp>
          <p:nvSpPr>
            <p:cNvPr id="12" name="sleeper"/>
            <p:cNvSpPr/>
            <p:nvPr/>
          </p:nvSpPr>
          <p:spPr>
            <a:xfrm>
              <a:off x="2834640" y="2990088"/>
              <a:ext cx="128016" cy="82296"/>
            </a:xfrm>
            <a:prstGeom prst="rect">
              <a:avLst/>
            </a:prstGeom>
            <a:solidFill>
              <a:srgbClr val="6B5B4B"/>
            </a:solidFill>
            <a:ln>
              <a:noFill/>
            </a:ln>
          </p:spPr>
          <p:txBody>
            <a:bodyPr rtlCol="0" anchor="ctr"/>
            <a:lstStyle/>
            <a:p>
              <a:pPr algn="ctr"/>
            </a:p>
          </p:txBody>
        </p:sp>
        <p:sp>
          <p:nvSpPr>
            <p:cNvPr id="13" name="sleeper"/>
            <p:cNvSpPr/>
            <p:nvPr/>
          </p:nvSpPr>
          <p:spPr>
            <a:xfrm>
              <a:off x="3200400" y="2990088"/>
              <a:ext cx="128016" cy="82296"/>
            </a:xfrm>
            <a:prstGeom prst="rect">
              <a:avLst/>
            </a:prstGeom>
            <a:solidFill>
              <a:srgbClr val="6B5B4B"/>
            </a:solidFill>
            <a:ln>
              <a:noFill/>
            </a:ln>
          </p:spPr>
          <p:txBody>
            <a:bodyPr rtlCol="0" anchor="ctr"/>
            <a:lstStyle/>
            <a:p>
              <a:pPr algn="ctr"/>
            </a:p>
          </p:txBody>
        </p:sp>
        <p:sp>
          <p:nvSpPr>
            <p:cNvPr id="14" name="sleeper"/>
            <p:cNvSpPr/>
            <p:nvPr/>
          </p:nvSpPr>
          <p:spPr>
            <a:xfrm>
              <a:off x="3566160" y="2990088"/>
              <a:ext cx="128016" cy="82296"/>
            </a:xfrm>
            <a:prstGeom prst="rect">
              <a:avLst/>
            </a:prstGeom>
            <a:solidFill>
              <a:srgbClr val="6B5B4B"/>
            </a:solidFill>
            <a:ln>
              <a:noFill/>
            </a:ln>
          </p:spPr>
          <p:txBody>
            <a:bodyPr rtlCol="0" anchor="ctr"/>
            <a:lstStyle/>
            <a:p>
              <a:pPr algn="ctr"/>
            </a:p>
          </p:txBody>
        </p:sp>
        <p:sp>
          <p:nvSpPr>
            <p:cNvPr id="15" name="sleeper"/>
            <p:cNvSpPr/>
            <p:nvPr/>
          </p:nvSpPr>
          <p:spPr>
            <a:xfrm>
              <a:off x="3931920" y="2990088"/>
              <a:ext cx="128016" cy="82296"/>
            </a:xfrm>
            <a:prstGeom prst="rect">
              <a:avLst/>
            </a:prstGeom>
            <a:solidFill>
              <a:srgbClr val="6B5B4B"/>
            </a:solidFill>
            <a:ln>
              <a:noFill/>
            </a:ln>
          </p:spPr>
          <p:txBody>
            <a:bodyPr rtlCol="0" anchor="ctr"/>
            <a:lstStyle/>
            <a:p>
              <a:pPr algn="ctr"/>
            </a:p>
          </p:txBody>
        </p:sp>
        <p:sp>
          <p:nvSpPr>
            <p:cNvPr id="16" name="sleeper"/>
            <p:cNvSpPr/>
            <p:nvPr/>
          </p:nvSpPr>
          <p:spPr>
            <a:xfrm>
              <a:off x="4297680" y="2990088"/>
              <a:ext cx="128016" cy="82296"/>
            </a:xfrm>
            <a:prstGeom prst="rect">
              <a:avLst/>
            </a:prstGeom>
            <a:solidFill>
              <a:srgbClr val="6B5B4B"/>
            </a:solidFill>
            <a:ln>
              <a:noFill/>
            </a:ln>
          </p:spPr>
          <p:txBody>
            <a:bodyPr rtlCol="0" anchor="ctr"/>
            <a:lstStyle/>
            <a:p>
              <a:pPr algn="ctr"/>
            </a:p>
          </p:txBody>
        </p:sp>
        <p:sp>
          <p:nvSpPr>
            <p:cNvPr id="17" name="sleeper"/>
            <p:cNvSpPr/>
            <p:nvPr/>
          </p:nvSpPr>
          <p:spPr>
            <a:xfrm>
              <a:off x="4663440" y="2990088"/>
              <a:ext cx="128016" cy="82296"/>
            </a:xfrm>
            <a:prstGeom prst="rect">
              <a:avLst/>
            </a:prstGeom>
            <a:solidFill>
              <a:srgbClr val="6B5B4B"/>
            </a:solidFill>
            <a:ln>
              <a:noFill/>
            </a:ln>
          </p:spPr>
          <p:txBody>
            <a:bodyPr rtlCol="0" anchor="ctr"/>
            <a:lstStyle/>
            <a:p>
              <a:pPr algn="ctr"/>
            </a:p>
          </p:txBody>
        </p:sp>
        <p:sp>
          <p:nvSpPr>
            <p:cNvPr id="18" name="sleeper"/>
            <p:cNvSpPr/>
            <p:nvPr/>
          </p:nvSpPr>
          <p:spPr>
            <a:xfrm>
              <a:off x="5029200" y="2990088"/>
              <a:ext cx="128016" cy="82296"/>
            </a:xfrm>
            <a:prstGeom prst="rect">
              <a:avLst/>
            </a:prstGeom>
            <a:solidFill>
              <a:srgbClr val="6B5B4B"/>
            </a:solidFill>
            <a:ln>
              <a:noFill/>
            </a:ln>
          </p:spPr>
          <p:txBody>
            <a:bodyPr rtlCol="0" anchor="ctr"/>
            <a:lstStyle/>
            <a:p>
              <a:pPr algn="ctr"/>
            </a:p>
          </p:txBody>
        </p:sp>
        <p:sp>
          <p:nvSpPr>
            <p:cNvPr id="19" name="sleeper"/>
            <p:cNvSpPr/>
            <p:nvPr/>
          </p:nvSpPr>
          <p:spPr>
            <a:xfrm>
              <a:off x="5394960" y="2990088"/>
              <a:ext cx="128016" cy="82296"/>
            </a:xfrm>
            <a:prstGeom prst="rect">
              <a:avLst/>
            </a:prstGeom>
            <a:solidFill>
              <a:srgbClr val="6B5B4B"/>
            </a:solidFill>
            <a:ln>
              <a:noFill/>
            </a:ln>
          </p:spPr>
          <p:txBody>
            <a:bodyPr rtlCol="0" anchor="ctr"/>
            <a:lstStyle/>
            <a:p>
              <a:pPr algn="ctr"/>
            </a:p>
          </p:txBody>
        </p:sp>
        <p:sp>
          <p:nvSpPr>
            <p:cNvPr id="20" name="tender frame"/>
            <p:cNvSpPr/>
            <p:nvPr/>
          </p:nvSpPr>
          <p:spPr>
            <a:xfrm>
              <a:off x="822960" y="2554833"/>
              <a:ext cx="1049731" cy="115214"/>
            </a:xfrm>
            <a:prstGeom prst="rect">
              <a:avLst/>
            </a:prstGeom>
            <a:solidFill>
              <a:srgbClr val="3A3F47"/>
            </a:solidFill>
            <a:ln w="9525">
              <a:solidFill>
                <a:srgbClr val="9AA0A6"/>
              </a:solidFill>
            </a:ln>
          </p:spPr>
          <p:txBody>
            <a:bodyPr rtlCol="0" anchor="ctr"/>
            <a:lstStyle/>
            <a:p>
              <a:pPr algn="ctr"/>
            </a:p>
          </p:txBody>
        </p:sp>
        <p:sp>
          <p:nvSpPr>
            <p:cNvPr id="21" name="tender body"/>
            <p:cNvSpPr/>
            <p:nvPr/>
          </p:nvSpPr>
          <p:spPr>
            <a:xfrm>
              <a:off x="822960" y="2132380"/>
              <a:ext cx="1049731" cy="422452"/>
            </a:xfrm>
            <a:prstGeom prst="roundRect">
              <a:avLst>
                <a:gd name="adj" fmla="val 3030"/>
              </a:avLst>
            </a:prstGeom>
            <a:solidFill>
              <a:srgbClr val="F28C28"/>
            </a:solidFill>
            <a:ln>
              <a:noFill/>
            </a:ln>
          </p:spPr>
          <p:txBody>
            <a:bodyPr rtlCol="0" anchor="ctr"/>
            <a:lstStyle/>
            <a:p>
              <a:pPr algn="ctr"/>
            </a:p>
          </p:txBody>
        </p:sp>
        <p:sp>
          <p:nvSpPr>
            <p:cNvPr id="22" name="tender coal"/>
            <p:cNvSpPr/>
            <p:nvPr/>
          </p:nvSpPr>
          <p:spPr>
            <a:xfrm>
              <a:off x="861364" y="1953158"/>
              <a:ext cx="972922" cy="179222"/>
            </a:xfrm>
            <a:custGeom>
              <a:avLst/>
              <a:gdLst/>
              <a:ahLst/>
              <a:cxnLst/>
              <a:rect l="l" t="t" r="r" b="b"/>
              <a:pathLst>
                <a:path w="972922" h="179222">
                  <a:moveTo>
                    <a:pt x="0" y="179222"/>
                  </a:moveTo>
                  <a:lnTo>
                    <a:pt x="192024" y="12802"/>
                  </a:lnTo>
                  <a:lnTo>
                    <a:pt x="576072" y="0"/>
                  </a:lnTo>
                  <a:lnTo>
                    <a:pt x="972922" y="179222"/>
                  </a:lnTo>
                  <a:close/>
                </a:path>
              </a:pathLst>
            </a:custGeom>
            <a:solidFill>
              <a:srgbClr val="1B1D21"/>
            </a:solidFill>
            <a:ln w="12700">
              <a:solidFill>
                <a:srgbClr val="6B7078"/>
              </a:solidFill>
            </a:ln>
          </p:spPr>
          <p:txBody>
            <a:bodyPr rtlCol="0" anchor="ctr"/>
            <a:lstStyle/>
            <a:p>
              <a:pPr algn="ctr"/>
            </a:p>
          </p:txBody>
        </p:sp>
        <p:sp>
          <p:nvSpPr>
            <p:cNvPr id="23" name="coupling"/>
            <p:cNvSpPr/>
            <p:nvPr/>
          </p:nvSpPr>
          <p:spPr>
            <a:xfrm>
              <a:off x="1872691" y="2401214"/>
              <a:ext cx="89611" cy="38404"/>
            </a:xfrm>
            <a:prstGeom prst="rect">
              <a:avLst/>
            </a:prstGeom>
            <a:solidFill>
              <a:srgbClr val="9AA0A6"/>
            </a:solidFill>
            <a:ln>
              <a:noFill/>
            </a:ln>
          </p:spPr>
          <p:txBody>
            <a:bodyPr rtlCol="0" anchor="ctr"/>
            <a:lstStyle/>
            <a:p>
              <a:pPr algn="ctr"/>
            </a:p>
          </p:txBody>
        </p:sp>
        <p:sp>
          <p:nvSpPr>
            <p:cNvPr id="24" name="wheel"/>
            <p:cNvSpPr/>
            <p:nvPr/>
          </p:nvSpPr>
          <p:spPr>
            <a:xfrm>
              <a:off x="899769" y="2567635"/>
              <a:ext cx="358444" cy="358444"/>
            </a:xfrm>
            <a:prstGeom prst="ellipse">
              <a:avLst/>
            </a:prstGeom>
            <a:solidFill>
              <a:srgbClr val="1B1D21"/>
            </a:solidFill>
            <a:ln w="19050">
              <a:solidFill>
                <a:srgbClr val="9AA0A6"/>
              </a:solidFill>
            </a:ln>
          </p:spPr>
          <p:txBody>
            <a:bodyPr rtlCol="0" anchor="ctr"/>
            <a:lstStyle/>
            <a:p>
              <a:pPr algn="ctr"/>
            </a:p>
          </p:txBody>
        </p:sp>
        <p:sp>
          <p:nvSpPr>
            <p:cNvPr id="25" name="hub"/>
            <p:cNvSpPr/>
            <p:nvPr/>
          </p:nvSpPr>
          <p:spPr>
            <a:xfrm>
              <a:off x="1032394" y="2700259"/>
              <a:ext cx="93195" cy="93195"/>
            </a:xfrm>
            <a:prstGeom prst="ellipse">
              <a:avLst/>
            </a:prstGeom>
            <a:solidFill>
              <a:srgbClr val="9AA0A6"/>
            </a:solidFill>
            <a:ln>
              <a:noFill/>
            </a:ln>
          </p:spPr>
          <p:txBody>
            <a:bodyPr rtlCol="0" anchor="ctr"/>
            <a:lstStyle/>
            <a:p>
              <a:pPr algn="ctr"/>
            </a:p>
          </p:txBody>
        </p:sp>
        <p:sp>
          <p:nvSpPr>
            <p:cNvPr id="26" name="wheel"/>
            <p:cNvSpPr/>
            <p:nvPr/>
          </p:nvSpPr>
          <p:spPr>
            <a:xfrm>
              <a:off x="1437436" y="2567635"/>
              <a:ext cx="358444" cy="358444"/>
            </a:xfrm>
            <a:prstGeom prst="ellipse">
              <a:avLst/>
            </a:prstGeom>
            <a:solidFill>
              <a:srgbClr val="1B1D21"/>
            </a:solidFill>
            <a:ln w="19050">
              <a:solidFill>
                <a:srgbClr val="9AA0A6"/>
              </a:solidFill>
            </a:ln>
          </p:spPr>
          <p:txBody>
            <a:bodyPr rtlCol="0" anchor="ctr"/>
            <a:lstStyle/>
            <a:p>
              <a:pPr algn="ctr"/>
            </a:p>
          </p:txBody>
        </p:sp>
        <p:sp>
          <p:nvSpPr>
            <p:cNvPr id="27" name="hub"/>
            <p:cNvSpPr/>
            <p:nvPr/>
          </p:nvSpPr>
          <p:spPr>
            <a:xfrm>
              <a:off x="1570061" y="2700259"/>
              <a:ext cx="93195" cy="93195"/>
            </a:xfrm>
            <a:prstGeom prst="ellipse">
              <a:avLst/>
            </a:prstGeom>
            <a:solidFill>
              <a:srgbClr val="9AA0A6"/>
            </a:solidFill>
            <a:ln>
              <a:noFill/>
            </a:ln>
          </p:spPr>
          <p:txBody>
            <a:bodyPr rtlCol="0" anchor="ctr"/>
            <a:lstStyle/>
            <a:p>
              <a:pPr algn="ctr"/>
            </a:p>
          </p:txBody>
        </p:sp>
        <p:sp>
          <p:nvSpPr>
            <p:cNvPr id="28" name="frame"/>
            <p:cNvSpPr/>
            <p:nvPr/>
          </p:nvSpPr>
          <p:spPr>
            <a:xfrm>
              <a:off x="1962302" y="2554833"/>
              <a:ext cx="3366820" cy="115214"/>
            </a:xfrm>
            <a:prstGeom prst="rect">
              <a:avLst/>
            </a:prstGeom>
            <a:solidFill>
              <a:srgbClr val="3A3F47"/>
            </a:solidFill>
            <a:ln w="9525">
              <a:solidFill>
                <a:srgbClr val="9AA0A6"/>
              </a:solidFill>
            </a:ln>
          </p:spPr>
          <p:txBody>
            <a:bodyPr rtlCol="0" anchor="ctr"/>
            <a:lstStyle/>
            <a:p>
              <a:pPr algn="ctr"/>
            </a:p>
          </p:txBody>
        </p:sp>
        <p:sp>
          <p:nvSpPr>
            <p:cNvPr id="29" name="cab"/>
            <p:cNvSpPr/>
            <p:nvPr/>
          </p:nvSpPr>
          <p:spPr>
            <a:xfrm>
              <a:off x="1962302" y="1850745"/>
              <a:ext cx="512064" cy="704088"/>
            </a:xfrm>
            <a:prstGeom prst="roundRect">
              <a:avLst>
                <a:gd name="adj" fmla="val 2500"/>
              </a:avLst>
            </a:prstGeom>
            <a:solidFill>
              <a:srgbClr val="F28C28"/>
            </a:solidFill>
            <a:ln>
              <a:noFill/>
            </a:ln>
          </p:spPr>
          <p:txBody>
            <a:bodyPr rtlCol="0" anchor="ctr"/>
            <a:lstStyle/>
            <a:p>
              <a:pPr algn="ctr"/>
            </a:p>
          </p:txBody>
        </p:sp>
        <p:sp>
          <p:nvSpPr>
            <p:cNvPr id="30" name="cab roof"/>
            <p:cNvSpPr/>
            <p:nvPr/>
          </p:nvSpPr>
          <p:spPr>
            <a:xfrm>
              <a:off x="1936699" y="1786737"/>
              <a:ext cx="563270" cy="64008"/>
            </a:xfrm>
            <a:prstGeom prst="rect">
              <a:avLst/>
            </a:prstGeom>
            <a:solidFill>
              <a:srgbClr val="3A3F47"/>
            </a:solidFill>
            <a:ln w="9525">
              <a:solidFill>
                <a:srgbClr val="9AA0A6"/>
              </a:solidFill>
            </a:ln>
          </p:spPr>
          <p:txBody>
            <a:bodyPr rtlCol="0" anchor="ctr"/>
            <a:lstStyle/>
            <a:p>
              <a:pPr algn="ctr"/>
            </a:p>
          </p:txBody>
        </p:sp>
        <p:sp>
          <p:nvSpPr>
            <p:cNvPr id="31" name="cab window"/>
            <p:cNvSpPr/>
            <p:nvPr/>
          </p:nvSpPr>
          <p:spPr>
            <a:xfrm>
              <a:off x="2090318" y="1953158"/>
              <a:ext cx="230428" cy="230428"/>
            </a:xfrm>
            <a:prstGeom prst="rect">
              <a:avLst/>
            </a:prstGeom>
            <a:solidFill>
              <a:srgbClr val="1B1D21"/>
            </a:solidFill>
            <a:ln>
              <a:noFill/>
            </a:ln>
          </p:spPr>
          <p:txBody>
            <a:bodyPr rtlCol="0" anchor="ctr"/>
            <a:lstStyle/>
            <a:p>
              <a:pPr algn="ctr"/>
            </a:p>
          </p:txBody>
        </p:sp>
        <p:sp>
          <p:nvSpPr>
            <p:cNvPr id="32" name="boiler"/>
            <p:cNvSpPr/>
            <p:nvPr/>
          </p:nvSpPr>
          <p:spPr>
            <a:xfrm>
              <a:off x="2474366" y="1914753"/>
              <a:ext cx="2598724" cy="512064"/>
            </a:xfrm>
            <a:prstGeom prst="roundRect">
              <a:avLst>
                <a:gd name="adj" fmla="val 25000"/>
              </a:avLst>
            </a:prstGeom>
            <a:solidFill>
              <a:srgbClr val="F28C28"/>
            </a:solidFill>
            <a:ln>
              <a:noFill/>
            </a:ln>
          </p:spPr>
          <p:txBody>
            <a:bodyPr rtlCol="0" anchor="ctr"/>
            <a:lstStyle/>
            <a:p>
              <a:pPr algn="ctr"/>
            </a:p>
          </p:txBody>
        </p:sp>
        <p:sp>
          <p:nvSpPr>
            <p:cNvPr id="33" name="boiler band"/>
            <p:cNvSpPr/>
            <p:nvPr/>
          </p:nvSpPr>
          <p:spPr>
            <a:xfrm>
              <a:off x="3253983" y="1914753"/>
              <a:ext cx="17922" cy="512064"/>
            </a:xfrm>
            <a:prstGeom prst="rect">
              <a:avLst/>
            </a:prstGeom>
            <a:solidFill>
              <a:srgbClr val="AE641C"/>
            </a:solidFill>
            <a:ln>
              <a:noFill/>
            </a:ln>
          </p:spPr>
          <p:txBody>
            <a:bodyPr rtlCol="0" anchor="ctr"/>
            <a:lstStyle/>
            <a:p>
              <a:pPr algn="ctr"/>
            </a:p>
          </p:txBody>
        </p:sp>
        <p:sp>
          <p:nvSpPr>
            <p:cNvPr id="34" name="boiler band"/>
            <p:cNvSpPr/>
            <p:nvPr/>
          </p:nvSpPr>
          <p:spPr>
            <a:xfrm>
              <a:off x="3903665" y="1914753"/>
              <a:ext cx="17922" cy="512064"/>
            </a:xfrm>
            <a:prstGeom prst="rect">
              <a:avLst/>
            </a:prstGeom>
            <a:solidFill>
              <a:srgbClr val="AE641C"/>
            </a:solidFill>
            <a:ln>
              <a:noFill/>
            </a:ln>
          </p:spPr>
          <p:txBody>
            <a:bodyPr rtlCol="0" anchor="ctr"/>
            <a:lstStyle/>
            <a:p>
              <a:pPr algn="ctr"/>
            </a:p>
          </p:txBody>
        </p:sp>
        <p:sp>
          <p:nvSpPr>
            <p:cNvPr id="35" name="boiler band"/>
            <p:cNvSpPr/>
            <p:nvPr/>
          </p:nvSpPr>
          <p:spPr>
            <a:xfrm>
              <a:off x="4553346" y="1914753"/>
              <a:ext cx="17922" cy="512064"/>
            </a:xfrm>
            <a:prstGeom prst="rect">
              <a:avLst/>
            </a:prstGeom>
            <a:solidFill>
              <a:srgbClr val="AE641C"/>
            </a:solidFill>
            <a:ln>
              <a:noFill/>
            </a:ln>
          </p:spPr>
          <p:txBody>
            <a:bodyPr rtlCol="0" anchor="ctr"/>
            <a:lstStyle/>
            <a:p>
              <a:pPr algn="ctr"/>
            </a:p>
          </p:txBody>
        </p:sp>
        <p:sp>
          <p:nvSpPr>
            <p:cNvPr id="36" name="smokebox"/>
            <p:cNvSpPr/>
            <p:nvPr/>
          </p:nvSpPr>
          <p:spPr>
            <a:xfrm>
              <a:off x="5073091" y="1914753"/>
              <a:ext cx="256032" cy="512064"/>
            </a:xfrm>
            <a:prstGeom prst="roundRect">
              <a:avLst>
                <a:gd name="adj" fmla="val 12000"/>
              </a:avLst>
            </a:prstGeom>
            <a:solidFill>
              <a:srgbClr val="4A515B"/>
            </a:solidFill>
            <a:ln>
              <a:noFill/>
            </a:ln>
          </p:spPr>
          <p:txBody>
            <a:bodyPr rtlCol="0" anchor="ctr"/>
            <a:lstStyle/>
            <a:p>
              <a:pPr algn="ctr"/>
            </a:p>
          </p:txBody>
        </p:sp>
        <p:sp>
          <p:nvSpPr>
            <p:cNvPr id="37" name="chimney"/>
            <p:cNvSpPr/>
            <p:nvPr/>
          </p:nvSpPr>
          <p:spPr>
            <a:xfrm>
              <a:off x="5124297" y="1645920"/>
              <a:ext cx="153619" cy="268833"/>
            </a:xfrm>
            <a:prstGeom prst="rect">
              <a:avLst/>
            </a:prstGeom>
            <a:solidFill>
              <a:srgbClr val="3A3F47"/>
            </a:solidFill>
            <a:ln w="9525">
              <a:solidFill>
                <a:srgbClr val="9AA0A6"/>
              </a:solidFill>
            </a:ln>
          </p:spPr>
          <p:txBody>
            <a:bodyPr rtlCol="0" anchor="ctr"/>
            <a:lstStyle/>
            <a:p>
              <a:pPr algn="ctr"/>
            </a:p>
          </p:txBody>
        </p:sp>
        <p:sp>
          <p:nvSpPr>
            <p:cNvPr id="38" name="chimney lip"/>
            <p:cNvSpPr/>
            <p:nvPr/>
          </p:nvSpPr>
          <p:spPr>
            <a:xfrm>
              <a:off x="5085892" y="1607515"/>
              <a:ext cx="230428" cy="64008"/>
            </a:xfrm>
            <a:prstGeom prst="rect">
              <a:avLst/>
            </a:prstGeom>
            <a:solidFill>
              <a:srgbClr val="3A3F47"/>
            </a:solidFill>
            <a:ln w="9525">
              <a:solidFill>
                <a:srgbClr val="9AA0A6"/>
              </a:solidFill>
            </a:ln>
          </p:spPr>
          <p:txBody>
            <a:bodyPr rtlCol="0" anchor="ctr"/>
            <a:lstStyle/>
            <a:p>
              <a:pPr algn="ctr"/>
            </a:p>
          </p:txBody>
        </p:sp>
        <p:sp>
          <p:nvSpPr>
            <p:cNvPr id="39" name="dome"/>
            <p:cNvSpPr/>
            <p:nvPr/>
          </p:nvSpPr>
          <p:spPr>
            <a:xfrm>
              <a:off x="3513856" y="1773936"/>
              <a:ext cx="230428" cy="140817"/>
            </a:xfrm>
            <a:prstGeom prst="roundRect">
              <a:avLst>
                <a:gd name="adj" fmla="val 36363"/>
              </a:avLst>
            </a:prstGeom>
            <a:solidFill>
              <a:srgbClr val="F28C28"/>
            </a:solidFill>
            <a:ln>
              <a:noFill/>
            </a:ln>
          </p:spPr>
          <p:txBody>
            <a:bodyPr rtlCol="0" anchor="ctr"/>
            <a:lstStyle/>
            <a:p>
              <a:pPr algn="ctr"/>
            </a:p>
          </p:txBody>
        </p:sp>
        <p:sp>
          <p:nvSpPr>
            <p:cNvPr id="40" name="wheel"/>
            <p:cNvSpPr/>
            <p:nvPr/>
          </p:nvSpPr>
          <p:spPr>
            <a:xfrm>
              <a:off x="2000707" y="2414015"/>
              <a:ext cx="512064" cy="512064"/>
            </a:xfrm>
            <a:prstGeom prst="ellipse">
              <a:avLst/>
            </a:prstGeom>
            <a:solidFill>
              <a:srgbClr val="1B1D21"/>
            </a:solidFill>
            <a:ln w="19050">
              <a:solidFill>
                <a:srgbClr val="9AA0A6"/>
              </a:solidFill>
            </a:ln>
          </p:spPr>
          <p:txBody>
            <a:bodyPr rtlCol="0" anchor="ctr"/>
            <a:lstStyle/>
            <a:p>
              <a:pPr algn="ctr"/>
            </a:p>
          </p:txBody>
        </p:sp>
        <p:sp>
          <p:nvSpPr>
            <p:cNvPr id="41" name="hub"/>
            <p:cNvSpPr/>
            <p:nvPr/>
          </p:nvSpPr>
          <p:spPr>
            <a:xfrm>
              <a:off x="2190170" y="2603479"/>
              <a:ext cx="133136" cy="133136"/>
            </a:xfrm>
            <a:prstGeom prst="ellipse">
              <a:avLst/>
            </a:prstGeom>
            <a:solidFill>
              <a:srgbClr val="9AA0A6"/>
            </a:solidFill>
            <a:ln>
              <a:noFill/>
            </a:ln>
          </p:spPr>
          <p:txBody>
            <a:bodyPr rtlCol="0" anchor="ctr"/>
            <a:lstStyle/>
            <a:p>
              <a:pPr algn="ctr"/>
            </a:p>
          </p:txBody>
        </p:sp>
        <p:sp>
          <p:nvSpPr>
            <p:cNvPr id="42" name="wheel"/>
            <p:cNvSpPr/>
            <p:nvPr/>
          </p:nvSpPr>
          <p:spPr>
            <a:xfrm>
              <a:off x="2576779" y="2414015"/>
              <a:ext cx="512064" cy="512064"/>
            </a:xfrm>
            <a:prstGeom prst="ellipse">
              <a:avLst/>
            </a:prstGeom>
            <a:solidFill>
              <a:srgbClr val="1B1D21"/>
            </a:solidFill>
            <a:ln w="19050">
              <a:solidFill>
                <a:srgbClr val="9AA0A6"/>
              </a:solidFill>
            </a:ln>
          </p:spPr>
          <p:txBody>
            <a:bodyPr rtlCol="0" anchor="ctr"/>
            <a:lstStyle/>
            <a:p>
              <a:pPr algn="ctr"/>
            </a:p>
          </p:txBody>
        </p:sp>
        <p:sp>
          <p:nvSpPr>
            <p:cNvPr id="43" name="hub"/>
            <p:cNvSpPr/>
            <p:nvPr/>
          </p:nvSpPr>
          <p:spPr>
            <a:xfrm>
              <a:off x="2766242" y="2603479"/>
              <a:ext cx="133136" cy="133136"/>
            </a:xfrm>
            <a:prstGeom prst="ellipse">
              <a:avLst/>
            </a:prstGeom>
            <a:solidFill>
              <a:srgbClr val="9AA0A6"/>
            </a:solidFill>
            <a:ln>
              <a:noFill/>
            </a:ln>
          </p:spPr>
          <p:txBody>
            <a:bodyPr rtlCol="0" anchor="ctr"/>
            <a:lstStyle/>
            <a:p>
              <a:pPr algn="ctr"/>
            </a:p>
          </p:txBody>
        </p:sp>
        <p:sp>
          <p:nvSpPr>
            <p:cNvPr id="44" name="wheel"/>
            <p:cNvSpPr/>
            <p:nvPr/>
          </p:nvSpPr>
          <p:spPr>
            <a:xfrm>
              <a:off x="3152851" y="2414015"/>
              <a:ext cx="512064" cy="512064"/>
            </a:xfrm>
            <a:prstGeom prst="ellipse">
              <a:avLst/>
            </a:prstGeom>
            <a:solidFill>
              <a:srgbClr val="1B1D21"/>
            </a:solidFill>
            <a:ln w="19050">
              <a:solidFill>
                <a:srgbClr val="9AA0A6"/>
              </a:solidFill>
            </a:ln>
          </p:spPr>
          <p:txBody>
            <a:bodyPr rtlCol="0" anchor="ctr"/>
            <a:lstStyle/>
            <a:p>
              <a:pPr algn="ctr"/>
            </a:p>
          </p:txBody>
        </p:sp>
        <p:sp>
          <p:nvSpPr>
            <p:cNvPr id="45" name="hub"/>
            <p:cNvSpPr/>
            <p:nvPr/>
          </p:nvSpPr>
          <p:spPr>
            <a:xfrm>
              <a:off x="3342314" y="2603479"/>
              <a:ext cx="133136" cy="133136"/>
            </a:xfrm>
            <a:prstGeom prst="ellipse">
              <a:avLst/>
            </a:prstGeom>
            <a:solidFill>
              <a:srgbClr val="9AA0A6"/>
            </a:solidFill>
            <a:ln>
              <a:noFill/>
            </a:ln>
          </p:spPr>
          <p:txBody>
            <a:bodyPr rtlCol="0" anchor="ctr"/>
            <a:lstStyle/>
            <a:p>
              <a:pPr algn="ctr"/>
            </a:p>
          </p:txBody>
        </p:sp>
        <p:sp>
          <p:nvSpPr>
            <p:cNvPr id="46" name="wheel"/>
            <p:cNvSpPr/>
            <p:nvPr/>
          </p:nvSpPr>
          <p:spPr>
            <a:xfrm>
              <a:off x="3728923" y="2414015"/>
              <a:ext cx="512064" cy="512064"/>
            </a:xfrm>
            <a:prstGeom prst="ellipse">
              <a:avLst/>
            </a:prstGeom>
            <a:solidFill>
              <a:srgbClr val="1B1D21"/>
            </a:solidFill>
            <a:ln w="19050">
              <a:solidFill>
                <a:srgbClr val="9AA0A6"/>
              </a:solidFill>
            </a:ln>
          </p:spPr>
          <p:txBody>
            <a:bodyPr rtlCol="0" anchor="ctr"/>
            <a:lstStyle/>
            <a:p>
              <a:pPr algn="ctr"/>
            </a:p>
          </p:txBody>
        </p:sp>
        <p:sp>
          <p:nvSpPr>
            <p:cNvPr id="47" name="hub"/>
            <p:cNvSpPr/>
            <p:nvPr/>
          </p:nvSpPr>
          <p:spPr>
            <a:xfrm>
              <a:off x="3918386" y="2603479"/>
              <a:ext cx="133136" cy="133136"/>
            </a:xfrm>
            <a:prstGeom prst="ellipse">
              <a:avLst/>
            </a:prstGeom>
            <a:solidFill>
              <a:srgbClr val="9AA0A6"/>
            </a:solidFill>
            <a:ln>
              <a:noFill/>
            </a:ln>
          </p:spPr>
          <p:txBody>
            <a:bodyPr rtlCol="0" anchor="ctr"/>
            <a:lstStyle/>
            <a:p>
              <a:pPr algn="ctr"/>
            </a:p>
          </p:txBody>
        </p:sp>
        <p:sp>
          <p:nvSpPr>
            <p:cNvPr id="48" name="wheel"/>
            <p:cNvSpPr/>
            <p:nvPr/>
          </p:nvSpPr>
          <p:spPr>
            <a:xfrm>
              <a:off x="4433011" y="2644444"/>
              <a:ext cx="281635" cy="281635"/>
            </a:xfrm>
            <a:prstGeom prst="ellipse">
              <a:avLst/>
            </a:prstGeom>
            <a:solidFill>
              <a:srgbClr val="1B1D21"/>
            </a:solidFill>
            <a:ln w="19050">
              <a:solidFill>
                <a:srgbClr val="9AA0A6"/>
              </a:solidFill>
            </a:ln>
          </p:spPr>
          <p:txBody>
            <a:bodyPr rtlCol="0" anchor="ctr"/>
            <a:lstStyle/>
            <a:p>
              <a:pPr algn="ctr"/>
            </a:p>
          </p:txBody>
        </p:sp>
        <p:sp>
          <p:nvSpPr>
            <p:cNvPr id="49" name="hub"/>
            <p:cNvSpPr/>
            <p:nvPr/>
          </p:nvSpPr>
          <p:spPr>
            <a:xfrm>
              <a:off x="4537216" y="2748649"/>
              <a:ext cx="73225" cy="73225"/>
            </a:xfrm>
            <a:prstGeom prst="ellipse">
              <a:avLst/>
            </a:prstGeom>
            <a:solidFill>
              <a:srgbClr val="9AA0A6"/>
            </a:solidFill>
            <a:ln>
              <a:noFill/>
            </a:ln>
          </p:spPr>
          <p:txBody>
            <a:bodyPr rtlCol="0" anchor="ctr"/>
            <a:lstStyle/>
            <a:p>
              <a:pPr algn="ctr"/>
            </a:p>
          </p:txBody>
        </p:sp>
        <p:sp>
          <p:nvSpPr>
            <p:cNvPr id="50" name="coupling rod"/>
            <p:cNvSpPr/>
            <p:nvPr/>
          </p:nvSpPr>
          <p:spPr>
            <a:xfrm>
              <a:off x="2256739" y="2524109"/>
              <a:ext cx="1728216" cy="35844"/>
            </a:xfrm>
            <a:prstGeom prst="rect">
              <a:avLst/>
            </a:prstGeom>
            <a:solidFill>
              <a:srgbClr val="D0D4D8"/>
            </a:solidFill>
            <a:ln>
              <a:noFill/>
            </a:ln>
          </p:spPr>
          <p:txBody>
            <a:bodyPr rtlCol="0" anchor="ctr"/>
            <a:lstStyle/>
            <a:p>
              <a:pPr algn="ctr"/>
            </a:p>
          </p:txBody>
        </p:sp>
        <p:sp>
          <p:nvSpPr>
            <p:cNvPr id="51" name="buffer beam"/>
            <p:cNvSpPr/>
            <p:nvPr/>
          </p:nvSpPr>
          <p:spPr>
            <a:xfrm>
              <a:off x="5329123" y="2439619"/>
              <a:ext cx="76809" cy="230428"/>
            </a:xfrm>
            <a:prstGeom prst="rect">
              <a:avLst/>
            </a:prstGeom>
            <a:solidFill>
              <a:srgbClr val="9AA0A6"/>
            </a:solidFill>
            <a:ln>
              <a:noFill/>
            </a:ln>
          </p:spPr>
          <p:txBody>
            <a:bodyPr rtlCol="0" anchor="ctr"/>
            <a:lstStyle/>
            <a:p>
              <a:pPr algn="ctr"/>
            </a:p>
          </p:txBody>
        </p:sp>
        <p:sp>
          <p:nvSpPr>
            <p:cNvPr id="52" name="number plate"/>
            <p:cNvSpPr/>
            <p:nvPr/>
          </p:nvSpPr>
          <p:spPr>
            <a:xfrm>
              <a:off x="3081528" y="1978761"/>
              <a:ext cx="1371600" cy="384048"/>
            </a:xfrm>
            <a:prstGeom prst="roundRect">
              <a:avLst>
                <a:gd name="adj" fmla="val 19047"/>
              </a:avLst>
            </a:prstGeom>
            <a:solidFill>
              <a:srgbClr val="1B1D21"/>
            </a:solidFill>
            <a:ln w="28575">
              <a:solidFill>
                <a:srgbClr val="F28C28"/>
              </a:solidFill>
            </a:ln>
          </p:spPr>
          <p:txBody>
            <a:bodyPr rtlCol="0" anchor="ctr" wrap="square" lIns="27432" tIns="0" rIns="27432" bIns="0">
              <a:noAutofit/>
            </a:bodyPr>
            <a:lstStyle/>
            <a:p>
              <a:pPr algn="ctr"/>
              <a:r>
                <a:rPr sz="1600" b="1" i="0" lang="en-GB">
                  <a:solidFill>
                    <a:srgbClr val="F2F2F2"/>
                  </a:solidFill>
                  <a:latin typeface="Arial"/>
                </a:rPr>
                <a:t>No. 1234</a:t>
              </a:r>
            </a:p>
          </p:txBody>
        </p:sp>
        <p:sp>
          <p:nvSpPr>
            <p:cNvPr id="53" name="example label"/>
            <p:cNvSpPr txBox="1"/>
            <p:nvPr/>
          </p:nvSpPr>
          <p:spPr>
            <a:xfrm>
              <a:off x="2852928" y="3127248"/>
              <a:ext cx="1828800" cy="256032"/>
            </a:xfrm>
            <a:prstGeom prst="rect">
              <a:avLst/>
            </a:prstGeom>
            <a:noFill/>
          </p:spPr>
          <p:txBody>
            <a:bodyPr wrap="square" anchor="ctr" lIns="18288" tIns="9144" rIns="18288" bIns="9144">
              <a:noAutofit/>
            </a:bodyPr>
            <a:lstStyle/>
            <a:p>
              <a:pPr algn="ctr"/>
              <a:r>
                <a:rPr sz="1400" b="0" i="0" lang="en-GB">
                  <a:solidFill>
                    <a:srgbClr val="A9B0B8"/>
                  </a:solidFill>
                  <a:latin typeface="Arial"/>
                </a:rPr>
                <a:t>Example only</a:t>
              </a:r>
            </a:p>
          </p:txBody>
        </p:sp>
        <p:sp>
          <p:nvSpPr>
            <p:cNvPr id="54" name="hidden id tag"/>
            <p:cNvSpPr/>
            <p:nvPr/>
          </p:nvSpPr>
          <p:spPr>
            <a:xfrm>
              <a:off x="6400800" y="1508760"/>
              <a:ext cx="3840480" cy="914400"/>
            </a:xfrm>
            <a:prstGeom prst="roundRect">
              <a:avLst>
                <a:gd name="adj" fmla="val 10000"/>
              </a:avLst>
            </a:prstGeom>
            <a:solidFill>
              <a:srgbClr val="2B2F36"/>
            </a:solidFill>
            <a:ln w="25400">
              <a:solidFill>
                <a:srgbClr val="A9B0B8"/>
              </a:solidFill>
              <a:prstDash val="dash"/>
            </a:ln>
          </p:spPr>
          <p:txBody>
            <a:bodyPr rtlCol="0" anchor="ctr"/>
            <a:lstStyle/>
            <a:p>
              <a:pPr algn="ctr"/>
            </a:p>
          </p:txBody>
        </p:sp>
        <p:sp>
          <p:nvSpPr>
            <p:cNvPr id="55" name="padlock shackle"/>
            <p:cNvSpPr/>
            <p:nvPr/>
          </p:nvSpPr>
          <p:spPr>
            <a:xfrm>
              <a:off x="6761988" y="1773936"/>
              <a:ext cx="283464" cy="164592"/>
            </a:xfrm>
            <a:custGeom>
              <a:avLst/>
              <a:gdLst/>
              <a:ahLst/>
              <a:cxnLst/>
              <a:rect l="l" t="t" r="r" b="b"/>
              <a:pathLst>
                <a:path w="283464" h="164592">
                  <a:moveTo>
                    <a:pt x="0" y="164592"/>
                  </a:moveTo>
                  <a:lnTo>
                    <a:pt x="0" y="141732"/>
                  </a:lnTo>
                  <a:lnTo>
                    <a:pt x="3553" y="110193"/>
                  </a:lnTo>
                  <a:lnTo>
                    <a:pt x="14035" y="80236"/>
                  </a:lnTo>
                  <a:lnTo>
                    <a:pt x="30921" y="53363"/>
                  </a:lnTo>
                  <a:lnTo>
                    <a:pt x="53363" y="30921"/>
                  </a:lnTo>
                  <a:lnTo>
                    <a:pt x="80236" y="14035"/>
                  </a:lnTo>
                  <a:lnTo>
                    <a:pt x="110193" y="3553"/>
                  </a:lnTo>
                  <a:lnTo>
                    <a:pt x="141732" y="0"/>
                  </a:lnTo>
                  <a:lnTo>
                    <a:pt x="173270" y="3553"/>
                  </a:lnTo>
                  <a:lnTo>
                    <a:pt x="203227" y="14035"/>
                  </a:lnTo>
                  <a:lnTo>
                    <a:pt x="230100" y="30921"/>
                  </a:lnTo>
                  <a:lnTo>
                    <a:pt x="252542" y="53363"/>
                  </a:lnTo>
                  <a:lnTo>
                    <a:pt x="269428" y="80236"/>
                  </a:lnTo>
                  <a:lnTo>
                    <a:pt x="279910" y="110193"/>
                  </a:lnTo>
                  <a:lnTo>
                    <a:pt x="283464" y="141732"/>
                  </a:lnTo>
                  <a:lnTo>
                    <a:pt x="283463" y="164592"/>
                  </a:lnTo>
                </a:path>
              </a:pathLst>
            </a:custGeom>
            <a:noFill/>
            <a:ln w="31750">
              <a:solidFill>
                <a:srgbClr val="F2C14E"/>
              </a:solidFill>
            </a:ln>
          </p:spPr>
          <p:txBody>
            <a:bodyPr rtlCol="0" anchor="ctr"/>
            <a:lstStyle/>
            <a:p>
              <a:pPr algn="ctr"/>
            </a:p>
          </p:txBody>
        </p:sp>
        <p:sp>
          <p:nvSpPr>
            <p:cNvPr id="56" name="padlock body"/>
            <p:cNvSpPr/>
            <p:nvPr/>
          </p:nvSpPr>
          <p:spPr>
            <a:xfrm>
              <a:off x="6675120" y="1915668"/>
              <a:ext cx="457200" cy="365760"/>
            </a:xfrm>
            <a:prstGeom prst="roundRect">
              <a:avLst>
                <a:gd name="adj" fmla="val 6250"/>
              </a:avLst>
            </a:prstGeom>
            <a:solidFill>
              <a:srgbClr val="F2C14E"/>
            </a:solidFill>
            <a:ln>
              <a:noFill/>
            </a:ln>
          </p:spPr>
          <p:txBody>
            <a:bodyPr rtlCol="0" anchor="ctr"/>
            <a:lstStyle/>
            <a:p>
              <a:pPr algn="ctr"/>
            </a:p>
          </p:txBody>
        </p:sp>
        <p:sp>
          <p:nvSpPr>
            <p:cNvPr id="57" name="padlock keyhole"/>
            <p:cNvSpPr/>
            <p:nvPr/>
          </p:nvSpPr>
          <p:spPr>
            <a:xfrm>
              <a:off x="6871716" y="2029968"/>
              <a:ext cx="64008" cy="64008"/>
            </a:xfrm>
            <a:prstGeom prst="ellipse">
              <a:avLst/>
            </a:prstGeom>
            <a:solidFill>
              <a:srgbClr val="101418"/>
            </a:solidFill>
            <a:ln>
              <a:noFill/>
            </a:ln>
          </p:spPr>
          <p:txBody>
            <a:bodyPr rtlCol="0" anchor="ctr"/>
            <a:lstStyle/>
            <a:p>
              <a:pPr algn="ctr"/>
            </a:p>
          </p:txBody>
        </p:sp>
        <p:sp>
          <p:nvSpPr>
            <p:cNvPr id="58" name="padlock keyhole slot"/>
            <p:cNvSpPr/>
            <p:nvPr/>
          </p:nvSpPr>
          <p:spPr>
            <a:xfrm>
              <a:off x="6890004" y="2075688"/>
              <a:ext cx="27432" cy="91440"/>
            </a:xfrm>
            <a:prstGeom prst="rect">
              <a:avLst/>
            </a:prstGeom>
            <a:solidFill>
              <a:srgbClr val="101418"/>
            </a:solidFill>
            <a:ln>
              <a:noFill/>
            </a:ln>
          </p:spPr>
          <p:txBody>
            <a:bodyPr rtlCol="0" anchor="ctr"/>
            <a:lstStyle/>
            <a:p>
              <a:pPr algn="ctr"/>
            </a:p>
          </p:txBody>
        </p:sp>
        <p:sp>
          <p:nvSpPr>
            <p:cNvPr id="59" name="tag label"/>
            <p:cNvSpPr txBox="1"/>
            <p:nvPr/>
          </p:nvSpPr>
          <p:spPr>
            <a:xfrm>
              <a:off x="7315200" y="1508760"/>
              <a:ext cx="2834640" cy="914400"/>
            </a:xfrm>
            <a:prstGeom prst="rect">
              <a:avLst/>
            </a:prstGeom>
            <a:noFill/>
          </p:spPr>
          <p:txBody>
            <a:bodyPr wrap="square" anchor="ctr" lIns="18288" tIns="9144" rIns="18288" bIns="9144">
              <a:noAutofit/>
            </a:bodyPr>
            <a:lstStyle/>
            <a:p>
              <a:pPr algn="l"/>
              <a:r>
                <a:rPr sz="2000" b="1" i="0" lang="en-GB">
                  <a:solidFill>
                    <a:srgbClr val="F2F2F2"/>
                  </a:solidFill>
                  <a:latin typeface="Arial"/>
                </a:rPr>
                <a:t>Fleet ID: hidden</a:t>
              </a:r>
            </a:p>
          </p:txBody>
        </p:sp>
        <p:cxnSp>
          <p:nvCxnSpPr>
            <p:cNvPr id="60" name="tether"/>
            <p:cNvCxnSpPr/>
            <p:nvPr/>
          </p:nvCxnSpPr>
          <p:spPr>
            <a:xfrm flipV="1">
              <a:off x="5486400" y="2011680"/>
              <a:ext cx="914400" cy="274320"/>
            </a:xfrm>
            <a:prstGeom prst="line">
              <a:avLst/>
            </a:prstGeom>
            <a:ln w="25400">
              <a:solidFill>
                <a:srgbClr val="A9B0B8"/>
              </a:solidFill>
              <a:prstDash val="dash"/>
            </a:ln>
          </p:spPr>
        </p:cxnSp>
        <p:sp>
          <p:nvSpPr>
            <p:cNvPr id="61" name="id pillar"/>
            <p:cNvSpPr/>
            <p:nvPr/>
          </p:nvSpPr>
          <p:spPr>
            <a:xfrm>
              <a:off x="640080" y="3566160"/>
              <a:ext cx="1554480" cy="1920240"/>
            </a:xfrm>
            <a:prstGeom prst="roundRect">
              <a:avLst>
                <a:gd name="adj" fmla="val 11764"/>
              </a:avLst>
            </a:prstGeom>
            <a:solidFill>
              <a:srgbClr val="343A43"/>
            </a:solidFill>
            <a:ln w="25400">
              <a:solidFill>
                <a:srgbClr val="A9B0B8"/>
              </a:solidFill>
              <a:prstDash val="dash"/>
            </a:ln>
          </p:spPr>
          <p:txBody>
            <a:bodyPr rtlCol="0" anchor="ctr"/>
            <a:lstStyle/>
            <a:p>
              <a:pPr algn="ctr"/>
            </a:p>
          </p:txBody>
        </p:sp>
        <p:sp>
          <p:nvSpPr>
            <p:cNvPr id="62" name="padlock shackle"/>
            <p:cNvSpPr/>
            <p:nvPr/>
          </p:nvSpPr>
          <p:spPr>
            <a:xfrm>
              <a:off x="1247241" y="3926433"/>
              <a:ext cx="340157" cy="197511"/>
            </a:xfrm>
            <a:custGeom>
              <a:avLst/>
              <a:gdLst/>
              <a:ahLst/>
              <a:cxnLst/>
              <a:rect l="l" t="t" r="r" b="b"/>
              <a:pathLst>
                <a:path w="340157" h="197511">
                  <a:moveTo>
                    <a:pt x="0" y="197511"/>
                  </a:moveTo>
                  <a:lnTo>
                    <a:pt x="0" y="170079"/>
                  </a:lnTo>
                  <a:lnTo>
                    <a:pt x="4264" y="132232"/>
                  </a:lnTo>
                  <a:lnTo>
                    <a:pt x="16843" y="96284"/>
                  </a:lnTo>
                  <a:lnTo>
                    <a:pt x="37106" y="64036"/>
                  </a:lnTo>
                  <a:lnTo>
                    <a:pt x="64036" y="37106"/>
                  </a:lnTo>
                  <a:lnTo>
                    <a:pt x="96284" y="16843"/>
                  </a:lnTo>
                  <a:lnTo>
                    <a:pt x="132232" y="4264"/>
                  </a:lnTo>
                  <a:lnTo>
                    <a:pt x="170078" y="0"/>
                  </a:lnTo>
                  <a:lnTo>
                    <a:pt x="207925" y="4264"/>
                  </a:lnTo>
                  <a:lnTo>
                    <a:pt x="243873" y="16843"/>
                  </a:lnTo>
                  <a:lnTo>
                    <a:pt x="276121" y="37106"/>
                  </a:lnTo>
                  <a:lnTo>
                    <a:pt x="303051" y="64036"/>
                  </a:lnTo>
                  <a:lnTo>
                    <a:pt x="323314" y="96284"/>
                  </a:lnTo>
                  <a:lnTo>
                    <a:pt x="335893" y="132232"/>
                  </a:lnTo>
                  <a:lnTo>
                    <a:pt x="340157" y="170079"/>
                  </a:lnTo>
                  <a:lnTo>
                    <a:pt x="340157" y="197511"/>
                  </a:lnTo>
                </a:path>
              </a:pathLst>
            </a:custGeom>
            <a:noFill/>
            <a:ln w="38100">
              <a:solidFill>
                <a:srgbClr val="F2C14E"/>
              </a:solidFill>
            </a:ln>
          </p:spPr>
          <p:txBody>
            <a:bodyPr rtlCol="0" anchor="ctr"/>
            <a:lstStyle/>
            <a:p>
              <a:pPr algn="ctr"/>
            </a:p>
          </p:txBody>
        </p:sp>
        <p:sp>
          <p:nvSpPr>
            <p:cNvPr id="63" name="padlock body"/>
            <p:cNvSpPr/>
            <p:nvPr/>
          </p:nvSpPr>
          <p:spPr>
            <a:xfrm>
              <a:off x="1143000" y="4096512"/>
              <a:ext cx="548640" cy="438912"/>
            </a:xfrm>
            <a:prstGeom prst="roundRect">
              <a:avLst>
                <a:gd name="adj" fmla="val 6250"/>
              </a:avLst>
            </a:prstGeom>
            <a:solidFill>
              <a:srgbClr val="F2C14E"/>
            </a:solidFill>
            <a:ln>
              <a:noFill/>
            </a:ln>
          </p:spPr>
          <p:txBody>
            <a:bodyPr rtlCol="0" anchor="ctr"/>
            <a:lstStyle/>
            <a:p>
              <a:pPr algn="ctr"/>
            </a:p>
          </p:txBody>
        </p:sp>
        <p:sp>
          <p:nvSpPr>
            <p:cNvPr id="64" name="padlock keyhole"/>
            <p:cNvSpPr/>
            <p:nvPr/>
          </p:nvSpPr>
          <p:spPr>
            <a:xfrm>
              <a:off x="1378915" y="4233672"/>
              <a:ext cx="76809" cy="76809"/>
            </a:xfrm>
            <a:prstGeom prst="ellipse">
              <a:avLst/>
            </a:prstGeom>
            <a:solidFill>
              <a:srgbClr val="101418"/>
            </a:solidFill>
            <a:ln>
              <a:noFill/>
            </a:ln>
          </p:spPr>
          <p:txBody>
            <a:bodyPr rtlCol="0" anchor="ctr"/>
            <a:lstStyle/>
            <a:p>
              <a:pPr algn="ctr"/>
            </a:p>
          </p:txBody>
        </p:sp>
        <p:sp>
          <p:nvSpPr>
            <p:cNvPr id="65" name="padlock keyhole slot"/>
            <p:cNvSpPr/>
            <p:nvPr/>
          </p:nvSpPr>
          <p:spPr>
            <a:xfrm>
              <a:off x="1400860" y="4288536"/>
              <a:ext cx="32918" cy="109728"/>
            </a:xfrm>
            <a:prstGeom prst="rect">
              <a:avLst/>
            </a:prstGeom>
            <a:solidFill>
              <a:srgbClr val="101418"/>
            </a:solidFill>
            <a:ln>
              <a:noFill/>
            </a:ln>
          </p:spPr>
          <p:txBody>
            <a:bodyPr rtlCol="0" anchor="ctr"/>
            <a:lstStyle/>
            <a:p>
              <a:pPr algn="ctr"/>
            </a:p>
          </p:txBody>
        </p:sp>
        <p:sp>
          <p:nvSpPr>
            <p:cNvPr id="66" name="pillar label"/>
            <p:cNvSpPr txBox="1"/>
            <p:nvPr/>
          </p:nvSpPr>
          <p:spPr>
            <a:xfrm>
              <a:off x="640080" y="4663440"/>
              <a:ext cx="1554480" cy="457200"/>
            </a:xfrm>
            <a:prstGeom prst="rect">
              <a:avLst/>
            </a:prstGeom>
            <a:noFill/>
          </p:spPr>
          <p:txBody>
            <a:bodyPr wrap="square" anchor="ctr" lIns="18288" tIns="9144" rIns="18288" bIns="9144">
              <a:noAutofit/>
            </a:bodyPr>
            <a:lstStyle/>
            <a:p>
              <a:pPr algn="ctr"/>
              <a:r>
                <a:rPr sz="1800" b="1" i="0" lang="en-GB">
                  <a:solidFill>
                    <a:srgbClr val="F2F2F2"/>
                  </a:solidFill>
                  <a:latin typeface="Arial"/>
                </a:rPr>
                <a:t>Fleet ID</a:t>
              </a:r>
            </a:p>
          </p:txBody>
        </p:sp>
        <p:sp>
          <p:nvSpPr>
            <p:cNvPr id="67" name="id pillar"/>
            <p:cNvSpPr/>
            <p:nvPr/>
          </p:nvSpPr>
          <p:spPr>
            <a:xfrm>
              <a:off x="10058400" y="3566160"/>
              <a:ext cx="1554480" cy="1920240"/>
            </a:xfrm>
            <a:prstGeom prst="roundRect">
              <a:avLst>
                <a:gd name="adj" fmla="val 11764"/>
              </a:avLst>
            </a:prstGeom>
            <a:solidFill>
              <a:srgbClr val="343A43"/>
            </a:solidFill>
            <a:ln w="25400">
              <a:solidFill>
                <a:srgbClr val="A9B0B8"/>
              </a:solidFill>
              <a:prstDash val="dash"/>
            </a:ln>
          </p:spPr>
          <p:txBody>
            <a:bodyPr rtlCol="0" anchor="ctr"/>
            <a:lstStyle/>
            <a:p>
              <a:pPr algn="ctr"/>
            </a:p>
          </p:txBody>
        </p:sp>
        <p:sp>
          <p:nvSpPr>
            <p:cNvPr id="68" name="padlock shackle"/>
            <p:cNvSpPr/>
            <p:nvPr/>
          </p:nvSpPr>
          <p:spPr>
            <a:xfrm>
              <a:off x="10665561" y="3926433"/>
              <a:ext cx="340157" cy="197511"/>
            </a:xfrm>
            <a:custGeom>
              <a:avLst/>
              <a:gdLst/>
              <a:ahLst/>
              <a:cxnLst/>
              <a:rect l="l" t="t" r="r" b="b"/>
              <a:pathLst>
                <a:path w="340157" h="197511">
                  <a:moveTo>
                    <a:pt x="0" y="197511"/>
                  </a:moveTo>
                  <a:lnTo>
                    <a:pt x="0" y="170079"/>
                  </a:lnTo>
                  <a:lnTo>
                    <a:pt x="4264" y="132232"/>
                  </a:lnTo>
                  <a:lnTo>
                    <a:pt x="16843" y="96284"/>
                  </a:lnTo>
                  <a:lnTo>
                    <a:pt x="37106" y="64036"/>
                  </a:lnTo>
                  <a:lnTo>
                    <a:pt x="64036" y="37106"/>
                  </a:lnTo>
                  <a:lnTo>
                    <a:pt x="96284" y="16843"/>
                  </a:lnTo>
                  <a:lnTo>
                    <a:pt x="132232" y="4264"/>
                  </a:lnTo>
                  <a:lnTo>
                    <a:pt x="170079" y="0"/>
                  </a:lnTo>
                  <a:lnTo>
                    <a:pt x="207925" y="4264"/>
                  </a:lnTo>
                  <a:lnTo>
                    <a:pt x="243873" y="16843"/>
                  </a:lnTo>
                  <a:lnTo>
                    <a:pt x="276121" y="37106"/>
                  </a:lnTo>
                  <a:lnTo>
                    <a:pt x="303051" y="64036"/>
                  </a:lnTo>
                  <a:lnTo>
                    <a:pt x="323314" y="96284"/>
                  </a:lnTo>
                  <a:lnTo>
                    <a:pt x="335893" y="132232"/>
                  </a:lnTo>
                  <a:lnTo>
                    <a:pt x="340157" y="170079"/>
                  </a:lnTo>
                  <a:lnTo>
                    <a:pt x="340157" y="197511"/>
                  </a:lnTo>
                </a:path>
              </a:pathLst>
            </a:custGeom>
            <a:noFill/>
            <a:ln w="38100">
              <a:solidFill>
                <a:srgbClr val="F2C14E"/>
              </a:solidFill>
            </a:ln>
          </p:spPr>
          <p:txBody>
            <a:bodyPr rtlCol="0" anchor="ctr"/>
            <a:lstStyle/>
            <a:p>
              <a:pPr algn="ctr"/>
            </a:p>
          </p:txBody>
        </p:sp>
        <p:sp>
          <p:nvSpPr>
            <p:cNvPr id="69" name="padlock body"/>
            <p:cNvSpPr/>
            <p:nvPr/>
          </p:nvSpPr>
          <p:spPr>
            <a:xfrm>
              <a:off x="10561320" y="4096512"/>
              <a:ext cx="548640" cy="438912"/>
            </a:xfrm>
            <a:prstGeom prst="roundRect">
              <a:avLst>
                <a:gd name="adj" fmla="val 6250"/>
              </a:avLst>
            </a:prstGeom>
            <a:solidFill>
              <a:srgbClr val="F2C14E"/>
            </a:solidFill>
            <a:ln>
              <a:noFill/>
            </a:ln>
          </p:spPr>
          <p:txBody>
            <a:bodyPr rtlCol="0" anchor="ctr"/>
            <a:lstStyle/>
            <a:p>
              <a:pPr algn="ctr"/>
            </a:p>
          </p:txBody>
        </p:sp>
        <p:sp>
          <p:nvSpPr>
            <p:cNvPr id="70" name="padlock keyhole"/>
            <p:cNvSpPr/>
            <p:nvPr/>
          </p:nvSpPr>
          <p:spPr>
            <a:xfrm>
              <a:off x="10797235" y="4233672"/>
              <a:ext cx="76809" cy="76809"/>
            </a:xfrm>
            <a:prstGeom prst="ellipse">
              <a:avLst/>
            </a:prstGeom>
            <a:solidFill>
              <a:srgbClr val="101418"/>
            </a:solidFill>
            <a:ln>
              <a:noFill/>
            </a:ln>
          </p:spPr>
          <p:txBody>
            <a:bodyPr rtlCol="0" anchor="ctr"/>
            <a:lstStyle/>
            <a:p>
              <a:pPr algn="ctr"/>
            </a:p>
          </p:txBody>
        </p:sp>
        <p:sp>
          <p:nvSpPr>
            <p:cNvPr id="71" name="padlock keyhole slot"/>
            <p:cNvSpPr/>
            <p:nvPr/>
          </p:nvSpPr>
          <p:spPr>
            <a:xfrm>
              <a:off x="10819180" y="4288536"/>
              <a:ext cx="32918" cy="109728"/>
            </a:xfrm>
            <a:prstGeom prst="rect">
              <a:avLst/>
            </a:prstGeom>
            <a:solidFill>
              <a:srgbClr val="101418"/>
            </a:solidFill>
            <a:ln>
              <a:noFill/>
            </a:ln>
          </p:spPr>
          <p:txBody>
            <a:bodyPr rtlCol="0" anchor="ctr"/>
            <a:lstStyle/>
            <a:p>
              <a:pPr algn="ctr"/>
            </a:p>
          </p:txBody>
        </p:sp>
        <p:sp>
          <p:nvSpPr>
            <p:cNvPr id="72" name="pillar label"/>
            <p:cNvSpPr txBox="1"/>
            <p:nvPr/>
          </p:nvSpPr>
          <p:spPr>
            <a:xfrm>
              <a:off x="10058400" y="4663440"/>
              <a:ext cx="1554480" cy="457200"/>
            </a:xfrm>
            <a:prstGeom prst="rect">
              <a:avLst/>
            </a:prstGeom>
            <a:noFill/>
          </p:spPr>
          <p:txBody>
            <a:bodyPr wrap="square" anchor="ctr" lIns="18288" tIns="9144" rIns="18288" bIns="9144">
              <a:noAutofit/>
            </a:bodyPr>
            <a:lstStyle/>
            <a:p>
              <a:pPr algn="ctr"/>
              <a:r>
                <a:rPr sz="1800" b="1" i="0" lang="en-GB">
                  <a:solidFill>
                    <a:srgbClr val="F2F2F2"/>
                  </a:solidFill>
                  <a:latin typeface="Arial"/>
                </a:rPr>
                <a:t>Fleet ID</a:t>
              </a:r>
            </a:p>
          </p:txBody>
        </p:sp>
        <p:cxnSp>
          <p:nvCxnSpPr>
            <p:cNvPr id="73" name="pass-through arrow"/>
            <p:cNvCxnSpPr/>
            <p:nvPr/>
          </p:nvCxnSpPr>
          <p:spPr>
            <a:xfrm>
              <a:off x="2331720" y="4160520"/>
              <a:ext cx="7589520" cy="0"/>
            </a:xfrm>
            <a:prstGeom prst="line">
              <a:avLst/>
            </a:prstGeom>
            <a:ln w="38100">
              <a:solidFill>
                <a:srgbClr val="F28C28"/>
              </a:solidFill>
              <a:tailEnd type="triangle" w="med" len="med"/>
            </a:ln>
          </p:spPr>
        </p:cxnSp>
        <p:sp>
          <p:nvSpPr>
            <p:cNvPr id="74" name="arrow label"/>
            <p:cNvSpPr txBox="1"/>
            <p:nvPr/>
          </p:nvSpPr>
          <p:spPr>
            <a:xfrm>
              <a:off x="4480560" y="3794759"/>
              <a:ext cx="3291840" cy="329184"/>
            </a:xfrm>
            <a:prstGeom prst="rect">
              <a:avLst/>
            </a:prstGeom>
            <a:noFill/>
          </p:spPr>
          <p:txBody>
            <a:bodyPr wrap="square" anchor="ctr" lIns="18288" tIns="9144" rIns="18288" bIns="9144">
              <a:noAutofit/>
            </a:bodyPr>
            <a:lstStyle/>
            <a:p>
              <a:pPr algn="ctr"/>
              <a:r>
                <a:rPr sz="2000" b="1" i="0" lang="en-GB">
                  <a:solidFill>
                    <a:srgbClr val="F2F2F2"/>
                  </a:solidFill>
                  <a:latin typeface="Arial"/>
                </a:rPr>
                <a:t>Repaint</a:t>
              </a:r>
            </a:p>
          </p:txBody>
        </p:sp>
        <p:cxnSp>
          <p:nvCxnSpPr>
            <p:cNvPr id="75" name="pass-through arrow"/>
            <p:cNvCxnSpPr/>
            <p:nvPr/>
          </p:nvCxnSpPr>
          <p:spPr>
            <a:xfrm>
              <a:off x="2331720" y="4800600"/>
              <a:ext cx="7589520" cy="0"/>
            </a:xfrm>
            <a:prstGeom prst="line">
              <a:avLst/>
            </a:prstGeom>
            <a:ln w="38100">
              <a:solidFill>
                <a:srgbClr val="F28C28"/>
              </a:solidFill>
              <a:tailEnd type="triangle" w="med" len="med"/>
            </a:ln>
          </p:spPr>
        </p:cxnSp>
        <p:sp>
          <p:nvSpPr>
            <p:cNvPr id="76" name="arrow label"/>
            <p:cNvSpPr txBox="1"/>
            <p:nvPr/>
          </p:nvSpPr>
          <p:spPr>
            <a:xfrm>
              <a:off x="4480560" y="4434840"/>
              <a:ext cx="3291840" cy="329184"/>
            </a:xfrm>
            <a:prstGeom prst="rect">
              <a:avLst/>
            </a:prstGeom>
            <a:noFill/>
          </p:spPr>
          <p:txBody>
            <a:bodyPr wrap="square" anchor="ctr" lIns="18288" tIns="9144" rIns="18288" bIns="9144">
              <a:noAutofit/>
            </a:bodyPr>
            <a:lstStyle/>
            <a:p>
              <a:pPr algn="ctr"/>
              <a:r>
                <a:rPr sz="2000" b="1" i="0" lang="en-GB">
                  <a:solidFill>
                    <a:srgbClr val="F2F2F2"/>
                  </a:solidFill>
                  <a:latin typeface="Arial"/>
                </a:rPr>
                <a:t>Change region</a:t>
              </a:r>
            </a:p>
          </p:txBody>
        </p:sp>
        <p:cxnSp>
          <p:nvCxnSpPr>
            <p:cNvPr id="77" name="pass-through arrow"/>
            <p:cNvCxnSpPr/>
            <p:nvPr/>
          </p:nvCxnSpPr>
          <p:spPr>
            <a:xfrm>
              <a:off x="2331720" y="5440679"/>
              <a:ext cx="7589520" cy="0"/>
            </a:xfrm>
            <a:prstGeom prst="line">
              <a:avLst/>
            </a:prstGeom>
            <a:ln w="38100">
              <a:solidFill>
                <a:srgbClr val="F28C28"/>
              </a:solidFill>
              <a:tailEnd type="triangle" w="med" len="med"/>
            </a:ln>
          </p:spPr>
        </p:cxnSp>
        <p:sp>
          <p:nvSpPr>
            <p:cNvPr id="78" name="arrow label"/>
            <p:cNvSpPr txBox="1"/>
            <p:nvPr/>
          </p:nvSpPr>
          <p:spPr>
            <a:xfrm>
              <a:off x="4480560" y="5074919"/>
              <a:ext cx="3291840" cy="329184"/>
            </a:xfrm>
            <a:prstGeom prst="rect">
              <a:avLst/>
            </a:prstGeom>
            <a:noFill/>
          </p:spPr>
          <p:txBody>
            <a:bodyPr wrap="square" anchor="ctr" lIns="18288" tIns="9144" rIns="18288" bIns="9144">
              <a:noAutofit/>
            </a:bodyPr>
            <a:lstStyle/>
            <a:p>
              <a:pPr algn="ctr"/>
              <a:r>
                <a:rPr sz="2000" b="1" i="0" lang="en-GB">
                  <a:solidFill>
                    <a:srgbClr val="F2F2F2"/>
                  </a:solidFill>
                  <a:latin typeface="Arial"/>
                </a:rPr>
                <a:t>Renumber</a:t>
              </a:r>
            </a:p>
          </p:txBody>
        </p:sp>
      </p:grpSp>
      <p:sp>
        <p:nvSpPr>
          <p:cNvPr id="79" name="ICHIP"/>
          <p:cNvSpPr/>
          <p:nvPr/>
        </p:nvSpPr>
        <p:spPr>
          <a:xfrm>
            <a:off x="6400800" y="2651760"/>
            <a:ext cx="3442676"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Where it is stored: undecided (OQ28)</a:t>
            </a:r>
          </a:p>
        </p:txBody>
      </p:sp>
      <p:sp>
        <p:nvSpPr>
          <p:cNvPr id="8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81"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82"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Every engine has a hidden permanent ID. Its visible number can change.</a:t>
            </a:r>
          </a:p>
        </p:txBody>
      </p:sp>
      <p:sp>
        <p:nvSpPr>
          <p:cNvPr id="83"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A number after placement</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hree steps to a number" descr="Three steps. First a build hologram with no number. Then the engine is placed. Then the engine shows its number plate."/>
          <p:cNvGrpSpPr/>
          <p:nvPr/>
        </p:nvGrpSpPr>
        <p:grpSpPr>
          <a:xfrm>
            <a:off x="548640" y="1371600"/>
            <a:ext cx="11091672" cy="3977640"/>
            <a:chOff x="548640" y="1371600"/>
            <a:chExt cx="11091672" cy="3977640"/>
          </a:xfrm>
        </p:grpSpPr>
        <p:sp>
          <p:nvSpPr>
            <p:cNvPr id="5" name="step panel"/>
            <p:cNvSpPr/>
            <p:nvPr/>
          </p:nvSpPr>
          <p:spPr>
            <a:xfrm>
              <a:off x="548640" y="1371600"/>
              <a:ext cx="3447288" cy="2926080"/>
            </a:xfrm>
            <a:prstGeom prst="roundRect">
              <a:avLst>
                <a:gd name="adj" fmla="val 3125"/>
              </a:avLst>
            </a:prstGeom>
            <a:solidFill>
              <a:srgbClr val="2B2F36"/>
            </a:solidFill>
            <a:ln w="19050">
              <a:solidFill>
                <a:srgbClr val="4A515B"/>
              </a:solidFill>
            </a:ln>
          </p:spPr>
          <p:txBody>
            <a:bodyPr rtlCol="0" anchor="ctr"/>
            <a:lstStyle/>
            <a:p>
              <a:pPr algn="ctr"/>
            </a:p>
          </p:txBody>
        </p:sp>
        <p:sp>
          <p:nvSpPr>
            <p:cNvPr id="6" name="step badge"/>
            <p:cNvSpPr/>
            <p:nvPr/>
          </p:nvSpPr>
          <p:spPr>
            <a:xfrm>
              <a:off x="685800" y="1481328"/>
              <a:ext cx="384048" cy="384048"/>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1</a:t>
              </a:r>
            </a:p>
          </p:txBody>
        </p:sp>
        <p:sp>
          <p:nvSpPr>
            <p:cNvPr id="7" name="step label"/>
            <p:cNvSpPr txBox="1"/>
            <p:nvPr/>
          </p:nvSpPr>
          <p:spPr>
            <a:xfrm>
              <a:off x="1170432" y="1463040"/>
              <a:ext cx="2715768" cy="420624"/>
            </a:xfrm>
            <a:prstGeom prst="rect">
              <a:avLst/>
            </a:prstGeom>
            <a:noFill/>
          </p:spPr>
          <p:txBody>
            <a:bodyPr wrap="square" anchor="ctr" lIns="18288" tIns="9144" rIns="18288" bIns="9144">
              <a:noAutofit/>
            </a:bodyPr>
            <a:lstStyle/>
            <a:p>
              <a:pPr algn="l"/>
              <a:r>
                <a:rPr sz="1800" b="1" i="0" lang="en-GB">
                  <a:solidFill>
                    <a:srgbClr val="F2F2F2"/>
                  </a:solidFill>
                  <a:latin typeface="Arial"/>
                </a:rPr>
                <a:t>Hologram: no number</a:t>
              </a:r>
            </a:p>
          </p:txBody>
        </p:sp>
        <p:sp>
          <p:nvSpPr>
            <p:cNvPr id="8" name="rail"/>
            <p:cNvSpPr/>
            <p:nvPr/>
          </p:nvSpPr>
          <p:spPr>
            <a:xfrm>
              <a:off x="731520" y="3657600"/>
              <a:ext cx="3081528" cy="64008"/>
            </a:xfrm>
            <a:prstGeom prst="rect">
              <a:avLst/>
            </a:prstGeom>
            <a:solidFill>
              <a:srgbClr val="9AA0A6"/>
            </a:solidFill>
            <a:ln>
              <a:noFill/>
            </a:ln>
          </p:spPr>
          <p:txBody>
            <a:bodyPr rtlCol="0" anchor="ctr"/>
            <a:lstStyle/>
            <a:p>
              <a:pPr algn="ctr"/>
            </a:p>
          </p:txBody>
        </p:sp>
        <p:grpSp>
          <p:nvGrpSpPr>
            <p:cNvPr id="9" name="hologram engine" descr="Translucent hologram of an engine, with no number plate."/>
            <p:cNvGrpSpPr/>
            <p:nvPr/>
          </p:nvGrpSpPr>
          <p:grpSpPr>
            <a:xfrm>
              <a:off x="717346" y="2762859"/>
              <a:ext cx="3109874" cy="894741"/>
              <a:chOff x="717346" y="2762859"/>
              <a:chExt cx="3109874" cy="894741"/>
            </a:xfrm>
          </p:grpSpPr>
          <p:sp>
            <p:nvSpPr>
              <p:cNvPr id="10" name="tender frame"/>
              <p:cNvSpPr/>
              <p:nvPr/>
            </p:nvSpPr>
            <p:spPr>
              <a:xfrm>
                <a:off x="717346" y="3405682"/>
                <a:ext cx="712317" cy="78181"/>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11" name="tender body"/>
              <p:cNvSpPr/>
              <p:nvPr/>
            </p:nvSpPr>
            <p:spPr>
              <a:xfrm>
                <a:off x="717346" y="3119018"/>
                <a:ext cx="712317" cy="286664"/>
              </a:xfrm>
              <a:prstGeom prst="roundRect">
                <a:avLst>
                  <a:gd name="adj" fmla="val 3030"/>
                </a:avLst>
              </a:prstGeom>
              <a:solidFill>
                <a:srgbClr val="4DA3FF">
                  <a:alpha val="28000"/>
                </a:srgbClr>
              </a:solidFill>
              <a:ln w="15875">
                <a:solidFill>
                  <a:srgbClr val="4DA3FF"/>
                </a:solidFill>
                <a:prstDash val="dash"/>
              </a:ln>
            </p:spPr>
            <p:txBody>
              <a:bodyPr rtlCol="0" anchor="ctr"/>
              <a:lstStyle/>
              <a:p>
                <a:pPr algn="ctr"/>
              </a:p>
            </p:txBody>
          </p:sp>
          <p:sp>
            <p:nvSpPr>
              <p:cNvPr id="12" name="tender coal"/>
              <p:cNvSpPr/>
              <p:nvPr/>
            </p:nvSpPr>
            <p:spPr>
              <a:xfrm>
                <a:off x="743407" y="2997403"/>
                <a:ext cx="660197" cy="121615"/>
              </a:xfrm>
              <a:custGeom>
                <a:avLst/>
                <a:gdLst/>
                <a:ahLst/>
                <a:cxnLst/>
                <a:rect l="l" t="t" r="r" b="b"/>
                <a:pathLst>
                  <a:path w="660197" h="121615">
                    <a:moveTo>
                      <a:pt x="0" y="121615"/>
                    </a:moveTo>
                    <a:lnTo>
                      <a:pt x="130302" y="8687"/>
                    </a:lnTo>
                    <a:lnTo>
                      <a:pt x="390906" y="0"/>
                    </a:lnTo>
                    <a:lnTo>
                      <a:pt x="660197" y="121615"/>
                    </a:lnTo>
                    <a:close/>
                  </a:path>
                </a:pathLst>
              </a:custGeom>
              <a:solidFill>
                <a:srgbClr val="4DA3FF">
                  <a:alpha val="28000"/>
                </a:srgbClr>
              </a:solidFill>
              <a:ln w="15875">
                <a:solidFill>
                  <a:srgbClr val="4DA3FF"/>
                </a:solidFill>
                <a:prstDash val="dash"/>
              </a:ln>
            </p:spPr>
            <p:txBody>
              <a:bodyPr rtlCol="0" anchor="ctr"/>
              <a:lstStyle/>
              <a:p>
                <a:pPr algn="ctr"/>
              </a:p>
            </p:txBody>
          </p:sp>
          <p:sp>
            <p:nvSpPr>
              <p:cNvPr id="13" name="coupling"/>
              <p:cNvSpPr/>
              <p:nvPr/>
            </p:nvSpPr>
            <p:spPr>
              <a:xfrm>
                <a:off x="1429664" y="3301441"/>
                <a:ext cx="60807" cy="26060"/>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14" name="wheel"/>
              <p:cNvSpPr/>
              <p:nvPr/>
            </p:nvSpPr>
            <p:spPr>
              <a:xfrm>
                <a:off x="769467" y="3414369"/>
                <a:ext cx="243230" cy="243230"/>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15" name="hub"/>
              <p:cNvSpPr/>
              <p:nvPr/>
            </p:nvSpPr>
            <p:spPr>
              <a:xfrm>
                <a:off x="859462" y="3504364"/>
                <a:ext cx="63239" cy="63239"/>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16" name="wheel"/>
              <p:cNvSpPr/>
              <p:nvPr/>
            </p:nvSpPr>
            <p:spPr>
              <a:xfrm>
                <a:off x="1134313" y="3414369"/>
                <a:ext cx="243230" cy="243230"/>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17" name="hub"/>
              <p:cNvSpPr/>
              <p:nvPr/>
            </p:nvSpPr>
            <p:spPr>
              <a:xfrm>
                <a:off x="1224308" y="3504364"/>
                <a:ext cx="63239" cy="63239"/>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18" name="frame"/>
              <p:cNvSpPr/>
              <p:nvPr/>
            </p:nvSpPr>
            <p:spPr>
              <a:xfrm>
                <a:off x="1490472" y="3405682"/>
                <a:ext cx="2284628" cy="78181"/>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19" name="cab"/>
              <p:cNvSpPr/>
              <p:nvPr/>
            </p:nvSpPr>
            <p:spPr>
              <a:xfrm>
                <a:off x="1490472" y="2927908"/>
                <a:ext cx="347472" cy="477773"/>
              </a:xfrm>
              <a:prstGeom prst="roundRect">
                <a:avLst>
                  <a:gd name="adj" fmla="val 2500"/>
                </a:avLst>
              </a:prstGeom>
              <a:solidFill>
                <a:srgbClr val="4DA3FF">
                  <a:alpha val="28000"/>
                </a:srgbClr>
              </a:solidFill>
              <a:ln w="15875">
                <a:solidFill>
                  <a:srgbClr val="4DA3FF"/>
                </a:solidFill>
                <a:prstDash val="dash"/>
              </a:ln>
            </p:spPr>
            <p:txBody>
              <a:bodyPr rtlCol="0" anchor="ctr"/>
              <a:lstStyle/>
              <a:p>
                <a:pPr algn="ctr"/>
              </a:p>
            </p:txBody>
          </p:sp>
          <p:sp>
            <p:nvSpPr>
              <p:cNvPr id="20" name="cab roof"/>
              <p:cNvSpPr/>
              <p:nvPr/>
            </p:nvSpPr>
            <p:spPr>
              <a:xfrm>
                <a:off x="1473098" y="2884474"/>
                <a:ext cx="382219" cy="43434"/>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21" name="cab window"/>
              <p:cNvSpPr/>
              <p:nvPr/>
            </p:nvSpPr>
            <p:spPr>
              <a:xfrm>
                <a:off x="1577340" y="2997403"/>
                <a:ext cx="156362" cy="156362"/>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22" name="boiler"/>
              <p:cNvSpPr/>
              <p:nvPr/>
            </p:nvSpPr>
            <p:spPr>
              <a:xfrm>
                <a:off x="1837943" y="2971342"/>
                <a:ext cx="1763420" cy="347472"/>
              </a:xfrm>
              <a:prstGeom prst="roundRect">
                <a:avLst>
                  <a:gd name="adj" fmla="val 25000"/>
                </a:avLst>
              </a:prstGeom>
              <a:solidFill>
                <a:srgbClr val="4DA3FF">
                  <a:alpha val="28000"/>
                </a:srgbClr>
              </a:solidFill>
              <a:ln w="15875">
                <a:solidFill>
                  <a:srgbClr val="4DA3FF"/>
                </a:solidFill>
                <a:prstDash val="dash"/>
              </a:ln>
            </p:spPr>
            <p:txBody>
              <a:bodyPr rtlCol="0" anchor="ctr"/>
              <a:lstStyle/>
              <a:p>
                <a:pPr algn="ctr"/>
              </a:p>
            </p:txBody>
          </p:sp>
          <p:sp>
            <p:nvSpPr>
              <p:cNvPr id="23" name="boiler band"/>
              <p:cNvSpPr/>
              <p:nvPr/>
            </p:nvSpPr>
            <p:spPr>
              <a:xfrm>
                <a:off x="2366970" y="2971342"/>
                <a:ext cx="12161" cy="347472"/>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24" name="boiler band"/>
              <p:cNvSpPr/>
              <p:nvPr/>
            </p:nvSpPr>
            <p:spPr>
              <a:xfrm>
                <a:off x="2807825" y="2971342"/>
                <a:ext cx="12161" cy="347472"/>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25" name="boiler band"/>
              <p:cNvSpPr/>
              <p:nvPr/>
            </p:nvSpPr>
            <p:spPr>
              <a:xfrm>
                <a:off x="3248680" y="2971342"/>
                <a:ext cx="12161" cy="347472"/>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26" name="smokebox"/>
              <p:cNvSpPr/>
              <p:nvPr/>
            </p:nvSpPr>
            <p:spPr>
              <a:xfrm>
                <a:off x="3601364" y="2971342"/>
                <a:ext cx="173736" cy="347472"/>
              </a:xfrm>
              <a:prstGeom prst="roundRect">
                <a:avLst>
                  <a:gd name="adj" fmla="val 12000"/>
                </a:avLst>
              </a:prstGeom>
              <a:solidFill>
                <a:srgbClr val="4DA3FF">
                  <a:alpha val="28000"/>
                </a:srgbClr>
              </a:solidFill>
              <a:ln w="15875">
                <a:solidFill>
                  <a:srgbClr val="4DA3FF"/>
                </a:solidFill>
                <a:prstDash val="dash"/>
              </a:ln>
            </p:spPr>
            <p:txBody>
              <a:bodyPr rtlCol="0" anchor="ctr"/>
              <a:lstStyle/>
              <a:p>
                <a:pPr algn="ctr"/>
              </a:p>
            </p:txBody>
          </p:sp>
          <p:sp>
            <p:nvSpPr>
              <p:cNvPr id="27" name="chimney"/>
              <p:cNvSpPr/>
              <p:nvPr/>
            </p:nvSpPr>
            <p:spPr>
              <a:xfrm>
                <a:off x="3636111" y="2788920"/>
                <a:ext cx="104241" cy="182422"/>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28" name="chimney lip"/>
              <p:cNvSpPr/>
              <p:nvPr/>
            </p:nvSpPr>
            <p:spPr>
              <a:xfrm>
                <a:off x="3610051" y="2762859"/>
                <a:ext cx="156362" cy="43434"/>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29" name="dome"/>
              <p:cNvSpPr/>
              <p:nvPr/>
            </p:nvSpPr>
            <p:spPr>
              <a:xfrm>
                <a:off x="2543312" y="2875788"/>
                <a:ext cx="156362" cy="95554"/>
              </a:xfrm>
              <a:prstGeom prst="roundRect">
                <a:avLst>
                  <a:gd name="adj" fmla="val 36363"/>
                </a:avLst>
              </a:prstGeom>
              <a:solidFill>
                <a:srgbClr val="4DA3FF">
                  <a:alpha val="28000"/>
                </a:srgbClr>
              </a:solidFill>
              <a:ln w="15875">
                <a:solidFill>
                  <a:srgbClr val="4DA3FF"/>
                </a:solidFill>
                <a:prstDash val="dash"/>
              </a:ln>
            </p:spPr>
            <p:txBody>
              <a:bodyPr rtlCol="0" anchor="ctr"/>
              <a:lstStyle/>
              <a:p>
                <a:pPr algn="ctr"/>
              </a:p>
            </p:txBody>
          </p:sp>
          <p:sp>
            <p:nvSpPr>
              <p:cNvPr id="30" name="wheel"/>
              <p:cNvSpPr/>
              <p:nvPr/>
            </p:nvSpPr>
            <p:spPr>
              <a:xfrm>
                <a:off x="1516532"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1" name="hub"/>
              <p:cNvSpPr/>
              <p:nvPr/>
            </p:nvSpPr>
            <p:spPr>
              <a:xfrm>
                <a:off x="1645097"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2" name="wheel"/>
              <p:cNvSpPr/>
              <p:nvPr/>
            </p:nvSpPr>
            <p:spPr>
              <a:xfrm>
                <a:off x="1907438"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3" name="hub"/>
              <p:cNvSpPr/>
              <p:nvPr/>
            </p:nvSpPr>
            <p:spPr>
              <a:xfrm>
                <a:off x="2036003"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4" name="wheel"/>
              <p:cNvSpPr/>
              <p:nvPr/>
            </p:nvSpPr>
            <p:spPr>
              <a:xfrm>
                <a:off x="2298344"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5" name="hub"/>
              <p:cNvSpPr/>
              <p:nvPr/>
            </p:nvSpPr>
            <p:spPr>
              <a:xfrm>
                <a:off x="2426909"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6" name="wheel"/>
              <p:cNvSpPr/>
              <p:nvPr/>
            </p:nvSpPr>
            <p:spPr>
              <a:xfrm>
                <a:off x="2689250"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7" name="hub"/>
              <p:cNvSpPr/>
              <p:nvPr/>
            </p:nvSpPr>
            <p:spPr>
              <a:xfrm>
                <a:off x="2817815"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8" name="wheel"/>
              <p:cNvSpPr/>
              <p:nvPr/>
            </p:nvSpPr>
            <p:spPr>
              <a:xfrm>
                <a:off x="3167024" y="3466490"/>
                <a:ext cx="191109" cy="191109"/>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39" name="hub"/>
              <p:cNvSpPr/>
              <p:nvPr/>
            </p:nvSpPr>
            <p:spPr>
              <a:xfrm>
                <a:off x="3237734" y="3537200"/>
                <a:ext cx="49688" cy="49688"/>
              </a:xfrm>
              <a:prstGeom prst="ellipse">
                <a:avLst/>
              </a:prstGeom>
              <a:solidFill>
                <a:srgbClr val="4DA3FF">
                  <a:alpha val="28000"/>
                </a:srgbClr>
              </a:solidFill>
              <a:ln w="15875">
                <a:solidFill>
                  <a:srgbClr val="4DA3FF"/>
                </a:solidFill>
                <a:prstDash val="dash"/>
              </a:ln>
            </p:spPr>
            <p:txBody>
              <a:bodyPr rtlCol="0" anchor="ctr"/>
              <a:lstStyle/>
              <a:p>
                <a:pPr algn="ctr"/>
              </a:p>
            </p:txBody>
          </p:sp>
          <p:sp>
            <p:nvSpPr>
              <p:cNvPr id="40" name="coupling rod"/>
              <p:cNvSpPr/>
              <p:nvPr/>
            </p:nvSpPr>
            <p:spPr>
              <a:xfrm>
                <a:off x="1690268" y="3384834"/>
                <a:ext cx="1172718" cy="24323"/>
              </a:xfrm>
              <a:prstGeom prst="rect">
                <a:avLst/>
              </a:prstGeom>
              <a:solidFill>
                <a:srgbClr val="4DA3FF">
                  <a:alpha val="28000"/>
                </a:srgbClr>
              </a:solidFill>
              <a:ln w="15875">
                <a:solidFill>
                  <a:srgbClr val="4DA3FF"/>
                </a:solidFill>
                <a:prstDash val="dash"/>
              </a:ln>
            </p:spPr>
            <p:txBody>
              <a:bodyPr rtlCol="0" anchor="ctr"/>
              <a:lstStyle/>
              <a:p>
                <a:pPr algn="ctr"/>
              </a:p>
            </p:txBody>
          </p:sp>
          <p:sp>
            <p:nvSpPr>
              <p:cNvPr id="41" name="buffer beam"/>
              <p:cNvSpPr/>
              <p:nvPr/>
            </p:nvSpPr>
            <p:spPr>
              <a:xfrm>
                <a:off x="3775100" y="3327501"/>
                <a:ext cx="52120" cy="156362"/>
              </a:xfrm>
              <a:prstGeom prst="rect">
                <a:avLst/>
              </a:prstGeom>
              <a:solidFill>
                <a:srgbClr val="4DA3FF">
                  <a:alpha val="28000"/>
                </a:srgbClr>
              </a:solidFill>
              <a:ln w="15875">
                <a:solidFill>
                  <a:srgbClr val="4DA3FF"/>
                </a:solidFill>
                <a:prstDash val="dash"/>
              </a:ln>
            </p:spPr>
            <p:txBody>
              <a:bodyPr rtlCol="0" anchor="ctr"/>
              <a:lstStyle/>
              <a:p>
                <a:pPr algn="ctr"/>
              </a:p>
            </p:txBody>
          </p:sp>
        </p:grpSp>
        <p:sp>
          <p:nvSpPr>
            <p:cNvPr id="42" name="step panel"/>
            <p:cNvSpPr/>
            <p:nvPr/>
          </p:nvSpPr>
          <p:spPr>
            <a:xfrm>
              <a:off x="4370832" y="1371600"/>
              <a:ext cx="3447288" cy="2926080"/>
            </a:xfrm>
            <a:prstGeom prst="roundRect">
              <a:avLst>
                <a:gd name="adj" fmla="val 3125"/>
              </a:avLst>
            </a:prstGeom>
            <a:solidFill>
              <a:srgbClr val="2B2F36"/>
            </a:solidFill>
            <a:ln w="19050">
              <a:solidFill>
                <a:srgbClr val="4A515B"/>
              </a:solidFill>
            </a:ln>
          </p:spPr>
          <p:txBody>
            <a:bodyPr rtlCol="0" anchor="ctr"/>
            <a:lstStyle/>
            <a:p>
              <a:pPr algn="ctr"/>
            </a:p>
          </p:txBody>
        </p:sp>
        <p:sp>
          <p:nvSpPr>
            <p:cNvPr id="43" name="step badge"/>
            <p:cNvSpPr/>
            <p:nvPr/>
          </p:nvSpPr>
          <p:spPr>
            <a:xfrm>
              <a:off x="4507992" y="1481328"/>
              <a:ext cx="384048" cy="384048"/>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2</a:t>
              </a:r>
            </a:p>
          </p:txBody>
        </p:sp>
        <p:sp>
          <p:nvSpPr>
            <p:cNvPr id="44" name="step label"/>
            <p:cNvSpPr txBox="1"/>
            <p:nvPr/>
          </p:nvSpPr>
          <p:spPr>
            <a:xfrm>
              <a:off x="4992624" y="1463040"/>
              <a:ext cx="2715768" cy="420624"/>
            </a:xfrm>
            <a:prstGeom prst="rect">
              <a:avLst/>
            </a:prstGeom>
            <a:noFill/>
          </p:spPr>
          <p:txBody>
            <a:bodyPr wrap="square" anchor="ctr" lIns="18288" tIns="9144" rIns="18288" bIns="9144">
              <a:noAutofit/>
            </a:bodyPr>
            <a:lstStyle/>
            <a:p>
              <a:pPr algn="l"/>
              <a:r>
                <a:rPr sz="1800" b="1" i="0" lang="en-GB">
                  <a:solidFill>
                    <a:srgbClr val="F2F2F2"/>
                  </a:solidFill>
                  <a:latin typeface="Arial"/>
                </a:rPr>
                <a:t>Placed</a:t>
              </a:r>
            </a:p>
          </p:txBody>
        </p:sp>
        <p:sp>
          <p:nvSpPr>
            <p:cNvPr id="45" name="rail"/>
            <p:cNvSpPr/>
            <p:nvPr/>
          </p:nvSpPr>
          <p:spPr>
            <a:xfrm>
              <a:off x="4553712" y="3657600"/>
              <a:ext cx="3081528" cy="64008"/>
            </a:xfrm>
            <a:prstGeom prst="rect">
              <a:avLst/>
            </a:prstGeom>
            <a:solidFill>
              <a:srgbClr val="9AA0A6"/>
            </a:solidFill>
            <a:ln>
              <a:noFill/>
            </a:ln>
          </p:spPr>
          <p:txBody>
            <a:bodyPr rtlCol="0" anchor="ctr"/>
            <a:lstStyle/>
            <a:p>
              <a:pPr algn="ctr"/>
            </a:p>
          </p:txBody>
        </p:sp>
        <p:sp>
          <p:nvSpPr>
            <p:cNvPr id="46" name="tender frame"/>
            <p:cNvSpPr/>
            <p:nvPr/>
          </p:nvSpPr>
          <p:spPr>
            <a:xfrm>
              <a:off x="4539538" y="3405682"/>
              <a:ext cx="712317" cy="78181"/>
            </a:xfrm>
            <a:prstGeom prst="rect">
              <a:avLst/>
            </a:prstGeom>
            <a:solidFill>
              <a:srgbClr val="3A3F47"/>
            </a:solidFill>
            <a:ln w="9525">
              <a:solidFill>
                <a:srgbClr val="9AA0A6"/>
              </a:solidFill>
            </a:ln>
          </p:spPr>
          <p:txBody>
            <a:bodyPr rtlCol="0" anchor="ctr"/>
            <a:lstStyle/>
            <a:p>
              <a:pPr algn="ctr"/>
            </a:p>
          </p:txBody>
        </p:sp>
        <p:sp>
          <p:nvSpPr>
            <p:cNvPr id="47" name="tender body"/>
            <p:cNvSpPr/>
            <p:nvPr/>
          </p:nvSpPr>
          <p:spPr>
            <a:xfrm>
              <a:off x="4539538" y="3119018"/>
              <a:ext cx="712317" cy="286664"/>
            </a:xfrm>
            <a:prstGeom prst="roundRect">
              <a:avLst>
                <a:gd name="adj" fmla="val 3030"/>
              </a:avLst>
            </a:prstGeom>
            <a:solidFill>
              <a:srgbClr val="F28C28"/>
            </a:solidFill>
            <a:ln>
              <a:noFill/>
            </a:ln>
          </p:spPr>
          <p:txBody>
            <a:bodyPr rtlCol="0" anchor="ctr"/>
            <a:lstStyle/>
            <a:p>
              <a:pPr algn="ctr"/>
            </a:p>
          </p:txBody>
        </p:sp>
        <p:sp>
          <p:nvSpPr>
            <p:cNvPr id="48" name="tender coal"/>
            <p:cNvSpPr/>
            <p:nvPr/>
          </p:nvSpPr>
          <p:spPr>
            <a:xfrm>
              <a:off x="4565599" y="2997403"/>
              <a:ext cx="660197" cy="121615"/>
            </a:xfrm>
            <a:custGeom>
              <a:avLst/>
              <a:gdLst/>
              <a:ahLst/>
              <a:cxnLst/>
              <a:rect l="l" t="t" r="r" b="b"/>
              <a:pathLst>
                <a:path w="660197" h="121615">
                  <a:moveTo>
                    <a:pt x="0" y="121615"/>
                  </a:moveTo>
                  <a:lnTo>
                    <a:pt x="130302" y="8687"/>
                  </a:lnTo>
                  <a:lnTo>
                    <a:pt x="390906" y="0"/>
                  </a:lnTo>
                  <a:lnTo>
                    <a:pt x="660197" y="121615"/>
                  </a:lnTo>
                  <a:close/>
                </a:path>
              </a:pathLst>
            </a:custGeom>
            <a:solidFill>
              <a:srgbClr val="1B1D21"/>
            </a:solidFill>
            <a:ln w="12700">
              <a:solidFill>
                <a:srgbClr val="6B7078"/>
              </a:solidFill>
            </a:ln>
          </p:spPr>
          <p:txBody>
            <a:bodyPr rtlCol="0" anchor="ctr"/>
            <a:lstStyle/>
            <a:p>
              <a:pPr algn="ctr"/>
            </a:p>
          </p:txBody>
        </p:sp>
        <p:sp>
          <p:nvSpPr>
            <p:cNvPr id="49" name="coupling"/>
            <p:cNvSpPr/>
            <p:nvPr/>
          </p:nvSpPr>
          <p:spPr>
            <a:xfrm>
              <a:off x="5251856" y="3301441"/>
              <a:ext cx="60807" cy="26060"/>
            </a:xfrm>
            <a:prstGeom prst="rect">
              <a:avLst/>
            </a:prstGeom>
            <a:solidFill>
              <a:srgbClr val="9AA0A6"/>
            </a:solidFill>
            <a:ln>
              <a:noFill/>
            </a:ln>
          </p:spPr>
          <p:txBody>
            <a:bodyPr rtlCol="0" anchor="ctr"/>
            <a:lstStyle/>
            <a:p>
              <a:pPr algn="ctr"/>
            </a:p>
          </p:txBody>
        </p:sp>
        <p:sp>
          <p:nvSpPr>
            <p:cNvPr id="50" name="wheel"/>
            <p:cNvSpPr/>
            <p:nvPr/>
          </p:nvSpPr>
          <p:spPr>
            <a:xfrm>
              <a:off x="4591659" y="3414369"/>
              <a:ext cx="243230" cy="243230"/>
            </a:xfrm>
            <a:prstGeom prst="ellipse">
              <a:avLst/>
            </a:prstGeom>
            <a:solidFill>
              <a:srgbClr val="1B1D21"/>
            </a:solidFill>
            <a:ln w="19050">
              <a:solidFill>
                <a:srgbClr val="9AA0A6"/>
              </a:solidFill>
            </a:ln>
          </p:spPr>
          <p:txBody>
            <a:bodyPr rtlCol="0" anchor="ctr"/>
            <a:lstStyle/>
            <a:p>
              <a:pPr algn="ctr"/>
            </a:p>
          </p:txBody>
        </p:sp>
        <p:sp>
          <p:nvSpPr>
            <p:cNvPr id="51" name="hub"/>
            <p:cNvSpPr/>
            <p:nvPr/>
          </p:nvSpPr>
          <p:spPr>
            <a:xfrm>
              <a:off x="4681654" y="3504364"/>
              <a:ext cx="63239" cy="63239"/>
            </a:xfrm>
            <a:prstGeom prst="ellipse">
              <a:avLst/>
            </a:prstGeom>
            <a:solidFill>
              <a:srgbClr val="9AA0A6"/>
            </a:solidFill>
            <a:ln>
              <a:noFill/>
            </a:ln>
          </p:spPr>
          <p:txBody>
            <a:bodyPr rtlCol="0" anchor="ctr"/>
            <a:lstStyle/>
            <a:p>
              <a:pPr algn="ctr"/>
            </a:p>
          </p:txBody>
        </p:sp>
        <p:sp>
          <p:nvSpPr>
            <p:cNvPr id="52" name="wheel"/>
            <p:cNvSpPr/>
            <p:nvPr/>
          </p:nvSpPr>
          <p:spPr>
            <a:xfrm>
              <a:off x="4956505" y="3414369"/>
              <a:ext cx="243230" cy="243230"/>
            </a:xfrm>
            <a:prstGeom prst="ellipse">
              <a:avLst/>
            </a:prstGeom>
            <a:solidFill>
              <a:srgbClr val="1B1D21"/>
            </a:solidFill>
            <a:ln w="19050">
              <a:solidFill>
                <a:srgbClr val="9AA0A6"/>
              </a:solidFill>
            </a:ln>
          </p:spPr>
          <p:txBody>
            <a:bodyPr rtlCol="0" anchor="ctr"/>
            <a:lstStyle/>
            <a:p>
              <a:pPr algn="ctr"/>
            </a:p>
          </p:txBody>
        </p:sp>
        <p:sp>
          <p:nvSpPr>
            <p:cNvPr id="53" name="hub"/>
            <p:cNvSpPr/>
            <p:nvPr/>
          </p:nvSpPr>
          <p:spPr>
            <a:xfrm>
              <a:off x="5046500" y="3504364"/>
              <a:ext cx="63239" cy="63239"/>
            </a:xfrm>
            <a:prstGeom prst="ellipse">
              <a:avLst/>
            </a:prstGeom>
            <a:solidFill>
              <a:srgbClr val="9AA0A6"/>
            </a:solidFill>
            <a:ln>
              <a:noFill/>
            </a:ln>
          </p:spPr>
          <p:txBody>
            <a:bodyPr rtlCol="0" anchor="ctr"/>
            <a:lstStyle/>
            <a:p>
              <a:pPr algn="ctr"/>
            </a:p>
          </p:txBody>
        </p:sp>
        <p:sp>
          <p:nvSpPr>
            <p:cNvPr id="54" name="frame"/>
            <p:cNvSpPr/>
            <p:nvPr/>
          </p:nvSpPr>
          <p:spPr>
            <a:xfrm>
              <a:off x="5312664" y="3405682"/>
              <a:ext cx="2284628" cy="78181"/>
            </a:xfrm>
            <a:prstGeom prst="rect">
              <a:avLst/>
            </a:prstGeom>
            <a:solidFill>
              <a:srgbClr val="3A3F47"/>
            </a:solidFill>
            <a:ln w="9525">
              <a:solidFill>
                <a:srgbClr val="9AA0A6"/>
              </a:solidFill>
            </a:ln>
          </p:spPr>
          <p:txBody>
            <a:bodyPr rtlCol="0" anchor="ctr"/>
            <a:lstStyle/>
            <a:p>
              <a:pPr algn="ctr"/>
            </a:p>
          </p:txBody>
        </p:sp>
        <p:sp>
          <p:nvSpPr>
            <p:cNvPr id="55" name="cab"/>
            <p:cNvSpPr/>
            <p:nvPr/>
          </p:nvSpPr>
          <p:spPr>
            <a:xfrm>
              <a:off x="5312664" y="2927908"/>
              <a:ext cx="347472" cy="477773"/>
            </a:xfrm>
            <a:prstGeom prst="roundRect">
              <a:avLst>
                <a:gd name="adj" fmla="val 2500"/>
              </a:avLst>
            </a:prstGeom>
            <a:solidFill>
              <a:srgbClr val="F28C28"/>
            </a:solidFill>
            <a:ln>
              <a:noFill/>
            </a:ln>
          </p:spPr>
          <p:txBody>
            <a:bodyPr rtlCol="0" anchor="ctr"/>
            <a:lstStyle/>
            <a:p>
              <a:pPr algn="ctr"/>
            </a:p>
          </p:txBody>
        </p:sp>
        <p:sp>
          <p:nvSpPr>
            <p:cNvPr id="56" name="cab roof"/>
            <p:cNvSpPr/>
            <p:nvPr/>
          </p:nvSpPr>
          <p:spPr>
            <a:xfrm>
              <a:off x="5295290" y="2884474"/>
              <a:ext cx="382219" cy="43434"/>
            </a:xfrm>
            <a:prstGeom prst="rect">
              <a:avLst/>
            </a:prstGeom>
            <a:solidFill>
              <a:srgbClr val="3A3F47"/>
            </a:solidFill>
            <a:ln w="9525">
              <a:solidFill>
                <a:srgbClr val="9AA0A6"/>
              </a:solidFill>
            </a:ln>
          </p:spPr>
          <p:txBody>
            <a:bodyPr rtlCol="0" anchor="ctr"/>
            <a:lstStyle/>
            <a:p>
              <a:pPr algn="ctr"/>
            </a:p>
          </p:txBody>
        </p:sp>
        <p:sp>
          <p:nvSpPr>
            <p:cNvPr id="57" name="cab window"/>
            <p:cNvSpPr/>
            <p:nvPr/>
          </p:nvSpPr>
          <p:spPr>
            <a:xfrm>
              <a:off x="5399532" y="2997403"/>
              <a:ext cx="156362" cy="156362"/>
            </a:xfrm>
            <a:prstGeom prst="rect">
              <a:avLst/>
            </a:prstGeom>
            <a:solidFill>
              <a:srgbClr val="1B1D21"/>
            </a:solidFill>
            <a:ln>
              <a:noFill/>
            </a:ln>
          </p:spPr>
          <p:txBody>
            <a:bodyPr rtlCol="0" anchor="ctr"/>
            <a:lstStyle/>
            <a:p>
              <a:pPr algn="ctr"/>
            </a:p>
          </p:txBody>
        </p:sp>
        <p:sp>
          <p:nvSpPr>
            <p:cNvPr id="58" name="boiler"/>
            <p:cNvSpPr/>
            <p:nvPr/>
          </p:nvSpPr>
          <p:spPr>
            <a:xfrm>
              <a:off x="5660136" y="2971342"/>
              <a:ext cx="1763420" cy="347472"/>
            </a:xfrm>
            <a:prstGeom prst="roundRect">
              <a:avLst>
                <a:gd name="adj" fmla="val 25000"/>
              </a:avLst>
            </a:prstGeom>
            <a:solidFill>
              <a:srgbClr val="F28C28"/>
            </a:solidFill>
            <a:ln>
              <a:noFill/>
            </a:ln>
          </p:spPr>
          <p:txBody>
            <a:bodyPr rtlCol="0" anchor="ctr"/>
            <a:lstStyle/>
            <a:p>
              <a:pPr algn="ctr"/>
            </a:p>
          </p:txBody>
        </p:sp>
        <p:sp>
          <p:nvSpPr>
            <p:cNvPr id="59" name="boiler band"/>
            <p:cNvSpPr/>
            <p:nvPr/>
          </p:nvSpPr>
          <p:spPr>
            <a:xfrm>
              <a:off x="6189162" y="2971342"/>
              <a:ext cx="12161" cy="347472"/>
            </a:xfrm>
            <a:prstGeom prst="rect">
              <a:avLst/>
            </a:prstGeom>
            <a:solidFill>
              <a:srgbClr val="AE641C"/>
            </a:solidFill>
            <a:ln>
              <a:noFill/>
            </a:ln>
          </p:spPr>
          <p:txBody>
            <a:bodyPr rtlCol="0" anchor="ctr"/>
            <a:lstStyle/>
            <a:p>
              <a:pPr algn="ctr"/>
            </a:p>
          </p:txBody>
        </p:sp>
        <p:sp>
          <p:nvSpPr>
            <p:cNvPr id="60" name="boiler band"/>
            <p:cNvSpPr/>
            <p:nvPr/>
          </p:nvSpPr>
          <p:spPr>
            <a:xfrm>
              <a:off x="6630017" y="2971342"/>
              <a:ext cx="12161" cy="347472"/>
            </a:xfrm>
            <a:prstGeom prst="rect">
              <a:avLst/>
            </a:prstGeom>
            <a:solidFill>
              <a:srgbClr val="AE641C"/>
            </a:solidFill>
            <a:ln>
              <a:noFill/>
            </a:ln>
          </p:spPr>
          <p:txBody>
            <a:bodyPr rtlCol="0" anchor="ctr"/>
            <a:lstStyle/>
            <a:p>
              <a:pPr algn="ctr"/>
            </a:p>
          </p:txBody>
        </p:sp>
        <p:sp>
          <p:nvSpPr>
            <p:cNvPr id="61" name="boiler band"/>
            <p:cNvSpPr/>
            <p:nvPr/>
          </p:nvSpPr>
          <p:spPr>
            <a:xfrm>
              <a:off x="7070872" y="2971342"/>
              <a:ext cx="12161" cy="347472"/>
            </a:xfrm>
            <a:prstGeom prst="rect">
              <a:avLst/>
            </a:prstGeom>
            <a:solidFill>
              <a:srgbClr val="AE641C"/>
            </a:solidFill>
            <a:ln>
              <a:noFill/>
            </a:ln>
          </p:spPr>
          <p:txBody>
            <a:bodyPr rtlCol="0" anchor="ctr"/>
            <a:lstStyle/>
            <a:p>
              <a:pPr algn="ctr"/>
            </a:p>
          </p:txBody>
        </p:sp>
        <p:sp>
          <p:nvSpPr>
            <p:cNvPr id="62" name="smokebox"/>
            <p:cNvSpPr/>
            <p:nvPr/>
          </p:nvSpPr>
          <p:spPr>
            <a:xfrm>
              <a:off x="7423556" y="2971342"/>
              <a:ext cx="173736" cy="347472"/>
            </a:xfrm>
            <a:prstGeom prst="roundRect">
              <a:avLst>
                <a:gd name="adj" fmla="val 12000"/>
              </a:avLst>
            </a:prstGeom>
            <a:solidFill>
              <a:srgbClr val="4A515B"/>
            </a:solidFill>
            <a:ln>
              <a:noFill/>
            </a:ln>
          </p:spPr>
          <p:txBody>
            <a:bodyPr rtlCol="0" anchor="ctr"/>
            <a:lstStyle/>
            <a:p>
              <a:pPr algn="ctr"/>
            </a:p>
          </p:txBody>
        </p:sp>
        <p:sp>
          <p:nvSpPr>
            <p:cNvPr id="63" name="chimney"/>
            <p:cNvSpPr/>
            <p:nvPr/>
          </p:nvSpPr>
          <p:spPr>
            <a:xfrm>
              <a:off x="7458303" y="2788920"/>
              <a:ext cx="104241" cy="182422"/>
            </a:xfrm>
            <a:prstGeom prst="rect">
              <a:avLst/>
            </a:prstGeom>
            <a:solidFill>
              <a:srgbClr val="3A3F47"/>
            </a:solidFill>
            <a:ln w="9525">
              <a:solidFill>
                <a:srgbClr val="9AA0A6"/>
              </a:solidFill>
            </a:ln>
          </p:spPr>
          <p:txBody>
            <a:bodyPr rtlCol="0" anchor="ctr"/>
            <a:lstStyle/>
            <a:p>
              <a:pPr algn="ctr"/>
            </a:p>
          </p:txBody>
        </p:sp>
        <p:sp>
          <p:nvSpPr>
            <p:cNvPr id="64" name="chimney lip"/>
            <p:cNvSpPr/>
            <p:nvPr/>
          </p:nvSpPr>
          <p:spPr>
            <a:xfrm>
              <a:off x="7432243" y="2762859"/>
              <a:ext cx="156362" cy="43434"/>
            </a:xfrm>
            <a:prstGeom prst="rect">
              <a:avLst/>
            </a:prstGeom>
            <a:solidFill>
              <a:srgbClr val="3A3F47"/>
            </a:solidFill>
            <a:ln w="9525">
              <a:solidFill>
                <a:srgbClr val="9AA0A6"/>
              </a:solidFill>
            </a:ln>
          </p:spPr>
          <p:txBody>
            <a:bodyPr rtlCol="0" anchor="ctr"/>
            <a:lstStyle/>
            <a:p>
              <a:pPr algn="ctr"/>
            </a:p>
          </p:txBody>
        </p:sp>
        <p:sp>
          <p:nvSpPr>
            <p:cNvPr id="65" name="dome"/>
            <p:cNvSpPr/>
            <p:nvPr/>
          </p:nvSpPr>
          <p:spPr>
            <a:xfrm>
              <a:off x="6365504" y="2875788"/>
              <a:ext cx="156362" cy="95554"/>
            </a:xfrm>
            <a:prstGeom prst="roundRect">
              <a:avLst>
                <a:gd name="adj" fmla="val 36363"/>
              </a:avLst>
            </a:prstGeom>
            <a:solidFill>
              <a:srgbClr val="F28C28"/>
            </a:solidFill>
            <a:ln>
              <a:noFill/>
            </a:ln>
          </p:spPr>
          <p:txBody>
            <a:bodyPr rtlCol="0" anchor="ctr"/>
            <a:lstStyle/>
            <a:p>
              <a:pPr algn="ctr"/>
            </a:p>
          </p:txBody>
        </p:sp>
        <p:sp>
          <p:nvSpPr>
            <p:cNvPr id="66" name="wheel"/>
            <p:cNvSpPr/>
            <p:nvPr/>
          </p:nvSpPr>
          <p:spPr>
            <a:xfrm>
              <a:off x="5338724" y="3310128"/>
              <a:ext cx="347472" cy="347472"/>
            </a:xfrm>
            <a:prstGeom prst="ellipse">
              <a:avLst/>
            </a:prstGeom>
            <a:solidFill>
              <a:srgbClr val="1B1D21"/>
            </a:solidFill>
            <a:ln w="19050">
              <a:solidFill>
                <a:srgbClr val="9AA0A6"/>
              </a:solidFill>
            </a:ln>
          </p:spPr>
          <p:txBody>
            <a:bodyPr rtlCol="0" anchor="ctr"/>
            <a:lstStyle/>
            <a:p>
              <a:pPr algn="ctr"/>
            </a:p>
          </p:txBody>
        </p:sp>
        <p:sp>
          <p:nvSpPr>
            <p:cNvPr id="67" name="hub"/>
            <p:cNvSpPr/>
            <p:nvPr/>
          </p:nvSpPr>
          <p:spPr>
            <a:xfrm>
              <a:off x="5467289" y="3438692"/>
              <a:ext cx="90342" cy="90342"/>
            </a:xfrm>
            <a:prstGeom prst="ellipse">
              <a:avLst/>
            </a:prstGeom>
            <a:solidFill>
              <a:srgbClr val="9AA0A6"/>
            </a:solidFill>
            <a:ln>
              <a:noFill/>
            </a:ln>
          </p:spPr>
          <p:txBody>
            <a:bodyPr rtlCol="0" anchor="ctr"/>
            <a:lstStyle/>
            <a:p>
              <a:pPr algn="ctr"/>
            </a:p>
          </p:txBody>
        </p:sp>
        <p:sp>
          <p:nvSpPr>
            <p:cNvPr id="68" name="wheel"/>
            <p:cNvSpPr/>
            <p:nvPr/>
          </p:nvSpPr>
          <p:spPr>
            <a:xfrm>
              <a:off x="5729630" y="3310128"/>
              <a:ext cx="347472" cy="347472"/>
            </a:xfrm>
            <a:prstGeom prst="ellipse">
              <a:avLst/>
            </a:prstGeom>
            <a:solidFill>
              <a:srgbClr val="1B1D21"/>
            </a:solidFill>
            <a:ln w="19050">
              <a:solidFill>
                <a:srgbClr val="9AA0A6"/>
              </a:solidFill>
            </a:ln>
          </p:spPr>
          <p:txBody>
            <a:bodyPr rtlCol="0" anchor="ctr"/>
            <a:lstStyle/>
            <a:p>
              <a:pPr algn="ctr"/>
            </a:p>
          </p:txBody>
        </p:sp>
        <p:sp>
          <p:nvSpPr>
            <p:cNvPr id="69" name="hub"/>
            <p:cNvSpPr/>
            <p:nvPr/>
          </p:nvSpPr>
          <p:spPr>
            <a:xfrm>
              <a:off x="5858195" y="3438692"/>
              <a:ext cx="90342" cy="90342"/>
            </a:xfrm>
            <a:prstGeom prst="ellipse">
              <a:avLst/>
            </a:prstGeom>
            <a:solidFill>
              <a:srgbClr val="9AA0A6"/>
            </a:solidFill>
            <a:ln>
              <a:noFill/>
            </a:ln>
          </p:spPr>
          <p:txBody>
            <a:bodyPr rtlCol="0" anchor="ctr"/>
            <a:lstStyle/>
            <a:p>
              <a:pPr algn="ctr"/>
            </a:p>
          </p:txBody>
        </p:sp>
        <p:sp>
          <p:nvSpPr>
            <p:cNvPr id="70" name="wheel"/>
            <p:cNvSpPr/>
            <p:nvPr/>
          </p:nvSpPr>
          <p:spPr>
            <a:xfrm>
              <a:off x="6120536" y="3310128"/>
              <a:ext cx="347472" cy="347472"/>
            </a:xfrm>
            <a:prstGeom prst="ellipse">
              <a:avLst/>
            </a:prstGeom>
            <a:solidFill>
              <a:srgbClr val="1B1D21"/>
            </a:solidFill>
            <a:ln w="19050">
              <a:solidFill>
                <a:srgbClr val="9AA0A6"/>
              </a:solidFill>
            </a:ln>
          </p:spPr>
          <p:txBody>
            <a:bodyPr rtlCol="0" anchor="ctr"/>
            <a:lstStyle/>
            <a:p>
              <a:pPr algn="ctr"/>
            </a:p>
          </p:txBody>
        </p:sp>
        <p:sp>
          <p:nvSpPr>
            <p:cNvPr id="71" name="hub"/>
            <p:cNvSpPr/>
            <p:nvPr/>
          </p:nvSpPr>
          <p:spPr>
            <a:xfrm>
              <a:off x="6249101" y="3438692"/>
              <a:ext cx="90342" cy="90342"/>
            </a:xfrm>
            <a:prstGeom prst="ellipse">
              <a:avLst/>
            </a:prstGeom>
            <a:solidFill>
              <a:srgbClr val="9AA0A6"/>
            </a:solidFill>
            <a:ln>
              <a:noFill/>
            </a:ln>
          </p:spPr>
          <p:txBody>
            <a:bodyPr rtlCol="0" anchor="ctr"/>
            <a:lstStyle/>
            <a:p>
              <a:pPr algn="ctr"/>
            </a:p>
          </p:txBody>
        </p:sp>
        <p:sp>
          <p:nvSpPr>
            <p:cNvPr id="72" name="wheel"/>
            <p:cNvSpPr/>
            <p:nvPr/>
          </p:nvSpPr>
          <p:spPr>
            <a:xfrm>
              <a:off x="6511442" y="3310128"/>
              <a:ext cx="347472" cy="347472"/>
            </a:xfrm>
            <a:prstGeom prst="ellipse">
              <a:avLst/>
            </a:prstGeom>
            <a:solidFill>
              <a:srgbClr val="1B1D21"/>
            </a:solidFill>
            <a:ln w="19050">
              <a:solidFill>
                <a:srgbClr val="9AA0A6"/>
              </a:solidFill>
            </a:ln>
          </p:spPr>
          <p:txBody>
            <a:bodyPr rtlCol="0" anchor="ctr"/>
            <a:lstStyle/>
            <a:p>
              <a:pPr algn="ctr"/>
            </a:p>
          </p:txBody>
        </p:sp>
        <p:sp>
          <p:nvSpPr>
            <p:cNvPr id="73" name="hub"/>
            <p:cNvSpPr/>
            <p:nvPr/>
          </p:nvSpPr>
          <p:spPr>
            <a:xfrm>
              <a:off x="6640007" y="3438692"/>
              <a:ext cx="90342" cy="90342"/>
            </a:xfrm>
            <a:prstGeom prst="ellipse">
              <a:avLst/>
            </a:prstGeom>
            <a:solidFill>
              <a:srgbClr val="9AA0A6"/>
            </a:solidFill>
            <a:ln>
              <a:noFill/>
            </a:ln>
          </p:spPr>
          <p:txBody>
            <a:bodyPr rtlCol="0" anchor="ctr"/>
            <a:lstStyle/>
            <a:p>
              <a:pPr algn="ctr"/>
            </a:p>
          </p:txBody>
        </p:sp>
        <p:sp>
          <p:nvSpPr>
            <p:cNvPr id="74" name="wheel"/>
            <p:cNvSpPr/>
            <p:nvPr/>
          </p:nvSpPr>
          <p:spPr>
            <a:xfrm>
              <a:off x="6989216" y="3466490"/>
              <a:ext cx="191109" cy="191109"/>
            </a:xfrm>
            <a:prstGeom prst="ellipse">
              <a:avLst/>
            </a:prstGeom>
            <a:solidFill>
              <a:srgbClr val="1B1D21"/>
            </a:solidFill>
            <a:ln w="19050">
              <a:solidFill>
                <a:srgbClr val="9AA0A6"/>
              </a:solidFill>
            </a:ln>
          </p:spPr>
          <p:txBody>
            <a:bodyPr rtlCol="0" anchor="ctr"/>
            <a:lstStyle/>
            <a:p>
              <a:pPr algn="ctr"/>
            </a:p>
          </p:txBody>
        </p:sp>
        <p:sp>
          <p:nvSpPr>
            <p:cNvPr id="75" name="hub"/>
            <p:cNvSpPr/>
            <p:nvPr/>
          </p:nvSpPr>
          <p:spPr>
            <a:xfrm>
              <a:off x="7059926" y="3537200"/>
              <a:ext cx="49688" cy="49688"/>
            </a:xfrm>
            <a:prstGeom prst="ellipse">
              <a:avLst/>
            </a:prstGeom>
            <a:solidFill>
              <a:srgbClr val="9AA0A6"/>
            </a:solidFill>
            <a:ln>
              <a:noFill/>
            </a:ln>
          </p:spPr>
          <p:txBody>
            <a:bodyPr rtlCol="0" anchor="ctr"/>
            <a:lstStyle/>
            <a:p>
              <a:pPr algn="ctr"/>
            </a:p>
          </p:txBody>
        </p:sp>
        <p:sp>
          <p:nvSpPr>
            <p:cNvPr id="76" name="coupling rod"/>
            <p:cNvSpPr/>
            <p:nvPr/>
          </p:nvSpPr>
          <p:spPr>
            <a:xfrm>
              <a:off x="5512460" y="3384834"/>
              <a:ext cx="1172718" cy="24323"/>
            </a:xfrm>
            <a:prstGeom prst="rect">
              <a:avLst/>
            </a:prstGeom>
            <a:solidFill>
              <a:srgbClr val="D0D4D8"/>
            </a:solidFill>
            <a:ln>
              <a:noFill/>
            </a:ln>
          </p:spPr>
          <p:txBody>
            <a:bodyPr rtlCol="0" anchor="ctr"/>
            <a:lstStyle/>
            <a:p>
              <a:pPr algn="ctr"/>
            </a:p>
          </p:txBody>
        </p:sp>
        <p:sp>
          <p:nvSpPr>
            <p:cNvPr id="77" name="buffer beam"/>
            <p:cNvSpPr/>
            <p:nvPr/>
          </p:nvSpPr>
          <p:spPr>
            <a:xfrm>
              <a:off x="7597292" y="3327501"/>
              <a:ext cx="52120" cy="156362"/>
            </a:xfrm>
            <a:prstGeom prst="rect">
              <a:avLst/>
            </a:prstGeom>
            <a:solidFill>
              <a:srgbClr val="9AA0A6"/>
            </a:solidFill>
            <a:ln>
              <a:noFill/>
            </a:ln>
          </p:spPr>
          <p:txBody>
            <a:bodyPr rtlCol="0" anchor="ctr"/>
            <a:lstStyle/>
            <a:p>
              <a:pPr algn="ctr"/>
            </a:p>
          </p:txBody>
        </p:sp>
        <p:sp>
          <p:nvSpPr>
            <p:cNvPr id="78" name="empty plate"/>
            <p:cNvSpPr/>
            <p:nvPr/>
          </p:nvSpPr>
          <p:spPr>
            <a:xfrm>
              <a:off x="6244894" y="2011680"/>
              <a:ext cx="1280160" cy="420624"/>
            </a:xfrm>
            <a:prstGeom prst="roundRect">
              <a:avLst>
                <a:gd name="adj" fmla="val 13043"/>
              </a:avLst>
            </a:prstGeom>
            <a:noFill/>
            <a:ln w="25400">
              <a:solidFill>
                <a:srgbClr val="A9B0B8"/>
              </a:solidFill>
              <a:prstDash val="dash"/>
            </a:ln>
          </p:spPr>
          <p:txBody>
            <a:bodyPr rtlCol="0" anchor="ctr"/>
            <a:lstStyle/>
            <a:p>
              <a:pPr algn="ctr"/>
            </a:p>
          </p:txBody>
        </p:sp>
        <p:cxnSp>
          <p:nvCxnSpPr>
            <p:cNvPr id="79" name="leader"/>
            <p:cNvCxnSpPr/>
            <p:nvPr/>
          </p:nvCxnSpPr>
          <p:spPr>
            <a:xfrm>
              <a:off x="6884974" y="2432304"/>
              <a:ext cx="0" cy="539038"/>
            </a:xfrm>
            <a:prstGeom prst="line">
              <a:avLst/>
            </a:prstGeom>
            <a:ln w="22225">
              <a:solidFill>
                <a:srgbClr val="A9B0B8"/>
              </a:solidFill>
              <a:prstDash val="dash"/>
            </a:ln>
          </p:spPr>
        </p:cxnSp>
        <p:sp>
          <p:nvSpPr>
            <p:cNvPr id="80" name="step panel"/>
            <p:cNvSpPr/>
            <p:nvPr/>
          </p:nvSpPr>
          <p:spPr>
            <a:xfrm>
              <a:off x="8193024" y="1371600"/>
              <a:ext cx="3447288" cy="2926080"/>
            </a:xfrm>
            <a:prstGeom prst="roundRect">
              <a:avLst>
                <a:gd name="adj" fmla="val 3125"/>
              </a:avLst>
            </a:prstGeom>
            <a:solidFill>
              <a:srgbClr val="2B2F36"/>
            </a:solidFill>
            <a:ln w="19050">
              <a:solidFill>
                <a:srgbClr val="4A515B"/>
              </a:solidFill>
            </a:ln>
          </p:spPr>
          <p:txBody>
            <a:bodyPr rtlCol="0" anchor="ctr"/>
            <a:lstStyle/>
            <a:p>
              <a:pPr algn="ctr"/>
            </a:p>
          </p:txBody>
        </p:sp>
        <p:sp>
          <p:nvSpPr>
            <p:cNvPr id="81" name="step badge"/>
            <p:cNvSpPr/>
            <p:nvPr/>
          </p:nvSpPr>
          <p:spPr>
            <a:xfrm>
              <a:off x="8330184" y="1481328"/>
              <a:ext cx="384048" cy="384048"/>
            </a:xfrm>
            <a:prstGeom prst="ellipse">
              <a:avLst/>
            </a:prstGeom>
            <a:solidFill>
              <a:srgbClr val="F28C28"/>
            </a:solidFill>
            <a:ln>
              <a:noFill/>
            </a:ln>
          </p:spPr>
          <p:txBody>
            <a:bodyPr rtlCol="0" anchor="ctr" wrap="square" lIns="0" tIns="0" rIns="0" bIns="0">
              <a:noAutofit/>
            </a:bodyPr>
            <a:lstStyle/>
            <a:p>
              <a:pPr algn="ctr"/>
              <a:r>
                <a:rPr sz="1800" b="1" i="0" lang="en-GB">
                  <a:solidFill>
                    <a:srgbClr val="101418"/>
                  </a:solidFill>
                  <a:latin typeface="Arial"/>
                </a:rPr>
                <a:t>3</a:t>
              </a:r>
            </a:p>
          </p:txBody>
        </p:sp>
        <p:sp>
          <p:nvSpPr>
            <p:cNvPr id="82" name="step label"/>
            <p:cNvSpPr txBox="1"/>
            <p:nvPr/>
          </p:nvSpPr>
          <p:spPr>
            <a:xfrm>
              <a:off x="8814816" y="1463040"/>
              <a:ext cx="2715768" cy="420624"/>
            </a:xfrm>
            <a:prstGeom prst="rect">
              <a:avLst/>
            </a:prstGeom>
            <a:noFill/>
          </p:spPr>
          <p:txBody>
            <a:bodyPr wrap="square" anchor="ctr" lIns="18288" tIns="9144" rIns="18288" bIns="9144">
              <a:noAutofit/>
            </a:bodyPr>
            <a:lstStyle/>
            <a:p>
              <a:pPr algn="l"/>
              <a:r>
                <a:rPr sz="1800" b="1" i="0" lang="en-GB">
                  <a:solidFill>
                    <a:srgbClr val="F2F2F2"/>
                  </a:solidFill>
                  <a:latin typeface="Arial"/>
                </a:rPr>
                <a:t>Number appears</a:t>
              </a:r>
            </a:p>
          </p:txBody>
        </p:sp>
        <p:sp>
          <p:nvSpPr>
            <p:cNvPr id="83" name="rail"/>
            <p:cNvSpPr/>
            <p:nvPr/>
          </p:nvSpPr>
          <p:spPr>
            <a:xfrm>
              <a:off x="8375904" y="3657600"/>
              <a:ext cx="3081528" cy="64008"/>
            </a:xfrm>
            <a:prstGeom prst="rect">
              <a:avLst/>
            </a:prstGeom>
            <a:solidFill>
              <a:srgbClr val="9AA0A6"/>
            </a:solidFill>
            <a:ln>
              <a:noFill/>
            </a:ln>
          </p:spPr>
          <p:txBody>
            <a:bodyPr rtlCol="0" anchor="ctr"/>
            <a:lstStyle/>
            <a:p>
              <a:pPr algn="ctr"/>
            </a:p>
          </p:txBody>
        </p:sp>
        <p:sp>
          <p:nvSpPr>
            <p:cNvPr id="84" name="tender frame"/>
            <p:cNvSpPr/>
            <p:nvPr/>
          </p:nvSpPr>
          <p:spPr>
            <a:xfrm>
              <a:off x="8361730" y="3405682"/>
              <a:ext cx="712317" cy="78181"/>
            </a:xfrm>
            <a:prstGeom prst="rect">
              <a:avLst/>
            </a:prstGeom>
            <a:solidFill>
              <a:srgbClr val="3A3F47"/>
            </a:solidFill>
            <a:ln w="9525">
              <a:solidFill>
                <a:srgbClr val="9AA0A6"/>
              </a:solidFill>
            </a:ln>
          </p:spPr>
          <p:txBody>
            <a:bodyPr rtlCol="0" anchor="ctr"/>
            <a:lstStyle/>
            <a:p>
              <a:pPr algn="ctr"/>
            </a:p>
          </p:txBody>
        </p:sp>
        <p:sp>
          <p:nvSpPr>
            <p:cNvPr id="85" name="tender body"/>
            <p:cNvSpPr/>
            <p:nvPr/>
          </p:nvSpPr>
          <p:spPr>
            <a:xfrm>
              <a:off x="8361730" y="3119018"/>
              <a:ext cx="712317" cy="286664"/>
            </a:xfrm>
            <a:prstGeom prst="roundRect">
              <a:avLst>
                <a:gd name="adj" fmla="val 3030"/>
              </a:avLst>
            </a:prstGeom>
            <a:solidFill>
              <a:srgbClr val="F28C28"/>
            </a:solidFill>
            <a:ln>
              <a:noFill/>
            </a:ln>
          </p:spPr>
          <p:txBody>
            <a:bodyPr rtlCol="0" anchor="ctr"/>
            <a:lstStyle/>
            <a:p>
              <a:pPr algn="ctr"/>
            </a:p>
          </p:txBody>
        </p:sp>
        <p:sp>
          <p:nvSpPr>
            <p:cNvPr id="86" name="tender coal"/>
            <p:cNvSpPr/>
            <p:nvPr/>
          </p:nvSpPr>
          <p:spPr>
            <a:xfrm>
              <a:off x="8387791" y="2997403"/>
              <a:ext cx="660197" cy="121615"/>
            </a:xfrm>
            <a:custGeom>
              <a:avLst/>
              <a:gdLst/>
              <a:ahLst/>
              <a:cxnLst/>
              <a:rect l="l" t="t" r="r" b="b"/>
              <a:pathLst>
                <a:path w="660197" h="121615">
                  <a:moveTo>
                    <a:pt x="0" y="121615"/>
                  </a:moveTo>
                  <a:lnTo>
                    <a:pt x="130302" y="8687"/>
                  </a:lnTo>
                  <a:lnTo>
                    <a:pt x="390906" y="0"/>
                  </a:lnTo>
                  <a:lnTo>
                    <a:pt x="660197" y="121615"/>
                  </a:lnTo>
                  <a:close/>
                </a:path>
              </a:pathLst>
            </a:custGeom>
            <a:solidFill>
              <a:srgbClr val="1B1D21"/>
            </a:solidFill>
            <a:ln w="12700">
              <a:solidFill>
                <a:srgbClr val="6B7078"/>
              </a:solidFill>
            </a:ln>
          </p:spPr>
          <p:txBody>
            <a:bodyPr rtlCol="0" anchor="ctr"/>
            <a:lstStyle/>
            <a:p>
              <a:pPr algn="ctr"/>
            </a:p>
          </p:txBody>
        </p:sp>
        <p:sp>
          <p:nvSpPr>
            <p:cNvPr id="87" name="coupling"/>
            <p:cNvSpPr/>
            <p:nvPr/>
          </p:nvSpPr>
          <p:spPr>
            <a:xfrm>
              <a:off x="9074048" y="3301441"/>
              <a:ext cx="60807" cy="26060"/>
            </a:xfrm>
            <a:prstGeom prst="rect">
              <a:avLst/>
            </a:prstGeom>
            <a:solidFill>
              <a:srgbClr val="9AA0A6"/>
            </a:solidFill>
            <a:ln>
              <a:noFill/>
            </a:ln>
          </p:spPr>
          <p:txBody>
            <a:bodyPr rtlCol="0" anchor="ctr"/>
            <a:lstStyle/>
            <a:p>
              <a:pPr algn="ctr"/>
            </a:p>
          </p:txBody>
        </p:sp>
        <p:sp>
          <p:nvSpPr>
            <p:cNvPr id="88" name="wheel"/>
            <p:cNvSpPr/>
            <p:nvPr/>
          </p:nvSpPr>
          <p:spPr>
            <a:xfrm>
              <a:off x="8413851" y="3414369"/>
              <a:ext cx="243230" cy="243230"/>
            </a:xfrm>
            <a:prstGeom prst="ellipse">
              <a:avLst/>
            </a:prstGeom>
            <a:solidFill>
              <a:srgbClr val="1B1D21"/>
            </a:solidFill>
            <a:ln w="19050">
              <a:solidFill>
                <a:srgbClr val="9AA0A6"/>
              </a:solidFill>
            </a:ln>
          </p:spPr>
          <p:txBody>
            <a:bodyPr rtlCol="0" anchor="ctr"/>
            <a:lstStyle/>
            <a:p>
              <a:pPr algn="ctr"/>
            </a:p>
          </p:txBody>
        </p:sp>
        <p:sp>
          <p:nvSpPr>
            <p:cNvPr id="89" name="hub"/>
            <p:cNvSpPr/>
            <p:nvPr/>
          </p:nvSpPr>
          <p:spPr>
            <a:xfrm>
              <a:off x="8503846" y="3504364"/>
              <a:ext cx="63239" cy="63239"/>
            </a:xfrm>
            <a:prstGeom prst="ellipse">
              <a:avLst/>
            </a:prstGeom>
            <a:solidFill>
              <a:srgbClr val="9AA0A6"/>
            </a:solidFill>
            <a:ln>
              <a:noFill/>
            </a:ln>
          </p:spPr>
          <p:txBody>
            <a:bodyPr rtlCol="0" anchor="ctr"/>
            <a:lstStyle/>
            <a:p>
              <a:pPr algn="ctr"/>
            </a:p>
          </p:txBody>
        </p:sp>
        <p:sp>
          <p:nvSpPr>
            <p:cNvPr id="90" name="wheel"/>
            <p:cNvSpPr/>
            <p:nvPr/>
          </p:nvSpPr>
          <p:spPr>
            <a:xfrm>
              <a:off x="8778697" y="3414369"/>
              <a:ext cx="243230" cy="243230"/>
            </a:xfrm>
            <a:prstGeom prst="ellipse">
              <a:avLst/>
            </a:prstGeom>
            <a:solidFill>
              <a:srgbClr val="1B1D21"/>
            </a:solidFill>
            <a:ln w="19050">
              <a:solidFill>
                <a:srgbClr val="9AA0A6"/>
              </a:solidFill>
            </a:ln>
          </p:spPr>
          <p:txBody>
            <a:bodyPr rtlCol="0" anchor="ctr"/>
            <a:lstStyle/>
            <a:p>
              <a:pPr algn="ctr"/>
            </a:p>
          </p:txBody>
        </p:sp>
        <p:sp>
          <p:nvSpPr>
            <p:cNvPr id="91" name="hub"/>
            <p:cNvSpPr/>
            <p:nvPr/>
          </p:nvSpPr>
          <p:spPr>
            <a:xfrm>
              <a:off x="8868692" y="3504364"/>
              <a:ext cx="63239" cy="63239"/>
            </a:xfrm>
            <a:prstGeom prst="ellipse">
              <a:avLst/>
            </a:prstGeom>
            <a:solidFill>
              <a:srgbClr val="9AA0A6"/>
            </a:solidFill>
            <a:ln>
              <a:noFill/>
            </a:ln>
          </p:spPr>
          <p:txBody>
            <a:bodyPr rtlCol="0" anchor="ctr"/>
            <a:lstStyle/>
            <a:p>
              <a:pPr algn="ctr"/>
            </a:p>
          </p:txBody>
        </p:sp>
        <p:sp>
          <p:nvSpPr>
            <p:cNvPr id="92" name="frame"/>
            <p:cNvSpPr/>
            <p:nvPr/>
          </p:nvSpPr>
          <p:spPr>
            <a:xfrm>
              <a:off x="9134856" y="3405682"/>
              <a:ext cx="2284628" cy="78181"/>
            </a:xfrm>
            <a:prstGeom prst="rect">
              <a:avLst/>
            </a:prstGeom>
            <a:solidFill>
              <a:srgbClr val="3A3F47"/>
            </a:solidFill>
            <a:ln w="9525">
              <a:solidFill>
                <a:srgbClr val="9AA0A6"/>
              </a:solidFill>
            </a:ln>
          </p:spPr>
          <p:txBody>
            <a:bodyPr rtlCol="0" anchor="ctr"/>
            <a:lstStyle/>
            <a:p>
              <a:pPr algn="ctr"/>
            </a:p>
          </p:txBody>
        </p:sp>
        <p:sp>
          <p:nvSpPr>
            <p:cNvPr id="93" name="cab"/>
            <p:cNvSpPr/>
            <p:nvPr/>
          </p:nvSpPr>
          <p:spPr>
            <a:xfrm>
              <a:off x="9134856" y="2927908"/>
              <a:ext cx="347472" cy="477773"/>
            </a:xfrm>
            <a:prstGeom prst="roundRect">
              <a:avLst>
                <a:gd name="adj" fmla="val 2500"/>
              </a:avLst>
            </a:prstGeom>
            <a:solidFill>
              <a:srgbClr val="F28C28"/>
            </a:solidFill>
            <a:ln>
              <a:noFill/>
            </a:ln>
          </p:spPr>
          <p:txBody>
            <a:bodyPr rtlCol="0" anchor="ctr"/>
            <a:lstStyle/>
            <a:p>
              <a:pPr algn="ctr"/>
            </a:p>
          </p:txBody>
        </p:sp>
        <p:sp>
          <p:nvSpPr>
            <p:cNvPr id="94" name="cab roof"/>
            <p:cNvSpPr/>
            <p:nvPr/>
          </p:nvSpPr>
          <p:spPr>
            <a:xfrm>
              <a:off x="9117482" y="2884474"/>
              <a:ext cx="382219" cy="43434"/>
            </a:xfrm>
            <a:prstGeom prst="rect">
              <a:avLst/>
            </a:prstGeom>
            <a:solidFill>
              <a:srgbClr val="3A3F47"/>
            </a:solidFill>
            <a:ln w="9525">
              <a:solidFill>
                <a:srgbClr val="9AA0A6"/>
              </a:solidFill>
            </a:ln>
          </p:spPr>
          <p:txBody>
            <a:bodyPr rtlCol="0" anchor="ctr"/>
            <a:lstStyle/>
            <a:p>
              <a:pPr algn="ctr"/>
            </a:p>
          </p:txBody>
        </p:sp>
        <p:sp>
          <p:nvSpPr>
            <p:cNvPr id="95" name="cab window"/>
            <p:cNvSpPr/>
            <p:nvPr/>
          </p:nvSpPr>
          <p:spPr>
            <a:xfrm>
              <a:off x="9221724" y="2997403"/>
              <a:ext cx="156362" cy="156362"/>
            </a:xfrm>
            <a:prstGeom prst="rect">
              <a:avLst/>
            </a:prstGeom>
            <a:solidFill>
              <a:srgbClr val="1B1D21"/>
            </a:solidFill>
            <a:ln>
              <a:noFill/>
            </a:ln>
          </p:spPr>
          <p:txBody>
            <a:bodyPr rtlCol="0" anchor="ctr"/>
            <a:lstStyle/>
            <a:p>
              <a:pPr algn="ctr"/>
            </a:p>
          </p:txBody>
        </p:sp>
        <p:sp>
          <p:nvSpPr>
            <p:cNvPr id="96" name="boiler"/>
            <p:cNvSpPr/>
            <p:nvPr/>
          </p:nvSpPr>
          <p:spPr>
            <a:xfrm>
              <a:off x="9482328" y="2971342"/>
              <a:ext cx="1763420" cy="347472"/>
            </a:xfrm>
            <a:prstGeom prst="roundRect">
              <a:avLst>
                <a:gd name="adj" fmla="val 25000"/>
              </a:avLst>
            </a:prstGeom>
            <a:solidFill>
              <a:srgbClr val="F28C28"/>
            </a:solidFill>
            <a:ln>
              <a:noFill/>
            </a:ln>
          </p:spPr>
          <p:txBody>
            <a:bodyPr rtlCol="0" anchor="ctr"/>
            <a:lstStyle/>
            <a:p>
              <a:pPr algn="ctr"/>
            </a:p>
          </p:txBody>
        </p:sp>
        <p:sp>
          <p:nvSpPr>
            <p:cNvPr id="97" name="boiler band"/>
            <p:cNvSpPr/>
            <p:nvPr/>
          </p:nvSpPr>
          <p:spPr>
            <a:xfrm>
              <a:off x="10011354" y="2971342"/>
              <a:ext cx="12161" cy="347472"/>
            </a:xfrm>
            <a:prstGeom prst="rect">
              <a:avLst/>
            </a:prstGeom>
            <a:solidFill>
              <a:srgbClr val="AE641C"/>
            </a:solidFill>
            <a:ln>
              <a:noFill/>
            </a:ln>
          </p:spPr>
          <p:txBody>
            <a:bodyPr rtlCol="0" anchor="ctr"/>
            <a:lstStyle/>
            <a:p>
              <a:pPr algn="ctr"/>
            </a:p>
          </p:txBody>
        </p:sp>
        <p:sp>
          <p:nvSpPr>
            <p:cNvPr id="98" name="boiler band"/>
            <p:cNvSpPr/>
            <p:nvPr/>
          </p:nvSpPr>
          <p:spPr>
            <a:xfrm>
              <a:off x="10452209" y="2971342"/>
              <a:ext cx="12161" cy="347472"/>
            </a:xfrm>
            <a:prstGeom prst="rect">
              <a:avLst/>
            </a:prstGeom>
            <a:solidFill>
              <a:srgbClr val="AE641C"/>
            </a:solidFill>
            <a:ln>
              <a:noFill/>
            </a:ln>
          </p:spPr>
          <p:txBody>
            <a:bodyPr rtlCol="0" anchor="ctr"/>
            <a:lstStyle/>
            <a:p>
              <a:pPr algn="ctr"/>
            </a:p>
          </p:txBody>
        </p:sp>
        <p:sp>
          <p:nvSpPr>
            <p:cNvPr id="99" name="boiler band"/>
            <p:cNvSpPr/>
            <p:nvPr/>
          </p:nvSpPr>
          <p:spPr>
            <a:xfrm>
              <a:off x="10893064" y="2971342"/>
              <a:ext cx="12161" cy="347472"/>
            </a:xfrm>
            <a:prstGeom prst="rect">
              <a:avLst/>
            </a:prstGeom>
            <a:solidFill>
              <a:srgbClr val="AE641C"/>
            </a:solidFill>
            <a:ln>
              <a:noFill/>
            </a:ln>
          </p:spPr>
          <p:txBody>
            <a:bodyPr rtlCol="0" anchor="ctr"/>
            <a:lstStyle/>
            <a:p>
              <a:pPr algn="ctr"/>
            </a:p>
          </p:txBody>
        </p:sp>
        <p:sp>
          <p:nvSpPr>
            <p:cNvPr id="100" name="smokebox"/>
            <p:cNvSpPr/>
            <p:nvPr/>
          </p:nvSpPr>
          <p:spPr>
            <a:xfrm>
              <a:off x="11245748" y="2971342"/>
              <a:ext cx="173736" cy="347472"/>
            </a:xfrm>
            <a:prstGeom prst="roundRect">
              <a:avLst>
                <a:gd name="adj" fmla="val 12000"/>
              </a:avLst>
            </a:prstGeom>
            <a:solidFill>
              <a:srgbClr val="4A515B"/>
            </a:solidFill>
            <a:ln>
              <a:noFill/>
            </a:ln>
          </p:spPr>
          <p:txBody>
            <a:bodyPr rtlCol="0" anchor="ctr"/>
            <a:lstStyle/>
            <a:p>
              <a:pPr algn="ctr"/>
            </a:p>
          </p:txBody>
        </p:sp>
        <p:sp>
          <p:nvSpPr>
            <p:cNvPr id="101" name="chimney"/>
            <p:cNvSpPr/>
            <p:nvPr/>
          </p:nvSpPr>
          <p:spPr>
            <a:xfrm>
              <a:off x="11280495" y="2788920"/>
              <a:ext cx="104241" cy="182422"/>
            </a:xfrm>
            <a:prstGeom prst="rect">
              <a:avLst/>
            </a:prstGeom>
            <a:solidFill>
              <a:srgbClr val="3A3F47"/>
            </a:solidFill>
            <a:ln w="9525">
              <a:solidFill>
                <a:srgbClr val="9AA0A6"/>
              </a:solidFill>
            </a:ln>
          </p:spPr>
          <p:txBody>
            <a:bodyPr rtlCol="0" anchor="ctr"/>
            <a:lstStyle/>
            <a:p>
              <a:pPr algn="ctr"/>
            </a:p>
          </p:txBody>
        </p:sp>
        <p:sp>
          <p:nvSpPr>
            <p:cNvPr id="102" name="chimney lip"/>
            <p:cNvSpPr/>
            <p:nvPr/>
          </p:nvSpPr>
          <p:spPr>
            <a:xfrm>
              <a:off x="11254435" y="2762859"/>
              <a:ext cx="156362" cy="43434"/>
            </a:xfrm>
            <a:prstGeom prst="rect">
              <a:avLst/>
            </a:prstGeom>
            <a:solidFill>
              <a:srgbClr val="3A3F47"/>
            </a:solidFill>
            <a:ln w="9525">
              <a:solidFill>
                <a:srgbClr val="9AA0A6"/>
              </a:solidFill>
            </a:ln>
          </p:spPr>
          <p:txBody>
            <a:bodyPr rtlCol="0" anchor="ctr"/>
            <a:lstStyle/>
            <a:p>
              <a:pPr algn="ctr"/>
            </a:p>
          </p:txBody>
        </p:sp>
        <p:sp>
          <p:nvSpPr>
            <p:cNvPr id="103" name="dome"/>
            <p:cNvSpPr/>
            <p:nvPr/>
          </p:nvSpPr>
          <p:spPr>
            <a:xfrm>
              <a:off x="10187696" y="2875788"/>
              <a:ext cx="156362" cy="95554"/>
            </a:xfrm>
            <a:prstGeom prst="roundRect">
              <a:avLst>
                <a:gd name="adj" fmla="val 36363"/>
              </a:avLst>
            </a:prstGeom>
            <a:solidFill>
              <a:srgbClr val="F28C28"/>
            </a:solidFill>
            <a:ln>
              <a:noFill/>
            </a:ln>
          </p:spPr>
          <p:txBody>
            <a:bodyPr rtlCol="0" anchor="ctr"/>
            <a:lstStyle/>
            <a:p>
              <a:pPr algn="ctr"/>
            </a:p>
          </p:txBody>
        </p:sp>
        <p:sp>
          <p:nvSpPr>
            <p:cNvPr id="104" name="wheel"/>
            <p:cNvSpPr/>
            <p:nvPr/>
          </p:nvSpPr>
          <p:spPr>
            <a:xfrm>
              <a:off x="9160916" y="3310128"/>
              <a:ext cx="347472" cy="347472"/>
            </a:xfrm>
            <a:prstGeom prst="ellipse">
              <a:avLst/>
            </a:prstGeom>
            <a:solidFill>
              <a:srgbClr val="1B1D21"/>
            </a:solidFill>
            <a:ln w="19050">
              <a:solidFill>
                <a:srgbClr val="9AA0A6"/>
              </a:solidFill>
            </a:ln>
          </p:spPr>
          <p:txBody>
            <a:bodyPr rtlCol="0" anchor="ctr"/>
            <a:lstStyle/>
            <a:p>
              <a:pPr algn="ctr"/>
            </a:p>
          </p:txBody>
        </p:sp>
        <p:sp>
          <p:nvSpPr>
            <p:cNvPr id="105" name="hub"/>
            <p:cNvSpPr/>
            <p:nvPr/>
          </p:nvSpPr>
          <p:spPr>
            <a:xfrm>
              <a:off x="9289481" y="3438692"/>
              <a:ext cx="90342" cy="90342"/>
            </a:xfrm>
            <a:prstGeom prst="ellipse">
              <a:avLst/>
            </a:prstGeom>
            <a:solidFill>
              <a:srgbClr val="9AA0A6"/>
            </a:solidFill>
            <a:ln>
              <a:noFill/>
            </a:ln>
          </p:spPr>
          <p:txBody>
            <a:bodyPr rtlCol="0" anchor="ctr"/>
            <a:lstStyle/>
            <a:p>
              <a:pPr algn="ctr"/>
            </a:p>
          </p:txBody>
        </p:sp>
        <p:sp>
          <p:nvSpPr>
            <p:cNvPr id="106" name="wheel"/>
            <p:cNvSpPr/>
            <p:nvPr/>
          </p:nvSpPr>
          <p:spPr>
            <a:xfrm>
              <a:off x="9551822" y="3310128"/>
              <a:ext cx="347472" cy="347472"/>
            </a:xfrm>
            <a:prstGeom prst="ellipse">
              <a:avLst/>
            </a:prstGeom>
            <a:solidFill>
              <a:srgbClr val="1B1D21"/>
            </a:solidFill>
            <a:ln w="19050">
              <a:solidFill>
                <a:srgbClr val="9AA0A6"/>
              </a:solidFill>
            </a:ln>
          </p:spPr>
          <p:txBody>
            <a:bodyPr rtlCol="0" anchor="ctr"/>
            <a:lstStyle/>
            <a:p>
              <a:pPr algn="ctr"/>
            </a:p>
          </p:txBody>
        </p:sp>
        <p:sp>
          <p:nvSpPr>
            <p:cNvPr id="107" name="hub"/>
            <p:cNvSpPr/>
            <p:nvPr/>
          </p:nvSpPr>
          <p:spPr>
            <a:xfrm>
              <a:off x="9680387" y="3438692"/>
              <a:ext cx="90342" cy="90342"/>
            </a:xfrm>
            <a:prstGeom prst="ellipse">
              <a:avLst/>
            </a:prstGeom>
            <a:solidFill>
              <a:srgbClr val="9AA0A6"/>
            </a:solidFill>
            <a:ln>
              <a:noFill/>
            </a:ln>
          </p:spPr>
          <p:txBody>
            <a:bodyPr rtlCol="0" anchor="ctr"/>
            <a:lstStyle/>
            <a:p>
              <a:pPr algn="ctr"/>
            </a:p>
          </p:txBody>
        </p:sp>
        <p:sp>
          <p:nvSpPr>
            <p:cNvPr id="108" name="wheel"/>
            <p:cNvSpPr/>
            <p:nvPr/>
          </p:nvSpPr>
          <p:spPr>
            <a:xfrm>
              <a:off x="9942728" y="3310128"/>
              <a:ext cx="347472" cy="347472"/>
            </a:xfrm>
            <a:prstGeom prst="ellipse">
              <a:avLst/>
            </a:prstGeom>
            <a:solidFill>
              <a:srgbClr val="1B1D21"/>
            </a:solidFill>
            <a:ln w="19050">
              <a:solidFill>
                <a:srgbClr val="9AA0A6"/>
              </a:solidFill>
            </a:ln>
          </p:spPr>
          <p:txBody>
            <a:bodyPr rtlCol="0" anchor="ctr"/>
            <a:lstStyle/>
            <a:p>
              <a:pPr algn="ctr"/>
            </a:p>
          </p:txBody>
        </p:sp>
        <p:sp>
          <p:nvSpPr>
            <p:cNvPr id="109" name="hub"/>
            <p:cNvSpPr/>
            <p:nvPr/>
          </p:nvSpPr>
          <p:spPr>
            <a:xfrm>
              <a:off x="10071293" y="3438692"/>
              <a:ext cx="90342" cy="90342"/>
            </a:xfrm>
            <a:prstGeom prst="ellipse">
              <a:avLst/>
            </a:prstGeom>
            <a:solidFill>
              <a:srgbClr val="9AA0A6"/>
            </a:solidFill>
            <a:ln>
              <a:noFill/>
            </a:ln>
          </p:spPr>
          <p:txBody>
            <a:bodyPr rtlCol="0" anchor="ctr"/>
            <a:lstStyle/>
            <a:p>
              <a:pPr algn="ctr"/>
            </a:p>
          </p:txBody>
        </p:sp>
        <p:sp>
          <p:nvSpPr>
            <p:cNvPr id="110" name="wheel"/>
            <p:cNvSpPr/>
            <p:nvPr/>
          </p:nvSpPr>
          <p:spPr>
            <a:xfrm>
              <a:off x="10333634" y="3310128"/>
              <a:ext cx="347472" cy="347472"/>
            </a:xfrm>
            <a:prstGeom prst="ellipse">
              <a:avLst/>
            </a:prstGeom>
            <a:solidFill>
              <a:srgbClr val="1B1D21"/>
            </a:solidFill>
            <a:ln w="19050">
              <a:solidFill>
                <a:srgbClr val="9AA0A6"/>
              </a:solidFill>
            </a:ln>
          </p:spPr>
          <p:txBody>
            <a:bodyPr rtlCol="0" anchor="ctr"/>
            <a:lstStyle/>
            <a:p>
              <a:pPr algn="ctr"/>
            </a:p>
          </p:txBody>
        </p:sp>
        <p:sp>
          <p:nvSpPr>
            <p:cNvPr id="111" name="hub"/>
            <p:cNvSpPr/>
            <p:nvPr/>
          </p:nvSpPr>
          <p:spPr>
            <a:xfrm>
              <a:off x="10462199" y="3438692"/>
              <a:ext cx="90342" cy="90342"/>
            </a:xfrm>
            <a:prstGeom prst="ellipse">
              <a:avLst/>
            </a:prstGeom>
            <a:solidFill>
              <a:srgbClr val="9AA0A6"/>
            </a:solidFill>
            <a:ln>
              <a:noFill/>
            </a:ln>
          </p:spPr>
          <p:txBody>
            <a:bodyPr rtlCol="0" anchor="ctr"/>
            <a:lstStyle/>
            <a:p>
              <a:pPr algn="ctr"/>
            </a:p>
          </p:txBody>
        </p:sp>
        <p:sp>
          <p:nvSpPr>
            <p:cNvPr id="112" name="wheel"/>
            <p:cNvSpPr/>
            <p:nvPr/>
          </p:nvSpPr>
          <p:spPr>
            <a:xfrm>
              <a:off x="10811408" y="3466490"/>
              <a:ext cx="191109" cy="191109"/>
            </a:xfrm>
            <a:prstGeom prst="ellipse">
              <a:avLst/>
            </a:prstGeom>
            <a:solidFill>
              <a:srgbClr val="1B1D21"/>
            </a:solidFill>
            <a:ln w="19050">
              <a:solidFill>
                <a:srgbClr val="9AA0A6"/>
              </a:solidFill>
            </a:ln>
          </p:spPr>
          <p:txBody>
            <a:bodyPr rtlCol="0" anchor="ctr"/>
            <a:lstStyle/>
            <a:p>
              <a:pPr algn="ctr"/>
            </a:p>
          </p:txBody>
        </p:sp>
        <p:sp>
          <p:nvSpPr>
            <p:cNvPr id="113" name="hub"/>
            <p:cNvSpPr/>
            <p:nvPr/>
          </p:nvSpPr>
          <p:spPr>
            <a:xfrm>
              <a:off x="10882118" y="3537200"/>
              <a:ext cx="49688" cy="49688"/>
            </a:xfrm>
            <a:prstGeom prst="ellipse">
              <a:avLst/>
            </a:prstGeom>
            <a:solidFill>
              <a:srgbClr val="9AA0A6"/>
            </a:solidFill>
            <a:ln>
              <a:noFill/>
            </a:ln>
          </p:spPr>
          <p:txBody>
            <a:bodyPr rtlCol="0" anchor="ctr"/>
            <a:lstStyle/>
            <a:p>
              <a:pPr algn="ctr"/>
            </a:p>
          </p:txBody>
        </p:sp>
        <p:sp>
          <p:nvSpPr>
            <p:cNvPr id="114" name="coupling rod"/>
            <p:cNvSpPr/>
            <p:nvPr/>
          </p:nvSpPr>
          <p:spPr>
            <a:xfrm>
              <a:off x="9334652" y="3384834"/>
              <a:ext cx="1172718" cy="24323"/>
            </a:xfrm>
            <a:prstGeom prst="rect">
              <a:avLst/>
            </a:prstGeom>
            <a:solidFill>
              <a:srgbClr val="D0D4D8"/>
            </a:solidFill>
            <a:ln>
              <a:noFill/>
            </a:ln>
          </p:spPr>
          <p:txBody>
            <a:bodyPr rtlCol="0" anchor="ctr"/>
            <a:lstStyle/>
            <a:p>
              <a:pPr algn="ctr"/>
            </a:p>
          </p:txBody>
        </p:sp>
        <p:sp>
          <p:nvSpPr>
            <p:cNvPr id="115" name="buffer beam"/>
            <p:cNvSpPr/>
            <p:nvPr/>
          </p:nvSpPr>
          <p:spPr>
            <a:xfrm>
              <a:off x="11419484" y="3327501"/>
              <a:ext cx="52120" cy="156362"/>
            </a:xfrm>
            <a:prstGeom prst="rect">
              <a:avLst/>
            </a:prstGeom>
            <a:solidFill>
              <a:srgbClr val="9AA0A6"/>
            </a:solidFill>
            <a:ln>
              <a:noFill/>
            </a:ln>
          </p:spPr>
          <p:txBody>
            <a:bodyPr rtlCol="0" anchor="ctr"/>
            <a:lstStyle/>
            <a:p>
              <a:pPr algn="ctr"/>
            </a:p>
          </p:txBody>
        </p:sp>
        <p:sp>
          <p:nvSpPr>
            <p:cNvPr id="116" name="number plate"/>
            <p:cNvSpPr/>
            <p:nvPr/>
          </p:nvSpPr>
          <p:spPr>
            <a:xfrm>
              <a:off x="10067086" y="2011680"/>
              <a:ext cx="1280160" cy="420624"/>
            </a:xfrm>
            <a:prstGeom prst="roundRect">
              <a:avLst>
                <a:gd name="adj" fmla="val 17391"/>
              </a:avLst>
            </a:prstGeom>
            <a:solidFill>
              <a:srgbClr val="1B1D21"/>
            </a:solidFill>
            <a:ln w="28575">
              <a:solidFill>
                <a:srgbClr val="F28C28"/>
              </a:solidFill>
            </a:ln>
          </p:spPr>
          <p:txBody>
            <a:bodyPr rtlCol="0" anchor="ctr" wrap="square" lIns="27432" tIns="0" rIns="27432" bIns="0">
              <a:noAutofit/>
            </a:bodyPr>
            <a:lstStyle/>
            <a:p>
              <a:pPr algn="ctr"/>
              <a:r>
                <a:rPr sz="1600" b="1" i="0" lang="en-GB">
                  <a:solidFill>
                    <a:srgbClr val="F2F2F2"/>
                  </a:solidFill>
                  <a:latin typeface="Arial"/>
                </a:rPr>
                <a:t>No. 1234</a:t>
              </a:r>
            </a:p>
          </p:txBody>
        </p:sp>
        <p:cxnSp>
          <p:nvCxnSpPr>
            <p:cNvPr id="117" name="leader"/>
            <p:cNvCxnSpPr/>
            <p:nvPr/>
          </p:nvCxnSpPr>
          <p:spPr>
            <a:xfrm>
              <a:off x="10707166" y="2432304"/>
              <a:ext cx="0" cy="539038"/>
            </a:xfrm>
            <a:prstGeom prst="line">
              <a:avLst/>
            </a:prstGeom>
            <a:ln w="22225">
              <a:solidFill>
                <a:srgbClr val="F28C28"/>
              </a:solidFill>
            </a:ln>
          </p:spPr>
        </p:cxnSp>
        <p:sp>
          <p:nvSpPr>
            <p:cNvPr id="118" name="example label"/>
            <p:cNvSpPr txBox="1"/>
            <p:nvPr/>
          </p:nvSpPr>
          <p:spPr>
            <a:xfrm>
              <a:off x="9002268" y="3840480"/>
              <a:ext cx="1828800" cy="256032"/>
            </a:xfrm>
            <a:prstGeom prst="rect">
              <a:avLst/>
            </a:prstGeom>
            <a:noFill/>
          </p:spPr>
          <p:txBody>
            <a:bodyPr wrap="square" anchor="ctr" lIns="18288" tIns="9144" rIns="18288" bIns="9144">
              <a:noAutofit/>
            </a:bodyPr>
            <a:lstStyle/>
            <a:p>
              <a:pPr algn="ctr"/>
              <a:r>
                <a:rPr sz="1400" b="0" i="0" lang="en-GB">
                  <a:solidFill>
                    <a:srgbClr val="A9B0B8"/>
                  </a:solidFill>
                  <a:latin typeface="Arial"/>
                </a:rPr>
                <a:t>Example only</a:t>
              </a:r>
            </a:p>
          </p:txBody>
        </p:sp>
        <p:cxnSp>
          <p:nvCxnSpPr>
            <p:cNvPr id="119" name="step arrow"/>
            <p:cNvCxnSpPr/>
            <p:nvPr/>
          </p:nvCxnSpPr>
          <p:spPr>
            <a:xfrm>
              <a:off x="4032504" y="2834640"/>
              <a:ext cx="301752" cy="0"/>
            </a:xfrm>
            <a:prstGeom prst="line">
              <a:avLst/>
            </a:prstGeom>
            <a:ln w="38100">
              <a:solidFill>
                <a:srgbClr val="F28C28"/>
              </a:solidFill>
              <a:tailEnd type="triangle" w="med" len="med"/>
            </a:ln>
          </p:spPr>
        </p:cxnSp>
        <p:cxnSp>
          <p:nvCxnSpPr>
            <p:cNvPr id="120" name="step arrow"/>
            <p:cNvCxnSpPr/>
            <p:nvPr/>
          </p:nvCxnSpPr>
          <p:spPr>
            <a:xfrm>
              <a:off x="7854696" y="2834640"/>
              <a:ext cx="301752" cy="0"/>
            </a:xfrm>
            <a:prstGeom prst="line">
              <a:avLst/>
            </a:prstGeom>
            <a:ln w="38100">
              <a:solidFill>
                <a:srgbClr val="F28C28"/>
              </a:solidFill>
              <a:tailEnd type="triangle" w="med" len="med"/>
            </a:ln>
          </p:spPr>
        </p:cxnSp>
        <p:sp>
          <p:nvSpPr>
            <p:cNvPr id="121" name="note panel"/>
            <p:cNvSpPr/>
            <p:nvPr/>
          </p:nvSpPr>
          <p:spPr>
            <a:xfrm>
              <a:off x="548640" y="4526280"/>
              <a:ext cx="11091672" cy="822960"/>
            </a:xfrm>
            <a:prstGeom prst="roundRect">
              <a:avLst>
                <a:gd name="adj" fmla="val 11111"/>
              </a:avLst>
            </a:prstGeom>
            <a:solidFill>
              <a:srgbClr val="343A43"/>
            </a:solidFill>
            <a:ln w="19050">
              <a:solidFill>
                <a:srgbClr val="4A515B"/>
              </a:solidFill>
            </a:ln>
          </p:spPr>
          <p:txBody>
            <a:bodyPr rtlCol="0" anchor="ctr"/>
            <a:lstStyle/>
            <a:p>
              <a:pPr algn="ctr"/>
            </a:p>
          </p:txBody>
        </p:sp>
        <p:sp>
          <p:nvSpPr>
            <p:cNvPr id="122" name="note"/>
            <p:cNvSpPr txBox="1"/>
            <p:nvPr/>
          </p:nvSpPr>
          <p:spPr>
            <a:xfrm>
              <a:off x="822960" y="4526280"/>
              <a:ext cx="10607040" cy="822960"/>
            </a:xfrm>
            <a:prstGeom prst="rect">
              <a:avLst/>
            </a:prstGeom>
            <a:noFill/>
          </p:spPr>
          <p:txBody>
            <a:bodyPr wrap="square" anchor="ctr" lIns="18288" tIns="9144" rIns="18288" bIns="9144">
              <a:noAutofit/>
            </a:bodyPr>
            <a:lstStyle/>
            <a:p>
              <a:pPr algn="l"/>
              <a:r>
                <a:rPr sz="2000" b="1" i="0" lang="en-GB">
                  <a:solidFill>
                    <a:srgbClr val="F2F2F2"/>
                  </a:solidFill>
                  <a:latin typeface="Arial"/>
                </a:rPr>
                <a:t>Normal engines are class members and carry no personal names.</a:t>
              </a:r>
            </a:p>
          </p:txBody>
        </p:sp>
      </p:grpSp>
      <p:sp>
        <p:nvSpPr>
          <p:cNvPr id="12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2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25"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Your engine gets its number once it is placed.</a:t>
            </a:r>
          </a:p>
        </p:txBody>
      </p:sp>
      <p:sp>
        <p:nvSpPr>
          <p:cNvPr id="12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Numbers survive region changes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Two number loops" descr="Two loops. In the first, an engine is British No. 1111, becomes North American No. 2222 and returns to British No. 1111. In the second, you edit the British number to 3333, and after the same trip the British number is still 3333. Numbers are examples only."/>
          <p:cNvGrpSpPr/>
          <p:nvPr/>
        </p:nvGrpSpPr>
        <p:grpSpPr>
          <a:xfrm>
            <a:off x="548640" y="1280160"/>
            <a:ext cx="11091672" cy="3886200"/>
            <a:chOff x="548640" y="1280160"/>
            <a:chExt cx="11091672" cy="3886200"/>
          </a:xfrm>
        </p:grpSpPr>
        <p:sp>
          <p:nvSpPr>
            <p:cNvPr id="5" name="loop panel"/>
            <p:cNvSpPr/>
            <p:nvPr/>
          </p:nvSpPr>
          <p:spPr>
            <a:xfrm>
              <a:off x="548640" y="1280160"/>
              <a:ext cx="11091672" cy="1828800"/>
            </a:xfrm>
            <a:prstGeom prst="roundRect">
              <a:avLst>
                <a:gd name="adj" fmla="val 5000"/>
              </a:avLst>
            </a:prstGeom>
            <a:solidFill>
              <a:srgbClr val="2B2F36"/>
            </a:solidFill>
            <a:ln>
              <a:noFill/>
            </a:ln>
          </p:spPr>
          <p:txBody>
            <a:bodyPr rtlCol="0" anchor="ctr"/>
            <a:lstStyle/>
            <a:p>
              <a:pPr algn="ctr"/>
            </a:p>
          </p:txBody>
        </p:sp>
        <p:sp>
          <p:nvSpPr>
            <p:cNvPr id="6" name="region card"/>
            <p:cNvSpPr/>
            <p:nvPr/>
          </p:nvSpPr>
          <p:spPr>
            <a:xfrm>
              <a:off x="1280160" y="1463040"/>
              <a:ext cx="2377440" cy="1051560"/>
            </a:xfrm>
            <a:prstGeom prst="roundRect">
              <a:avLst>
                <a:gd name="adj" fmla="val 8695"/>
              </a:avLst>
            </a:prstGeom>
            <a:solidFill>
              <a:srgbClr val="343A43"/>
            </a:solidFill>
            <a:ln w="19050">
              <a:solidFill>
                <a:srgbClr val="4A515B"/>
              </a:solidFill>
            </a:ln>
          </p:spPr>
          <p:txBody>
            <a:bodyPr rtlCol="0" anchor="ctr"/>
            <a:lstStyle/>
            <a:p>
              <a:pPr algn="ctr"/>
            </a:p>
          </p:txBody>
        </p:sp>
        <p:sp>
          <p:nvSpPr>
            <p:cNvPr id="7" name="region name"/>
            <p:cNvSpPr txBox="1"/>
            <p:nvPr/>
          </p:nvSpPr>
          <p:spPr>
            <a:xfrm>
              <a:off x="1280160" y="1536192"/>
              <a:ext cx="2377440" cy="329184"/>
            </a:xfrm>
            <a:prstGeom prst="rect">
              <a:avLst/>
            </a:prstGeom>
            <a:noFill/>
          </p:spPr>
          <p:txBody>
            <a:bodyPr wrap="square" anchor="ctr" lIns="18288" tIns="9144" rIns="18288" bIns="9144">
              <a:noAutofit/>
            </a:bodyPr>
            <a:lstStyle/>
            <a:p>
              <a:pPr algn="ctr"/>
              <a:r>
                <a:rPr sz="1600" b="1" i="0" lang="en-GB">
                  <a:solidFill>
                    <a:srgbClr val="F2F2F2"/>
                  </a:solidFill>
                  <a:latin typeface="Arial"/>
                </a:rPr>
                <a:t>British</a:t>
              </a:r>
            </a:p>
          </p:txBody>
        </p:sp>
        <p:sp>
          <p:nvSpPr>
            <p:cNvPr id="8" name="number plate"/>
            <p:cNvSpPr/>
            <p:nvPr/>
          </p:nvSpPr>
          <p:spPr>
            <a:xfrm>
              <a:off x="1508760" y="1920240"/>
              <a:ext cx="1920240" cy="475488"/>
            </a:xfrm>
            <a:prstGeom prst="roundRect">
              <a:avLst>
                <a:gd name="adj" fmla="val 15384"/>
              </a:avLst>
            </a:prstGeom>
            <a:solidFill>
              <a:srgbClr val="1B1D21"/>
            </a:solidFill>
            <a:ln w="28575">
              <a:solidFill>
                <a:srgbClr val="F28C28"/>
              </a:solidFill>
            </a:ln>
          </p:spPr>
          <p:txBody>
            <a:bodyPr rtlCol="0" anchor="ctr" wrap="square" lIns="27432" tIns="0" rIns="27432" bIns="0">
              <a:noAutofit/>
            </a:bodyPr>
            <a:lstStyle/>
            <a:p>
              <a:pPr algn="ctr"/>
              <a:r>
                <a:rPr sz="2400" b="1" i="0" lang="en-GB">
                  <a:solidFill>
                    <a:srgbClr val="F2F2F2"/>
                  </a:solidFill>
                  <a:latin typeface="Arial"/>
                </a:rPr>
                <a:t>No. 1111</a:t>
              </a:r>
            </a:p>
          </p:txBody>
        </p:sp>
        <p:sp>
          <p:nvSpPr>
            <p:cNvPr id="9" name="region card"/>
            <p:cNvSpPr/>
            <p:nvPr/>
          </p:nvSpPr>
          <p:spPr>
            <a:xfrm>
              <a:off x="4892040" y="1463040"/>
              <a:ext cx="2377440" cy="1051560"/>
            </a:xfrm>
            <a:prstGeom prst="roundRect">
              <a:avLst>
                <a:gd name="adj" fmla="val 8695"/>
              </a:avLst>
            </a:prstGeom>
            <a:solidFill>
              <a:srgbClr val="343A43"/>
            </a:solidFill>
            <a:ln w="19050">
              <a:solidFill>
                <a:srgbClr val="4A515B"/>
              </a:solidFill>
            </a:ln>
          </p:spPr>
          <p:txBody>
            <a:bodyPr rtlCol="0" anchor="ctr"/>
            <a:lstStyle/>
            <a:p>
              <a:pPr algn="ctr"/>
            </a:p>
          </p:txBody>
        </p:sp>
        <p:sp>
          <p:nvSpPr>
            <p:cNvPr id="10" name="region name"/>
            <p:cNvSpPr txBox="1"/>
            <p:nvPr/>
          </p:nvSpPr>
          <p:spPr>
            <a:xfrm>
              <a:off x="4892040" y="1536192"/>
              <a:ext cx="2377440" cy="329184"/>
            </a:xfrm>
            <a:prstGeom prst="rect">
              <a:avLst/>
            </a:prstGeom>
            <a:noFill/>
          </p:spPr>
          <p:txBody>
            <a:bodyPr wrap="square" anchor="ctr" lIns="18288" tIns="9144" rIns="18288" bIns="9144">
              <a:noAutofit/>
            </a:bodyPr>
            <a:lstStyle/>
            <a:p>
              <a:pPr algn="ctr"/>
              <a:r>
                <a:rPr sz="1600" b="1" i="0" lang="en-GB">
                  <a:solidFill>
                    <a:srgbClr val="F2F2F2"/>
                  </a:solidFill>
                  <a:latin typeface="Arial"/>
                </a:rPr>
                <a:t>North American</a:t>
              </a:r>
            </a:p>
          </p:txBody>
        </p:sp>
        <p:sp>
          <p:nvSpPr>
            <p:cNvPr id="11" name="number plate"/>
            <p:cNvSpPr/>
            <p:nvPr/>
          </p:nvSpPr>
          <p:spPr>
            <a:xfrm>
              <a:off x="5120640" y="1920240"/>
              <a:ext cx="1920240" cy="475488"/>
            </a:xfrm>
            <a:prstGeom prst="roundRect">
              <a:avLst>
                <a:gd name="adj" fmla="val 15384"/>
              </a:avLst>
            </a:prstGeom>
            <a:solidFill>
              <a:srgbClr val="1B1D21"/>
            </a:solidFill>
            <a:ln w="28575">
              <a:solidFill>
                <a:srgbClr val="F28C28"/>
              </a:solidFill>
            </a:ln>
          </p:spPr>
          <p:txBody>
            <a:bodyPr rtlCol="0" anchor="ctr" wrap="square" lIns="27432" tIns="0" rIns="27432" bIns="0">
              <a:noAutofit/>
            </a:bodyPr>
            <a:lstStyle/>
            <a:p>
              <a:pPr algn="ctr"/>
              <a:r>
                <a:rPr sz="2400" b="1" i="0" lang="en-GB">
                  <a:solidFill>
                    <a:srgbClr val="F2F2F2"/>
                  </a:solidFill>
                  <a:latin typeface="Arial"/>
                </a:rPr>
                <a:t>No. 2222</a:t>
              </a:r>
            </a:p>
          </p:txBody>
        </p:sp>
        <p:sp>
          <p:nvSpPr>
            <p:cNvPr id="12" name="region card"/>
            <p:cNvSpPr/>
            <p:nvPr/>
          </p:nvSpPr>
          <p:spPr>
            <a:xfrm>
              <a:off x="8503920" y="1463040"/>
              <a:ext cx="2377440" cy="1051560"/>
            </a:xfrm>
            <a:prstGeom prst="roundRect">
              <a:avLst>
                <a:gd name="adj" fmla="val 8695"/>
              </a:avLst>
            </a:prstGeom>
            <a:solidFill>
              <a:srgbClr val="343A43"/>
            </a:solidFill>
            <a:ln w="19050">
              <a:solidFill>
                <a:srgbClr val="4A515B"/>
              </a:solidFill>
            </a:ln>
          </p:spPr>
          <p:txBody>
            <a:bodyPr rtlCol="0" anchor="ctr"/>
            <a:lstStyle/>
            <a:p>
              <a:pPr algn="ctr"/>
            </a:p>
          </p:txBody>
        </p:sp>
        <p:sp>
          <p:nvSpPr>
            <p:cNvPr id="13" name="region name"/>
            <p:cNvSpPr txBox="1"/>
            <p:nvPr/>
          </p:nvSpPr>
          <p:spPr>
            <a:xfrm>
              <a:off x="8503920" y="1536192"/>
              <a:ext cx="2377440" cy="329184"/>
            </a:xfrm>
            <a:prstGeom prst="rect">
              <a:avLst/>
            </a:prstGeom>
            <a:noFill/>
          </p:spPr>
          <p:txBody>
            <a:bodyPr wrap="square" anchor="ctr" lIns="18288" tIns="9144" rIns="18288" bIns="9144">
              <a:noAutofit/>
            </a:bodyPr>
            <a:lstStyle/>
            <a:p>
              <a:pPr algn="ctr"/>
              <a:r>
                <a:rPr sz="1600" b="1" i="0" lang="en-GB">
                  <a:solidFill>
                    <a:srgbClr val="F2F2F2"/>
                  </a:solidFill>
                  <a:latin typeface="Arial"/>
                </a:rPr>
                <a:t>British</a:t>
              </a:r>
            </a:p>
          </p:txBody>
        </p:sp>
        <p:sp>
          <p:nvSpPr>
            <p:cNvPr id="14" name="number plate"/>
            <p:cNvSpPr/>
            <p:nvPr/>
          </p:nvSpPr>
          <p:spPr>
            <a:xfrm>
              <a:off x="8732520" y="1920240"/>
              <a:ext cx="1920240" cy="475488"/>
            </a:xfrm>
            <a:prstGeom prst="roundRect">
              <a:avLst>
                <a:gd name="adj" fmla="val 15384"/>
              </a:avLst>
            </a:prstGeom>
            <a:solidFill>
              <a:srgbClr val="1B1D21"/>
            </a:solidFill>
            <a:ln w="28575">
              <a:solidFill>
                <a:srgbClr val="F28C28"/>
              </a:solidFill>
            </a:ln>
          </p:spPr>
          <p:txBody>
            <a:bodyPr rtlCol="0" anchor="ctr" wrap="square" lIns="27432" tIns="0" rIns="27432" bIns="0">
              <a:noAutofit/>
            </a:bodyPr>
            <a:lstStyle/>
            <a:p>
              <a:pPr algn="ctr"/>
              <a:r>
                <a:rPr sz="2400" b="1" i="0" lang="en-GB">
                  <a:solidFill>
                    <a:srgbClr val="F2F2F2"/>
                  </a:solidFill>
                  <a:latin typeface="Arial"/>
                </a:rPr>
                <a:t>No. 1111</a:t>
              </a:r>
            </a:p>
          </p:txBody>
        </p:sp>
        <p:cxnSp>
          <p:nvCxnSpPr>
            <p:cNvPr id="15" name="switch arrow"/>
            <p:cNvCxnSpPr/>
            <p:nvPr/>
          </p:nvCxnSpPr>
          <p:spPr>
            <a:xfrm>
              <a:off x="3749039" y="1984248"/>
              <a:ext cx="1051561" cy="0"/>
            </a:xfrm>
            <a:prstGeom prst="line">
              <a:avLst/>
            </a:prstGeom>
            <a:ln w="38100">
              <a:solidFill>
                <a:srgbClr val="F28C28"/>
              </a:solidFill>
              <a:tailEnd type="triangle" w="med" len="med"/>
            </a:ln>
          </p:spPr>
        </p:cxnSp>
        <p:cxnSp>
          <p:nvCxnSpPr>
            <p:cNvPr id="16" name="switch arrow"/>
            <p:cNvCxnSpPr/>
            <p:nvPr/>
          </p:nvCxnSpPr>
          <p:spPr>
            <a:xfrm>
              <a:off x="7360919" y="1984248"/>
              <a:ext cx="1051561" cy="0"/>
            </a:xfrm>
            <a:prstGeom prst="line">
              <a:avLst/>
            </a:prstGeom>
            <a:ln w="38100">
              <a:solidFill>
                <a:srgbClr val="F28C28"/>
              </a:solidFill>
              <a:tailEnd type="triangle" w="med" len="med"/>
            </a:ln>
          </p:spPr>
        </p:cxnSp>
        <p:sp>
          <p:nvSpPr>
            <p:cNvPr id="17" name="return arrow"/>
            <p:cNvSpPr/>
            <p:nvPr/>
          </p:nvSpPr>
          <p:spPr>
            <a:xfrm>
              <a:off x="2468880" y="2542032"/>
              <a:ext cx="7223760" cy="338328"/>
            </a:xfrm>
            <a:custGeom>
              <a:avLst/>
              <a:gdLst/>
              <a:ahLst/>
              <a:cxnLst/>
              <a:rect l="l" t="t" r="r" b="b"/>
              <a:pathLst>
                <a:path w="7223760" h="338328">
                  <a:moveTo>
                    <a:pt x="7223760" y="0"/>
                  </a:moveTo>
                  <a:lnTo>
                    <a:pt x="7223760" y="338328"/>
                  </a:lnTo>
                  <a:lnTo>
                    <a:pt x="0" y="338328"/>
                  </a:lnTo>
                  <a:lnTo>
                    <a:pt x="0" y="36576"/>
                  </a:lnTo>
                </a:path>
              </a:pathLst>
            </a:custGeom>
            <a:noFill/>
            <a:ln w="28575">
              <a:solidFill>
                <a:srgbClr val="F28C28"/>
              </a:solidFill>
              <a:prstDash val="dash"/>
              <a:tailEnd type="triangle" w="med" len="med"/>
            </a:ln>
          </p:spPr>
          <p:txBody>
            <a:bodyPr rtlCol="0" anchor="ctr"/>
            <a:lstStyle/>
            <a:p>
              <a:pPr algn="ctr"/>
            </a:p>
          </p:txBody>
        </p:sp>
        <p:sp>
          <p:nvSpPr>
            <p:cNvPr id="18" name="loop panel"/>
            <p:cNvSpPr/>
            <p:nvPr/>
          </p:nvSpPr>
          <p:spPr>
            <a:xfrm>
              <a:off x="548640" y="3246120"/>
              <a:ext cx="11091672" cy="1920240"/>
            </a:xfrm>
            <a:prstGeom prst="roundRect">
              <a:avLst>
                <a:gd name="adj" fmla="val 4761"/>
              </a:avLst>
            </a:prstGeom>
            <a:solidFill>
              <a:srgbClr val="2B2F36"/>
            </a:solidFill>
            <a:ln>
              <a:noFill/>
            </a:ln>
          </p:spPr>
          <p:txBody>
            <a:bodyPr rtlCol="0" anchor="ctr"/>
            <a:lstStyle/>
            <a:p>
              <a:pPr algn="ctr"/>
            </a:p>
          </p:txBody>
        </p:sp>
        <p:sp>
          <p:nvSpPr>
            <p:cNvPr id="19" name="region card"/>
            <p:cNvSpPr/>
            <p:nvPr/>
          </p:nvSpPr>
          <p:spPr>
            <a:xfrm>
              <a:off x="777240" y="3456432"/>
              <a:ext cx="2011680" cy="1051560"/>
            </a:xfrm>
            <a:prstGeom prst="roundRect">
              <a:avLst>
                <a:gd name="adj" fmla="val 8695"/>
              </a:avLst>
            </a:prstGeom>
            <a:solidFill>
              <a:srgbClr val="343A43"/>
            </a:solidFill>
            <a:ln w="19050">
              <a:solidFill>
                <a:srgbClr val="4A515B"/>
              </a:solidFill>
            </a:ln>
          </p:spPr>
          <p:txBody>
            <a:bodyPr rtlCol="0" anchor="ctr"/>
            <a:lstStyle/>
            <a:p>
              <a:pPr algn="ctr"/>
            </a:p>
          </p:txBody>
        </p:sp>
        <p:sp>
          <p:nvSpPr>
            <p:cNvPr id="20" name="region name"/>
            <p:cNvSpPr txBox="1"/>
            <p:nvPr/>
          </p:nvSpPr>
          <p:spPr>
            <a:xfrm>
              <a:off x="777240" y="3529584"/>
              <a:ext cx="2011680" cy="329184"/>
            </a:xfrm>
            <a:prstGeom prst="rect">
              <a:avLst/>
            </a:prstGeom>
            <a:noFill/>
          </p:spPr>
          <p:txBody>
            <a:bodyPr wrap="square" anchor="ctr" lIns="18288" tIns="9144" rIns="18288" bIns="9144">
              <a:noAutofit/>
            </a:bodyPr>
            <a:lstStyle/>
            <a:p>
              <a:pPr algn="ctr"/>
              <a:r>
                <a:rPr sz="1600" b="1" i="0" lang="en-GB">
                  <a:solidFill>
                    <a:srgbClr val="F2F2F2"/>
                  </a:solidFill>
                  <a:latin typeface="Arial"/>
                </a:rPr>
                <a:t>British</a:t>
              </a:r>
            </a:p>
          </p:txBody>
        </p:sp>
        <p:sp>
          <p:nvSpPr>
            <p:cNvPr id="21" name="number plate"/>
            <p:cNvSpPr/>
            <p:nvPr/>
          </p:nvSpPr>
          <p:spPr>
            <a:xfrm>
              <a:off x="1005840" y="3913631"/>
              <a:ext cx="1554480" cy="475488"/>
            </a:xfrm>
            <a:prstGeom prst="roundRect">
              <a:avLst>
                <a:gd name="adj" fmla="val 15384"/>
              </a:avLst>
            </a:prstGeom>
            <a:solidFill>
              <a:srgbClr val="1B1D21"/>
            </a:solidFill>
            <a:ln w="28575">
              <a:solidFill>
                <a:srgbClr val="F28C28"/>
              </a:solidFill>
            </a:ln>
          </p:spPr>
          <p:txBody>
            <a:bodyPr rtlCol="0" anchor="ctr" wrap="square" lIns="27432" tIns="0" rIns="27432" bIns="0">
              <a:noAutofit/>
            </a:bodyPr>
            <a:lstStyle/>
            <a:p>
              <a:pPr algn="ctr"/>
              <a:r>
                <a:rPr sz="2400" b="1" i="0" lang="en-GB">
                  <a:solidFill>
                    <a:srgbClr val="F2F2F2"/>
                  </a:solidFill>
                  <a:latin typeface="Arial"/>
                </a:rPr>
                <a:t>No. 1111</a:t>
              </a:r>
            </a:p>
          </p:txBody>
        </p:sp>
        <p:sp>
          <p:nvSpPr>
            <p:cNvPr id="22" name="region card"/>
            <p:cNvSpPr/>
            <p:nvPr/>
          </p:nvSpPr>
          <p:spPr>
            <a:xfrm>
              <a:off x="3657600" y="3456432"/>
              <a:ext cx="2011680" cy="1051560"/>
            </a:xfrm>
            <a:prstGeom prst="roundRect">
              <a:avLst>
                <a:gd name="adj" fmla="val 8695"/>
              </a:avLst>
            </a:prstGeom>
            <a:solidFill>
              <a:srgbClr val="343A43"/>
            </a:solidFill>
            <a:ln w="19050">
              <a:solidFill>
                <a:srgbClr val="4A515B"/>
              </a:solidFill>
            </a:ln>
          </p:spPr>
          <p:txBody>
            <a:bodyPr rtlCol="0" anchor="ctr"/>
            <a:lstStyle/>
            <a:p>
              <a:pPr algn="ctr"/>
            </a:p>
          </p:txBody>
        </p:sp>
        <p:sp>
          <p:nvSpPr>
            <p:cNvPr id="23" name="region name"/>
            <p:cNvSpPr txBox="1"/>
            <p:nvPr/>
          </p:nvSpPr>
          <p:spPr>
            <a:xfrm>
              <a:off x="3657600" y="3529584"/>
              <a:ext cx="2011680" cy="329184"/>
            </a:xfrm>
            <a:prstGeom prst="rect">
              <a:avLst/>
            </a:prstGeom>
            <a:noFill/>
          </p:spPr>
          <p:txBody>
            <a:bodyPr wrap="square" anchor="ctr" lIns="18288" tIns="9144" rIns="18288" bIns="9144">
              <a:noAutofit/>
            </a:bodyPr>
            <a:lstStyle/>
            <a:p>
              <a:pPr algn="ctr"/>
              <a:r>
                <a:rPr sz="1600" b="1" i="0" lang="en-GB">
                  <a:solidFill>
                    <a:srgbClr val="F2F2F2"/>
                  </a:solidFill>
                  <a:latin typeface="Arial"/>
                </a:rPr>
                <a:t>British</a:t>
              </a:r>
            </a:p>
          </p:txBody>
        </p:sp>
        <p:sp>
          <p:nvSpPr>
            <p:cNvPr id="24" name="number plate"/>
            <p:cNvSpPr/>
            <p:nvPr/>
          </p:nvSpPr>
          <p:spPr>
            <a:xfrm>
              <a:off x="3886200" y="3913631"/>
              <a:ext cx="1554480" cy="475488"/>
            </a:xfrm>
            <a:prstGeom prst="roundRect">
              <a:avLst>
                <a:gd name="adj" fmla="val 15384"/>
              </a:avLst>
            </a:prstGeom>
            <a:solidFill>
              <a:srgbClr val="1B1D21"/>
            </a:solidFill>
            <a:ln w="28575">
              <a:solidFill>
                <a:srgbClr val="F28C28"/>
              </a:solidFill>
            </a:ln>
          </p:spPr>
          <p:txBody>
            <a:bodyPr rtlCol="0" anchor="ctr" wrap="square" lIns="27432" tIns="0" rIns="27432" bIns="0">
              <a:noAutofit/>
            </a:bodyPr>
            <a:lstStyle/>
            <a:p>
              <a:pPr algn="ctr"/>
              <a:r>
                <a:rPr sz="2400" b="1" i="0" lang="en-GB">
                  <a:solidFill>
                    <a:srgbClr val="F2F2F2"/>
                  </a:solidFill>
                  <a:latin typeface="Arial"/>
                </a:rPr>
                <a:t>No. 3333</a:t>
              </a:r>
            </a:p>
          </p:txBody>
        </p:sp>
        <p:sp>
          <p:nvSpPr>
            <p:cNvPr id="25" name="region card"/>
            <p:cNvSpPr/>
            <p:nvPr/>
          </p:nvSpPr>
          <p:spPr>
            <a:xfrm>
              <a:off x="6537960" y="3456432"/>
              <a:ext cx="2011680" cy="1051560"/>
            </a:xfrm>
            <a:prstGeom prst="roundRect">
              <a:avLst>
                <a:gd name="adj" fmla="val 8695"/>
              </a:avLst>
            </a:prstGeom>
            <a:solidFill>
              <a:srgbClr val="343A43"/>
            </a:solidFill>
            <a:ln w="19050">
              <a:solidFill>
                <a:srgbClr val="4A515B"/>
              </a:solidFill>
            </a:ln>
          </p:spPr>
          <p:txBody>
            <a:bodyPr rtlCol="0" anchor="ctr"/>
            <a:lstStyle/>
            <a:p>
              <a:pPr algn="ctr"/>
            </a:p>
          </p:txBody>
        </p:sp>
        <p:sp>
          <p:nvSpPr>
            <p:cNvPr id="26" name="region name"/>
            <p:cNvSpPr txBox="1"/>
            <p:nvPr/>
          </p:nvSpPr>
          <p:spPr>
            <a:xfrm>
              <a:off x="6537960" y="3529584"/>
              <a:ext cx="2011680" cy="329184"/>
            </a:xfrm>
            <a:prstGeom prst="rect">
              <a:avLst/>
            </a:prstGeom>
            <a:noFill/>
          </p:spPr>
          <p:txBody>
            <a:bodyPr wrap="square" anchor="ctr" lIns="18288" tIns="9144" rIns="18288" bIns="9144">
              <a:noAutofit/>
            </a:bodyPr>
            <a:lstStyle/>
            <a:p>
              <a:pPr algn="ctr"/>
              <a:r>
                <a:rPr sz="1600" b="1" i="0" lang="en-GB">
                  <a:solidFill>
                    <a:srgbClr val="F2F2F2"/>
                  </a:solidFill>
                  <a:latin typeface="Arial"/>
                </a:rPr>
                <a:t>North American</a:t>
              </a:r>
            </a:p>
          </p:txBody>
        </p:sp>
        <p:sp>
          <p:nvSpPr>
            <p:cNvPr id="27" name="number plate"/>
            <p:cNvSpPr/>
            <p:nvPr/>
          </p:nvSpPr>
          <p:spPr>
            <a:xfrm>
              <a:off x="6766560" y="3913631"/>
              <a:ext cx="1554480" cy="475488"/>
            </a:xfrm>
            <a:prstGeom prst="roundRect">
              <a:avLst>
                <a:gd name="adj" fmla="val 15384"/>
              </a:avLst>
            </a:prstGeom>
            <a:solidFill>
              <a:srgbClr val="1B1D21"/>
            </a:solidFill>
            <a:ln w="28575">
              <a:solidFill>
                <a:srgbClr val="F28C28"/>
              </a:solidFill>
            </a:ln>
          </p:spPr>
          <p:txBody>
            <a:bodyPr rtlCol="0" anchor="ctr" wrap="square" lIns="27432" tIns="0" rIns="27432" bIns="0">
              <a:noAutofit/>
            </a:bodyPr>
            <a:lstStyle/>
            <a:p>
              <a:pPr algn="ctr"/>
              <a:r>
                <a:rPr sz="2400" b="1" i="0" lang="en-GB">
                  <a:solidFill>
                    <a:srgbClr val="F2F2F2"/>
                  </a:solidFill>
                  <a:latin typeface="Arial"/>
                </a:rPr>
                <a:t>No. 2222</a:t>
              </a:r>
            </a:p>
          </p:txBody>
        </p:sp>
        <p:sp>
          <p:nvSpPr>
            <p:cNvPr id="28" name="region card"/>
            <p:cNvSpPr/>
            <p:nvPr/>
          </p:nvSpPr>
          <p:spPr>
            <a:xfrm>
              <a:off x="9418320" y="3456432"/>
              <a:ext cx="2011680" cy="1051560"/>
            </a:xfrm>
            <a:prstGeom prst="roundRect">
              <a:avLst>
                <a:gd name="adj" fmla="val 8695"/>
              </a:avLst>
            </a:prstGeom>
            <a:solidFill>
              <a:srgbClr val="343A43"/>
            </a:solidFill>
            <a:ln w="19050">
              <a:solidFill>
                <a:srgbClr val="4A515B"/>
              </a:solidFill>
            </a:ln>
          </p:spPr>
          <p:txBody>
            <a:bodyPr rtlCol="0" anchor="ctr"/>
            <a:lstStyle/>
            <a:p>
              <a:pPr algn="ctr"/>
            </a:p>
          </p:txBody>
        </p:sp>
        <p:sp>
          <p:nvSpPr>
            <p:cNvPr id="29" name="region name"/>
            <p:cNvSpPr txBox="1"/>
            <p:nvPr/>
          </p:nvSpPr>
          <p:spPr>
            <a:xfrm>
              <a:off x="9418320" y="3529584"/>
              <a:ext cx="2011680" cy="329184"/>
            </a:xfrm>
            <a:prstGeom prst="rect">
              <a:avLst/>
            </a:prstGeom>
            <a:noFill/>
          </p:spPr>
          <p:txBody>
            <a:bodyPr wrap="square" anchor="ctr" lIns="18288" tIns="9144" rIns="18288" bIns="9144">
              <a:noAutofit/>
            </a:bodyPr>
            <a:lstStyle/>
            <a:p>
              <a:pPr algn="ctr"/>
              <a:r>
                <a:rPr sz="1600" b="1" i="0" lang="en-GB">
                  <a:solidFill>
                    <a:srgbClr val="F2F2F2"/>
                  </a:solidFill>
                  <a:latin typeface="Arial"/>
                </a:rPr>
                <a:t>British</a:t>
              </a:r>
            </a:p>
          </p:txBody>
        </p:sp>
        <p:sp>
          <p:nvSpPr>
            <p:cNvPr id="30" name="number plate"/>
            <p:cNvSpPr/>
            <p:nvPr/>
          </p:nvSpPr>
          <p:spPr>
            <a:xfrm>
              <a:off x="9646920" y="3913631"/>
              <a:ext cx="1554480" cy="475488"/>
            </a:xfrm>
            <a:prstGeom prst="roundRect">
              <a:avLst>
                <a:gd name="adj" fmla="val 15384"/>
              </a:avLst>
            </a:prstGeom>
            <a:solidFill>
              <a:srgbClr val="1B1D21"/>
            </a:solidFill>
            <a:ln w="28575">
              <a:solidFill>
                <a:srgbClr val="F28C28"/>
              </a:solidFill>
            </a:ln>
          </p:spPr>
          <p:txBody>
            <a:bodyPr rtlCol="0" anchor="ctr" wrap="square" lIns="27432" tIns="0" rIns="27432" bIns="0">
              <a:noAutofit/>
            </a:bodyPr>
            <a:lstStyle/>
            <a:p>
              <a:pPr algn="ctr"/>
              <a:r>
                <a:rPr sz="2400" b="1" i="0" lang="en-GB">
                  <a:solidFill>
                    <a:srgbClr val="F2F2F2"/>
                  </a:solidFill>
                  <a:latin typeface="Arial"/>
                </a:rPr>
                <a:t>No. 3333</a:t>
              </a:r>
            </a:p>
          </p:txBody>
        </p:sp>
        <p:cxnSp>
          <p:nvCxnSpPr>
            <p:cNvPr id="31" name="switch arrow"/>
            <p:cNvCxnSpPr/>
            <p:nvPr/>
          </p:nvCxnSpPr>
          <p:spPr>
            <a:xfrm>
              <a:off x="2880360" y="3977639"/>
              <a:ext cx="685800" cy="0"/>
            </a:xfrm>
            <a:prstGeom prst="line">
              <a:avLst/>
            </a:prstGeom>
            <a:ln w="38100">
              <a:solidFill>
                <a:srgbClr val="F28C28"/>
              </a:solidFill>
              <a:tailEnd type="triangle" w="med" len="med"/>
            </a:ln>
          </p:spPr>
        </p:cxnSp>
        <p:cxnSp>
          <p:nvCxnSpPr>
            <p:cNvPr id="32" name="switch arrow"/>
            <p:cNvCxnSpPr/>
            <p:nvPr/>
          </p:nvCxnSpPr>
          <p:spPr>
            <a:xfrm>
              <a:off x="5760720" y="3977639"/>
              <a:ext cx="685800" cy="0"/>
            </a:xfrm>
            <a:prstGeom prst="line">
              <a:avLst/>
            </a:prstGeom>
            <a:ln w="38100">
              <a:solidFill>
                <a:srgbClr val="F28C28"/>
              </a:solidFill>
              <a:tailEnd type="triangle" w="med" len="med"/>
            </a:ln>
          </p:spPr>
        </p:cxnSp>
        <p:cxnSp>
          <p:nvCxnSpPr>
            <p:cNvPr id="33" name="switch arrow"/>
            <p:cNvCxnSpPr/>
            <p:nvPr/>
          </p:nvCxnSpPr>
          <p:spPr>
            <a:xfrm>
              <a:off x="8641080" y="3977639"/>
              <a:ext cx="685800" cy="0"/>
            </a:xfrm>
            <a:prstGeom prst="line">
              <a:avLst/>
            </a:prstGeom>
            <a:ln w="38100">
              <a:solidFill>
                <a:srgbClr val="F28C28"/>
              </a:solidFill>
              <a:tailEnd type="triangle" w="med" len="med"/>
            </a:ln>
          </p:spPr>
        </p:cxnSp>
        <p:sp>
          <p:nvSpPr>
            <p:cNvPr id="34" name="pencil body"/>
            <p:cNvSpPr/>
            <p:nvPr/>
          </p:nvSpPr>
          <p:spPr>
            <a:xfrm>
              <a:off x="3092500" y="3310128"/>
              <a:ext cx="263348" cy="263347"/>
            </a:xfrm>
            <a:custGeom>
              <a:avLst/>
              <a:gdLst/>
              <a:ahLst/>
              <a:cxnLst/>
              <a:rect l="l" t="t" r="r" b="b"/>
              <a:pathLst>
                <a:path w="263348" h="263347">
                  <a:moveTo>
                    <a:pt x="192024" y="0"/>
                  </a:moveTo>
                  <a:lnTo>
                    <a:pt x="263348" y="71323"/>
                  </a:lnTo>
                  <a:lnTo>
                    <a:pt x="71324" y="263347"/>
                  </a:lnTo>
                  <a:lnTo>
                    <a:pt x="0" y="192024"/>
                  </a:lnTo>
                  <a:close/>
                </a:path>
              </a:pathLst>
            </a:custGeom>
            <a:solidFill>
              <a:srgbClr val="F2C14E"/>
            </a:solidFill>
            <a:ln>
              <a:noFill/>
            </a:ln>
          </p:spPr>
          <p:txBody>
            <a:bodyPr rtlCol="0" anchor="ctr"/>
            <a:lstStyle/>
            <a:p>
              <a:pPr algn="ctr"/>
            </a:p>
          </p:txBody>
        </p:sp>
        <p:sp>
          <p:nvSpPr>
            <p:cNvPr id="35" name="pencil tip"/>
            <p:cNvSpPr/>
            <p:nvPr/>
          </p:nvSpPr>
          <p:spPr>
            <a:xfrm>
              <a:off x="3081528" y="3502152"/>
              <a:ext cx="82296" cy="82296"/>
            </a:xfrm>
            <a:custGeom>
              <a:avLst/>
              <a:gdLst/>
              <a:ahLst/>
              <a:cxnLst/>
              <a:rect l="l" t="t" r="r" b="b"/>
              <a:pathLst>
                <a:path w="82296" h="82296">
                  <a:moveTo>
                    <a:pt x="10972" y="0"/>
                  </a:moveTo>
                  <a:lnTo>
                    <a:pt x="82296" y="71323"/>
                  </a:lnTo>
                  <a:lnTo>
                    <a:pt x="0" y="82296"/>
                  </a:lnTo>
                  <a:close/>
                </a:path>
              </a:pathLst>
            </a:custGeom>
            <a:solidFill>
              <a:srgbClr val="F2F2F2"/>
            </a:solidFill>
            <a:ln>
              <a:noFill/>
            </a:ln>
          </p:spPr>
          <p:txBody>
            <a:bodyPr rtlCol="0" anchor="ctr"/>
            <a:lstStyle/>
            <a:p>
              <a:pPr algn="ctr"/>
            </a:p>
          </p:txBody>
        </p:sp>
        <p:sp>
          <p:nvSpPr>
            <p:cNvPr id="36" name="edit label"/>
            <p:cNvSpPr txBox="1"/>
            <p:nvPr/>
          </p:nvSpPr>
          <p:spPr>
            <a:xfrm>
              <a:off x="2807208" y="4041648"/>
              <a:ext cx="832103" cy="274320"/>
            </a:xfrm>
            <a:prstGeom prst="rect">
              <a:avLst/>
            </a:prstGeom>
            <a:noFill/>
          </p:spPr>
          <p:txBody>
            <a:bodyPr wrap="square" anchor="ctr" lIns="18288" tIns="9144" rIns="18288" bIns="9144">
              <a:noAutofit/>
            </a:bodyPr>
            <a:lstStyle/>
            <a:p>
              <a:pPr algn="ctr"/>
              <a:r>
                <a:rPr sz="1400" b="1" i="0" lang="en-GB">
                  <a:solidFill>
                    <a:srgbClr val="F2F2F2"/>
                  </a:solidFill>
                  <a:latin typeface="Arial"/>
                </a:rPr>
                <a:t>You edit</a:t>
              </a:r>
            </a:p>
          </p:txBody>
        </p:sp>
        <p:sp>
          <p:nvSpPr>
            <p:cNvPr id="37" name="return arrow"/>
            <p:cNvSpPr/>
            <p:nvPr/>
          </p:nvSpPr>
          <p:spPr>
            <a:xfrm>
              <a:off x="4663440" y="4535424"/>
              <a:ext cx="5760720" cy="310896"/>
            </a:xfrm>
            <a:custGeom>
              <a:avLst/>
              <a:gdLst/>
              <a:ahLst/>
              <a:cxnLst/>
              <a:rect l="l" t="t" r="r" b="b"/>
              <a:pathLst>
                <a:path w="5760720" h="310896">
                  <a:moveTo>
                    <a:pt x="5760720" y="0"/>
                  </a:moveTo>
                  <a:lnTo>
                    <a:pt x="5760720" y="310896"/>
                  </a:lnTo>
                  <a:lnTo>
                    <a:pt x="0" y="310896"/>
                  </a:lnTo>
                  <a:lnTo>
                    <a:pt x="0" y="36576"/>
                  </a:lnTo>
                </a:path>
              </a:pathLst>
            </a:custGeom>
            <a:noFill/>
            <a:ln w="28575">
              <a:solidFill>
                <a:srgbClr val="F28C28"/>
              </a:solidFill>
              <a:prstDash val="dash"/>
              <a:tailEnd type="triangle" w="med" len="med"/>
            </a:ln>
          </p:spPr>
          <p:txBody>
            <a:bodyPr rtlCol="0" anchor="ctr"/>
            <a:lstStyle/>
            <a:p>
              <a:pPr algn="ctr"/>
            </a:p>
          </p:txBody>
        </p:sp>
      </p:grpSp>
      <p:sp>
        <p:nvSpPr>
          <p:cNvPr id="38" name="example label"/>
          <p:cNvSpPr txBox="1"/>
          <p:nvPr/>
        </p:nvSpPr>
        <p:spPr>
          <a:xfrm>
            <a:off x="548640" y="5285232"/>
            <a:ext cx="2743200" cy="274320"/>
          </a:xfrm>
          <a:prstGeom prst="rect">
            <a:avLst/>
          </a:prstGeom>
          <a:noFill/>
        </p:spPr>
        <p:txBody>
          <a:bodyPr wrap="square" anchor="ctr" lIns="18288" tIns="9144" rIns="18288" bIns="9144">
            <a:noAutofit/>
          </a:bodyPr>
          <a:lstStyle/>
          <a:p>
            <a:pPr algn="l"/>
            <a:r>
              <a:rPr sz="1400" b="1" i="0" lang="en-GB">
                <a:solidFill>
                  <a:srgbClr val="A9B0B8"/>
                </a:solidFill>
                <a:latin typeface="Arial"/>
              </a:rPr>
              <a:t>Example only</a:t>
            </a:r>
          </a:p>
        </p:txBody>
      </p:sp>
      <p:sp>
        <p:nvSpPr>
          <p:cNvPr id="3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40"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41" name="CAPTION"/>
          <p:cNvSpPr txBox="1"/>
          <p:nvPr/>
        </p:nvSpPr>
        <p:spPr>
          <a:xfrm>
            <a:off x="822960" y="5760720"/>
            <a:ext cx="886968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Switch region and back, and your engine gets its old number back. A number you changed stays changed.</a:t>
            </a:r>
          </a:p>
        </p:txBody>
      </p:sp>
      <p:sp>
        <p:nvSpPr>
          <p:cNvPr id="42"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Two numbering styles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Standardised against Historical Operator" descr="Two cards. Standardised shows engines of three sizes with number plates in one consistent format. Historical Operator shows engines with plates in different formats and colours, like the old railway companies."/>
          <p:cNvGrpSpPr/>
          <p:nvPr/>
        </p:nvGrpSpPr>
        <p:grpSpPr>
          <a:xfrm>
            <a:off x="548640" y="1325880"/>
            <a:ext cx="11091672" cy="3108960"/>
            <a:chOff x="548640" y="1325880"/>
            <a:chExt cx="11091672" cy="3108960"/>
          </a:xfrm>
        </p:grpSpPr>
        <p:sp>
          <p:nvSpPr>
            <p:cNvPr id="5" name="style card"/>
            <p:cNvSpPr/>
            <p:nvPr/>
          </p:nvSpPr>
          <p:spPr>
            <a:xfrm>
              <a:off x="548640" y="1325880"/>
              <a:ext cx="5349240" cy="3108960"/>
            </a:xfrm>
            <a:prstGeom prst="roundRect">
              <a:avLst>
                <a:gd name="adj" fmla="val 2941"/>
              </a:avLst>
            </a:prstGeom>
            <a:solidFill>
              <a:srgbClr val="2B2F36"/>
            </a:solidFill>
            <a:ln w="19050">
              <a:solidFill>
                <a:srgbClr val="4A515B"/>
              </a:solidFill>
            </a:ln>
          </p:spPr>
          <p:txBody>
            <a:bodyPr rtlCol="0" anchor="ctr"/>
            <a:lstStyle/>
            <a:p>
              <a:pPr algn="ctr"/>
            </a:p>
          </p:txBody>
        </p:sp>
        <p:sp>
          <p:nvSpPr>
            <p:cNvPr id="6" name="card heading"/>
            <p:cNvSpPr txBox="1"/>
            <p:nvPr/>
          </p:nvSpPr>
          <p:spPr>
            <a:xfrm>
              <a:off x="822959" y="1417320"/>
              <a:ext cx="4846320" cy="457200"/>
            </a:xfrm>
            <a:prstGeom prst="rect">
              <a:avLst/>
            </a:prstGeom>
            <a:noFill/>
          </p:spPr>
          <p:txBody>
            <a:bodyPr wrap="square" anchor="ctr" lIns="18288" tIns="9144" rIns="18288" bIns="9144">
              <a:noAutofit/>
            </a:bodyPr>
            <a:lstStyle/>
            <a:p>
              <a:pPr algn="l"/>
              <a:r>
                <a:rPr sz="2400" b="1" i="0" lang="en-GB">
                  <a:solidFill>
                    <a:srgbClr val="F2F2F2"/>
                  </a:solidFill>
                  <a:latin typeface="Arial"/>
                </a:rPr>
                <a:t>Standardised</a:t>
              </a:r>
            </a:p>
          </p:txBody>
        </p:sp>
        <p:sp>
          <p:nvSpPr>
            <p:cNvPr id="7" name="card description"/>
            <p:cNvSpPr txBox="1"/>
            <p:nvPr/>
          </p:nvSpPr>
          <p:spPr>
            <a:xfrm>
              <a:off x="822959" y="1874519"/>
              <a:ext cx="4846320" cy="640080"/>
            </a:xfrm>
            <a:prstGeom prst="rect">
              <a:avLst/>
            </a:prstGeom>
            <a:noFill/>
          </p:spPr>
          <p:txBody>
            <a:bodyPr wrap="square" anchor="t" lIns="18288" tIns="9144" rIns="18288" bIns="9144">
              <a:noAutofit/>
            </a:bodyPr>
            <a:lstStyle/>
            <a:p>
              <a:pPr algn="l"/>
              <a:r>
                <a:rPr sz="1800" b="0" i="0" lang="en-GB">
                  <a:solidFill>
                    <a:srgbClr val="A9B0B8"/>
                  </a:solidFill>
                  <a:latin typeface="Arial"/>
                </a:rPr>
                <a:t>One consistent scheme</a:t>
              </a:r>
            </a:p>
          </p:txBody>
        </p:sp>
        <p:sp>
          <p:nvSpPr>
            <p:cNvPr id="8" name="frame"/>
            <p:cNvSpPr/>
            <p:nvPr/>
          </p:nvSpPr>
          <p:spPr>
            <a:xfrm>
              <a:off x="1141536" y="2992282"/>
              <a:ext cx="893185" cy="36210"/>
            </a:xfrm>
            <a:prstGeom prst="rect">
              <a:avLst/>
            </a:prstGeom>
            <a:solidFill>
              <a:srgbClr val="3A3F47"/>
            </a:solidFill>
            <a:ln w="9525">
              <a:solidFill>
                <a:srgbClr val="9AA0A6"/>
              </a:solidFill>
            </a:ln>
          </p:spPr>
          <p:txBody>
            <a:bodyPr rtlCol="0" anchor="ctr"/>
            <a:lstStyle/>
            <a:p>
              <a:pPr algn="ctr"/>
            </a:p>
          </p:txBody>
        </p:sp>
        <p:sp>
          <p:nvSpPr>
            <p:cNvPr id="9" name="bunker"/>
            <p:cNvSpPr/>
            <p:nvPr/>
          </p:nvSpPr>
          <p:spPr>
            <a:xfrm>
              <a:off x="1141536" y="2835371"/>
              <a:ext cx="136794" cy="156911"/>
            </a:xfrm>
            <a:prstGeom prst="roundRect">
              <a:avLst>
                <a:gd name="adj" fmla="val 2941"/>
              </a:avLst>
            </a:prstGeom>
            <a:solidFill>
              <a:srgbClr val="F28C28"/>
            </a:solidFill>
            <a:ln>
              <a:noFill/>
            </a:ln>
          </p:spPr>
          <p:txBody>
            <a:bodyPr rtlCol="0" anchor="ctr"/>
            <a:lstStyle/>
            <a:p>
              <a:pPr algn="ctr"/>
            </a:p>
          </p:txBody>
        </p:sp>
        <p:sp>
          <p:nvSpPr>
            <p:cNvPr id="10" name="bunker coal"/>
            <p:cNvSpPr/>
            <p:nvPr/>
          </p:nvSpPr>
          <p:spPr>
            <a:xfrm>
              <a:off x="1149583" y="2795137"/>
              <a:ext cx="120701" cy="40234"/>
            </a:xfrm>
            <a:custGeom>
              <a:avLst/>
              <a:gdLst/>
              <a:ahLst/>
              <a:cxnLst/>
              <a:rect l="l" t="t" r="r" b="b"/>
              <a:pathLst>
                <a:path w="120701" h="40234">
                  <a:moveTo>
                    <a:pt x="0" y="40234"/>
                  </a:moveTo>
                  <a:lnTo>
                    <a:pt x="32187" y="4024"/>
                  </a:lnTo>
                  <a:lnTo>
                    <a:pt x="80467" y="0"/>
                  </a:lnTo>
                  <a:lnTo>
                    <a:pt x="120701" y="40234"/>
                  </a:lnTo>
                  <a:close/>
                </a:path>
              </a:pathLst>
            </a:custGeom>
            <a:solidFill>
              <a:srgbClr val="1B1D21"/>
            </a:solidFill>
            <a:ln w="12700">
              <a:solidFill>
                <a:srgbClr val="6B7078"/>
              </a:solidFill>
            </a:ln>
          </p:spPr>
          <p:txBody>
            <a:bodyPr rtlCol="0" anchor="ctr"/>
            <a:lstStyle/>
            <a:p>
              <a:pPr algn="ctr"/>
            </a:p>
          </p:txBody>
        </p:sp>
        <p:sp>
          <p:nvSpPr>
            <p:cNvPr id="11" name="cab"/>
            <p:cNvSpPr/>
            <p:nvPr/>
          </p:nvSpPr>
          <p:spPr>
            <a:xfrm>
              <a:off x="1278331" y="2770997"/>
              <a:ext cx="160934" cy="221284"/>
            </a:xfrm>
            <a:prstGeom prst="roundRect">
              <a:avLst>
                <a:gd name="adj" fmla="val 2500"/>
              </a:avLst>
            </a:prstGeom>
            <a:solidFill>
              <a:srgbClr val="F28C28"/>
            </a:solidFill>
            <a:ln>
              <a:noFill/>
            </a:ln>
          </p:spPr>
          <p:txBody>
            <a:bodyPr rtlCol="0" anchor="ctr"/>
            <a:lstStyle/>
            <a:p>
              <a:pPr algn="ctr"/>
            </a:p>
          </p:txBody>
        </p:sp>
        <p:sp>
          <p:nvSpPr>
            <p:cNvPr id="12" name="cab roof"/>
            <p:cNvSpPr/>
            <p:nvPr/>
          </p:nvSpPr>
          <p:spPr>
            <a:xfrm>
              <a:off x="1270284" y="2750880"/>
              <a:ext cx="177027" cy="20116"/>
            </a:xfrm>
            <a:prstGeom prst="rect">
              <a:avLst/>
            </a:prstGeom>
            <a:solidFill>
              <a:srgbClr val="3A3F47"/>
            </a:solidFill>
            <a:ln w="9525">
              <a:solidFill>
                <a:srgbClr val="9AA0A6"/>
              </a:solidFill>
            </a:ln>
          </p:spPr>
          <p:txBody>
            <a:bodyPr rtlCol="0" anchor="ctr"/>
            <a:lstStyle/>
            <a:p>
              <a:pPr algn="ctr"/>
            </a:p>
          </p:txBody>
        </p:sp>
        <p:sp>
          <p:nvSpPr>
            <p:cNvPr id="13" name="cab window"/>
            <p:cNvSpPr/>
            <p:nvPr/>
          </p:nvSpPr>
          <p:spPr>
            <a:xfrm>
              <a:off x="1318564" y="2803184"/>
              <a:ext cx="72420" cy="72420"/>
            </a:xfrm>
            <a:prstGeom prst="rect">
              <a:avLst/>
            </a:prstGeom>
            <a:solidFill>
              <a:srgbClr val="1B1D21"/>
            </a:solidFill>
            <a:ln>
              <a:noFill/>
            </a:ln>
          </p:spPr>
          <p:txBody>
            <a:bodyPr rtlCol="0" anchor="ctr"/>
            <a:lstStyle/>
            <a:p>
              <a:pPr algn="ctr"/>
            </a:p>
          </p:txBody>
        </p:sp>
        <p:sp>
          <p:nvSpPr>
            <p:cNvPr id="14" name="boiler"/>
            <p:cNvSpPr/>
            <p:nvPr/>
          </p:nvSpPr>
          <p:spPr>
            <a:xfrm>
              <a:off x="1439265" y="2791114"/>
              <a:ext cx="514990" cy="160934"/>
            </a:xfrm>
            <a:prstGeom prst="roundRect">
              <a:avLst>
                <a:gd name="adj" fmla="val 25000"/>
              </a:avLst>
            </a:prstGeom>
            <a:solidFill>
              <a:srgbClr val="F28C28"/>
            </a:solidFill>
            <a:ln>
              <a:noFill/>
            </a:ln>
          </p:spPr>
          <p:txBody>
            <a:bodyPr rtlCol="0" anchor="ctr"/>
            <a:lstStyle/>
            <a:p>
              <a:pPr algn="ctr"/>
            </a:p>
          </p:txBody>
        </p:sp>
        <p:sp>
          <p:nvSpPr>
            <p:cNvPr id="15" name="side tank"/>
            <p:cNvSpPr/>
            <p:nvPr/>
          </p:nvSpPr>
          <p:spPr>
            <a:xfrm>
              <a:off x="1439265" y="2847441"/>
              <a:ext cx="474756" cy="140817"/>
            </a:xfrm>
            <a:prstGeom prst="roundRect">
              <a:avLst>
                <a:gd name="adj" fmla="val 14285"/>
              </a:avLst>
            </a:prstGeom>
            <a:solidFill>
              <a:srgbClr val="AE641C"/>
            </a:solidFill>
            <a:ln>
              <a:noFill/>
            </a:ln>
          </p:spPr>
          <p:txBody>
            <a:bodyPr rtlCol="0" anchor="ctr"/>
            <a:lstStyle/>
            <a:p>
              <a:pPr algn="ctr"/>
            </a:p>
          </p:txBody>
        </p:sp>
        <p:sp>
          <p:nvSpPr>
            <p:cNvPr id="16" name="smokebox"/>
            <p:cNvSpPr/>
            <p:nvPr/>
          </p:nvSpPr>
          <p:spPr>
            <a:xfrm>
              <a:off x="1954255" y="2791114"/>
              <a:ext cx="80467" cy="160934"/>
            </a:xfrm>
            <a:prstGeom prst="roundRect">
              <a:avLst>
                <a:gd name="adj" fmla="val 11999"/>
              </a:avLst>
            </a:prstGeom>
            <a:solidFill>
              <a:srgbClr val="4A515B"/>
            </a:solidFill>
            <a:ln>
              <a:noFill/>
            </a:ln>
          </p:spPr>
          <p:txBody>
            <a:bodyPr rtlCol="0" anchor="ctr"/>
            <a:lstStyle/>
            <a:p>
              <a:pPr algn="ctr"/>
            </a:p>
          </p:txBody>
        </p:sp>
        <p:sp>
          <p:nvSpPr>
            <p:cNvPr id="17" name="chimney"/>
            <p:cNvSpPr/>
            <p:nvPr/>
          </p:nvSpPr>
          <p:spPr>
            <a:xfrm>
              <a:off x="1970349" y="2706624"/>
              <a:ext cx="48280" cy="84490"/>
            </a:xfrm>
            <a:prstGeom prst="rect">
              <a:avLst/>
            </a:prstGeom>
            <a:solidFill>
              <a:srgbClr val="3A3F47"/>
            </a:solidFill>
            <a:ln w="9525">
              <a:solidFill>
                <a:srgbClr val="9AA0A6"/>
              </a:solidFill>
            </a:ln>
          </p:spPr>
          <p:txBody>
            <a:bodyPr rtlCol="0" anchor="ctr"/>
            <a:lstStyle/>
            <a:p>
              <a:pPr algn="ctr"/>
            </a:p>
          </p:txBody>
        </p:sp>
        <p:sp>
          <p:nvSpPr>
            <p:cNvPr id="18" name="chimney lip"/>
            <p:cNvSpPr/>
            <p:nvPr/>
          </p:nvSpPr>
          <p:spPr>
            <a:xfrm>
              <a:off x="1958279" y="2694553"/>
              <a:ext cx="72420" cy="20116"/>
            </a:xfrm>
            <a:prstGeom prst="rect">
              <a:avLst/>
            </a:prstGeom>
            <a:solidFill>
              <a:srgbClr val="3A3F47"/>
            </a:solidFill>
            <a:ln w="9525">
              <a:solidFill>
                <a:srgbClr val="9AA0A6"/>
              </a:solidFill>
            </a:ln>
          </p:spPr>
          <p:txBody>
            <a:bodyPr rtlCol="0" anchor="ctr"/>
            <a:lstStyle/>
            <a:p>
              <a:pPr algn="ctr"/>
            </a:p>
          </p:txBody>
        </p:sp>
        <p:sp>
          <p:nvSpPr>
            <p:cNvPr id="19" name="dome"/>
            <p:cNvSpPr/>
            <p:nvPr/>
          </p:nvSpPr>
          <p:spPr>
            <a:xfrm>
              <a:off x="1655561" y="2746857"/>
              <a:ext cx="72420" cy="44256"/>
            </a:xfrm>
            <a:prstGeom prst="roundRect">
              <a:avLst>
                <a:gd name="adj" fmla="val 36363"/>
              </a:avLst>
            </a:prstGeom>
            <a:solidFill>
              <a:srgbClr val="F28C28"/>
            </a:solidFill>
            <a:ln>
              <a:noFill/>
            </a:ln>
          </p:spPr>
          <p:txBody>
            <a:bodyPr rtlCol="0" anchor="ctr"/>
            <a:lstStyle/>
            <a:p>
              <a:pPr algn="ctr"/>
            </a:p>
          </p:txBody>
        </p:sp>
        <p:sp>
          <p:nvSpPr>
            <p:cNvPr id="20" name="wheel"/>
            <p:cNvSpPr/>
            <p:nvPr/>
          </p:nvSpPr>
          <p:spPr>
            <a:xfrm>
              <a:off x="1366845" y="2964119"/>
              <a:ext cx="144840" cy="144840"/>
            </a:xfrm>
            <a:prstGeom prst="ellipse">
              <a:avLst/>
            </a:prstGeom>
            <a:solidFill>
              <a:srgbClr val="1B1D21"/>
            </a:solidFill>
            <a:ln w="19050">
              <a:solidFill>
                <a:srgbClr val="9AA0A6"/>
              </a:solidFill>
            </a:ln>
          </p:spPr>
          <p:txBody>
            <a:bodyPr rtlCol="0" anchor="ctr"/>
            <a:lstStyle/>
            <a:p>
              <a:pPr algn="ctr"/>
            </a:p>
          </p:txBody>
        </p:sp>
        <p:sp>
          <p:nvSpPr>
            <p:cNvPr id="21" name="hub"/>
            <p:cNvSpPr/>
            <p:nvPr/>
          </p:nvSpPr>
          <p:spPr>
            <a:xfrm>
              <a:off x="1420436" y="3017710"/>
              <a:ext cx="37658" cy="37658"/>
            </a:xfrm>
            <a:prstGeom prst="ellipse">
              <a:avLst/>
            </a:prstGeom>
            <a:solidFill>
              <a:srgbClr val="9AA0A6"/>
            </a:solidFill>
            <a:ln>
              <a:noFill/>
            </a:ln>
          </p:spPr>
          <p:txBody>
            <a:bodyPr rtlCol="0" anchor="ctr"/>
            <a:lstStyle/>
            <a:p>
              <a:pPr algn="ctr"/>
            </a:p>
          </p:txBody>
        </p:sp>
        <p:sp>
          <p:nvSpPr>
            <p:cNvPr id="22" name="wheel"/>
            <p:cNvSpPr/>
            <p:nvPr/>
          </p:nvSpPr>
          <p:spPr>
            <a:xfrm>
              <a:off x="1527779" y="2964119"/>
              <a:ext cx="144840" cy="144840"/>
            </a:xfrm>
            <a:prstGeom prst="ellipse">
              <a:avLst/>
            </a:prstGeom>
            <a:solidFill>
              <a:srgbClr val="1B1D21"/>
            </a:solidFill>
            <a:ln w="19050">
              <a:solidFill>
                <a:srgbClr val="9AA0A6"/>
              </a:solidFill>
            </a:ln>
          </p:spPr>
          <p:txBody>
            <a:bodyPr rtlCol="0" anchor="ctr"/>
            <a:lstStyle/>
            <a:p>
              <a:pPr algn="ctr"/>
            </a:p>
          </p:txBody>
        </p:sp>
        <p:sp>
          <p:nvSpPr>
            <p:cNvPr id="23" name="hub"/>
            <p:cNvSpPr/>
            <p:nvPr/>
          </p:nvSpPr>
          <p:spPr>
            <a:xfrm>
              <a:off x="1581370" y="3017710"/>
              <a:ext cx="37658" cy="37658"/>
            </a:xfrm>
            <a:prstGeom prst="ellipse">
              <a:avLst/>
            </a:prstGeom>
            <a:solidFill>
              <a:srgbClr val="9AA0A6"/>
            </a:solidFill>
            <a:ln>
              <a:noFill/>
            </a:ln>
          </p:spPr>
          <p:txBody>
            <a:bodyPr rtlCol="0" anchor="ctr"/>
            <a:lstStyle/>
            <a:p>
              <a:pPr algn="ctr"/>
            </a:p>
          </p:txBody>
        </p:sp>
        <p:sp>
          <p:nvSpPr>
            <p:cNvPr id="24" name="wheel"/>
            <p:cNvSpPr/>
            <p:nvPr/>
          </p:nvSpPr>
          <p:spPr>
            <a:xfrm>
              <a:off x="1688713" y="2964119"/>
              <a:ext cx="144840" cy="144840"/>
            </a:xfrm>
            <a:prstGeom prst="ellipse">
              <a:avLst/>
            </a:prstGeom>
            <a:solidFill>
              <a:srgbClr val="1B1D21"/>
            </a:solidFill>
            <a:ln w="19050">
              <a:solidFill>
                <a:srgbClr val="9AA0A6"/>
              </a:solidFill>
            </a:ln>
          </p:spPr>
          <p:txBody>
            <a:bodyPr rtlCol="0" anchor="ctr"/>
            <a:lstStyle/>
            <a:p>
              <a:pPr algn="ctr"/>
            </a:p>
          </p:txBody>
        </p:sp>
        <p:sp>
          <p:nvSpPr>
            <p:cNvPr id="25" name="hub"/>
            <p:cNvSpPr/>
            <p:nvPr/>
          </p:nvSpPr>
          <p:spPr>
            <a:xfrm>
              <a:off x="1742305" y="3017710"/>
              <a:ext cx="37658" cy="37658"/>
            </a:xfrm>
            <a:prstGeom prst="ellipse">
              <a:avLst/>
            </a:prstGeom>
            <a:solidFill>
              <a:srgbClr val="9AA0A6"/>
            </a:solidFill>
            <a:ln>
              <a:noFill/>
            </a:ln>
          </p:spPr>
          <p:txBody>
            <a:bodyPr rtlCol="0" anchor="ctr"/>
            <a:lstStyle/>
            <a:p>
              <a:pPr algn="ctr"/>
            </a:p>
          </p:txBody>
        </p:sp>
        <p:sp>
          <p:nvSpPr>
            <p:cNvPr id="26" name="coupling rod"/>
            <p:cNvSpPr/>
            <p:nvPr/>
          </p:nvSpPr>
          <p:spPr>
            <a:xfrm>
              <a:off x="1439265" y="2994696"/>
              <a:ext cx="321868" cy="11265"/>
            </a:xfrm>
            <a:prstGeom prst="rect">
              <a:avLst/>
            </a:prstGeom>
            <a:solidFill>
              <a:srgbClr val="D0D4D8"/>
            </a:solidFill>
            <a:ln>
              <a:noFill/>
            </a:ln>
          </p:spPr>
          <p:txBody>
            <a:bodyPr rtlCol="0" anchor="ctr"/>
            <a:lstStyle/>
            <a:p>
              <a:pPr algn="ctr"/>
            </a:p>
          </p:txBody>
        </p:sp>
        <p:sp>
          <p:nvSpPr>
            <p:cNvPr id="27" name="buffer beam"/>
            <p:cNvSpPr/>
            <p:nvPr/>
          </p:nvSpPr>
          <p:spPr>
            <a:xfrm>
              <a:off x="2034722" y="2956072"/>
              <a:ext cx="24140" cy="72420"/>
            </a:xfrm>
            <a:prstGeom prst="rect">
              <a:avLst/>
            </a:prstGeom>
            <a:solidFill>
              <a:srgbClr val="9AA0A6"/>
            </a:solidFill>
            <a:ln>
              <a:noFill/>
            </a:ln>
          </p:spPr>
          <p:txBody>
            <a:bodyPr rtlCol="0" anchor="ctr"/>
            <a:lstStyle/>
            <a:p>
              <a:pPr algn="ctr"/>
            </a:p>
          </p:txBody>
        </p:sp>
        <p:sp>
          <p:nvSpPr>
            <p:cNvPr id="28" name="rail"/>
            <p:cNvSpPr/>
            <p:nvPr/>
          </p:nvSpPr>
          <p:spPr>
            <a:xfrm>
              <a:off x="777240" y="3108960"/>
              <a:ext cx="1645920" cy="36576"/>
            </a:xfrm>
            <a:prstGeom prst="rect">
              <a:avLst/>
            </a:prstGeom>
            <a:solidFill>
              <a:srgbClr val="9AA0A6"/>
            </a:solidFill>
            <a:ln>
              <a:noFill/>
            </a:ln>
          </p:spPr>
          <p:txBody>
            <a:bodyPr rtlCol="0" anchor="ctr"/>
            <a:lstStyle/>
            <a:p>
              <a:pPr algn="ctr"/>
            </a:p>
          </p:txBody>
        </p:sp>
        <p:sp>
          <p:nvSpPr>
            <p:cNvPr id="29" name="number plate (digits)"/>
            <p:cNvSpPr/>
            <p:nvPr/>
          </p:nvSpPr>
          <p:spPr>
            <a:xfrm>
              <a:off x="868680" y="3383280"/>
              <a:ext cx="1463040" cy="731520"/>
            </a:xfrm>
            <a:prstGeom prst="roundRect">
              <a:avLst>
                <a:gd name="adj" fmla="val 10000"/>
              </a:avLst>
            </a:prstGeom>
            <a:solidFill>
              <a:srgbClr val="1B1D21"/>
            </a:solidFill>
            <a:ln w="28575">
              <a:solidFill>
                <a:srgbClr val="F28C28"/>
              </a:solidFill>
            </a:ln>
          </p:spPr>
          <p:txBody>
            <a:bodyPr rtlCol="0" anchor="ctr"/>
            <a:lstStyle/>
            <a:p>
              <a:pPr algn="ctr"/>
            </a:p>
          </p:txBody>
        </p:sp>
        <p:sp>
          <p:nvSpPr>
            <p:cNvPr id="30" name="digit block"/>
            <p:cNvSpPr/>
            <p:nvPr/>
          </p:nvSpPr>
          <p:spPr>
            <a:xfrm>
              <a:off x="1037478" y="3652662"/>
              <a:ext cx="192755" cy="192755"/>
            </a:xfrm>
            <a:prstGeom prst="roundRect">
              <a:avLst>
                <a:gd name="adj" fmla="val 20000"/>
              </a:avLst>
            </a:prstGeom>
            <a:solidFill>
              <a:srgbClr val="F2F2F2"/>
            </a:solidFill>
            <a:ln>
              <a:noFill/>
            </a:ln>
          </p:spPr>
          <p:txBody>
            <a:bodyPr rtlCol="0" anchor="ctr"/>
            <a:lstStyle/>
            <a:p>
              <a:pPr algn="ctr"/>
            </a:p>
          </p:txBody>
        </p:sp>
        <p:sp>
          <p:nvSpPr>
            <p:cNvPr id="31" name="digit block"/>
            <p:cNvSpPr/>
            <p:nvPr/>
          </p:nvSpPr>
          <p:spPr>
            <a:xfrm>
              <a:off x="1348374" y="3652662"/>
              <a:ext cx="192755" cy="192755"/>
            </a:xfrm>
            <a:prstGeom prst="roundRect">
              <a:avLst>
                <a:gd name="adj" fmla="val 20000"/>
              </a:avLst>
            </a:prstGeom>
            <a:solidFill>
              <a:srgbClr val="F2F2F2"/>
            </a:solidFill>
            <a:ln>
              <a:noFill/>
            </a:ln>
          </p:spPr>
          <p:txBody>
            <a:bodyPr rtlCol="0" anchor="ctr"/>
            <a:lstStyle/>
            <a:p>
              <a:pPr algn="ctr"/>
            </a:p>
          </p:txBody>
        </p:sp>
        <p:sp>
          <p:nvSpPr>
            <p:cNvPr id="32" name="digit block"/>
            <p:cNvSpPr/>
            <p:nvPr/>
          </p:nvSpPr>
          <p:spPr>
            <a:xfrm>
              <a:off x="1659270" y="3652662"/>
              <a:ext cx="192755" cy="192755"/>
            </a:xfrm>
            <a:prstGeom prst="roundRect">
              <a:avLst>
                <a:gd name="adj" fmla="val 20000"/>
              </a:avLst>
            </a:prstGeom>
            <a:solidFill>
              <a:srgbClr val="F2F2F2"/>
            </a:solidFill>
            <a:ln>
              <a:noFill/>
            </a:ln>
          </p:spPr>
          <p:txBody>
            <a:bodyPr rtlCol="0" anchor="ctr"/>
            <a:lstStyle/>
            <a:p>
              <a:pPr algn="ctr"/>
            </a:p>
          </p:txBody>
        </p:sp>
        <p:sp>
          <p:nvSpPr>
            <p:cNvPr id="33" name="digit block"/>
            <p:cNvSpPr/>
            <p:nvPr/>
          </p:nvSpPr>
          <p:spPr>
            <a:xfrm>
              <a:off x="1970166" y="3652662"/>
              <a:ext cx="192755" cy="192755"/>
            </a:xfrm>
            <a:prstGeom prst="roundRect">
              <a:avLst>
                <a:gd name="adj" fmla="val 20000"/>
              </a:avLst>
            </a:prstGeom>
            <a:solidFill>
              <a:srgbClr val="F2F2F2"/>
            </a:solidFill>
            <a:ln>
              <a:noFill/>
            </a:ln>
          </p:spPr>
          <p:txBody>
            <a:bodyPr rtlCol="0" anchor="ctr"/>
            <a:lstStyle/>
            <a:p>
              <a:pPr algn="ctr"/>
            </a:p>
          </p:txBody>
        </p:sp>
        <p:sp>
          <p:nvSpPr>
            <p:cNvPr id="34" name="tender frame"/>
            <p:cNvSpPr/>
            <p:nvPr/>
          </p:nvSpPr>
          <p:spPr>
            <a:xfrm>
              <a:off x="2507650" y="2992282"/>
              <a:ext cx="329915" cy="36210"/>
            </a:xfrm>
            <a:prstGeom prst="rect">
              <a:avLst/>
            </a:prstGeom>
            <a:solidFill>
              <a:srgbClr val="3A3F47"/>
            </a:solidFill>
            <a:ln w="9525">
              <a:solidFill>
                <a:srgbClr val="9AA0A6"/>
              </a:solidFill>
            </a:ln>
          </p:spPr>
          <p:txBody>
            <a:bodyPr rtlCol="0" anchor="ctr"/>
            <a:lstStyle/>
            <a:p>
              <a:pPr algn="ctr"/>
            </a:p>
          </p:txBody>
        </p:sp>
        <p:sp>
          <p:nvSpPr>
            <p:cNvPr id="35" name="tender body"/>
            <p:cNvSpPr/>
            <p:nvPr/>
          </p:nvSpPr>
          <p:spPr>
            <a:xfrm>
              <a:off x="2507650" y="2859511"/>
              <a:ext cx="329915" cy="132770"/>
            </a:xfrm>
            <a:prstGeom prst="roundRect">
              <a:avLst>
                <a:gd name="adj" fmla="val 3030"/>
              </a:avLst>
            </a:prstGeom>
            <a:solidFill>
              <a:srgbClr val="F28C28"/>
            </a:solidFill>
            <a:ln>
              <a:noFill/>
            </a:ln>
          </p:spPr>
          <p:txBody>
            <a:bodyPr rtlCol="0" anchor="ctr"/>
            <a:lstStyle/>
            <a:p>
              <a:pPr algn="ctr"/>
            </a:p>
          </p:txBody>
        </p:sp>
        <p:sp>
          <p:nvSpPr>
            <p:cNvPr id="36" name="tender coal"/>
            <p:cNvSpPr/>
            <p:nvPr/>
          </p:nvSpPr>
          <p:spPr>
            <a:xfrm>
              <a:off x="2519720" y="2803184"/>
              <a:ext cx="305776" cy="56327"/>
            </a:xfrm>
            <a:custGeom>
              <a:avLst/>
              <a:gdLst/>
              <a:ahLst/>
              <a:cxnLst/>
              <a:rect l="l" t="t" r="r" b="b"/>
              <a:pathLst>
                <a:path w="305776" h="56327">
                  <a:moveTo>
                    <a:pt x="0" y="56327"/>
                  </a:moveTo>
                  <a:lnTo>
                    <a:pt x="60351" y="4024"/>
                  </a:lnTo>
                  <a:lnTo>
                    <a:pt x="181051" y="0"/>
                  </a:lnTo>
                  <a:lnTo>
                    <a:pt x="305776" y="56327"/>
                  </a:lnTo>
                  <a:close/>
                </a:path>
              </a:pathLst>
            </a:custGeom>
            <a:solidFill>
              <a:srgbClr val="1B1D21"/>
            </a:solidFill>
            <a:ln w="12700">
              <a:solidFill>
                <a:srgbClr val="6B7078"/>
              </a:solidFill>
            </a:ln>
          </p:spPr>
          <p:txBody>
            <a:bodyPr rtlCol="0" anchor="ctr"/>
            <a:lstStyle/>
            <a:p>
              <a:pPr algn="ctr"/>
            </a:p>
          </p:txBody>
        </p:sp>
        <p:sp>
          <p:nvSpPr>
            <p:cNvPr id="37" name="coupling"/>
            <p:cNvSpPr/>
            <p:nvPr/>
          </p:nvSpPr>
          <p:spPr>
            <a:xfrm>
              <a:off x="2837566" y="2944002"/>
              <a:ext cx="28163" cy="12070"/>
            </a:xfrm>
            <a:prstGeom prst="rect">
              <a:avLst/>
            </a:prstGeom>
            <a:solidFill>
              <a:srgbClr val="9AA0A6"/>
            </a:solidFill>
            <a:ln>
              <a:noFill/>
            </a:ln>
          </p:spPr>
          <p:txBody>
            <a:bodyPr rtlCol="0" anchor="ctr"/>
            <a:lstStyle/>
            <a:p>
              <a:pPr algn="ctr"/>
            </a:p>
          </p:txBody>
        </p:sp>
        <p:sp>
          <p:nvSpPr>
            <p:cNvPr id="38" name="wheel"/>
            <p:cNvSpPr/>
            <p:nvPr/>
          </p:nvSpPr>
          <p:spPr>
            <a:xfrm>
              <a:off x="2531790" y="2996305"/>
              <a:ext cx="112654" cy="112654"/>
            </a:xfrm>
            <a:prstGeom prst="ellipse">
              <a:avLst/>
            </a:prstGeom>
            <a:solidFill>
              <a:srgbClr val="1B1D21"/>
            </a:solidFill>
            <a:ln w="19050">
              <a:solidFill>
                <a:srgbClr val="9AA0A6"/>
              </a:solidFill>
            </a:ln>
          </p:spPr>
          <p:txBody>
            <a:bodyPr rtlCol="0" anchor="ctr"/>
            <a:lstStyle/>
            <a:p>
              <a:pPr algn="ctr"/>
            </a:p>
          </p:txBody>
        </p:sp>
        <p:sp>
          <p:nvSpPr>
            <p:cNvPr id="39" name="hub"/>
            <p:cNvSpPr/>
            <p:nvPr/>
          </p:nvSpPr>
          <p:spPr>
            <a:xfrm>
              <a:off x="2573472" y="3037987"/>
              <a:ext cx="29290" cy="29290"/>
            </a:xfrm>
            <a:prstGeom prst="ellipse">
              <a:avLst/>
            </a:prstGeom>
            <a:solidFill>
              <a:srgbClr val="9AA0A6"/>
            </a:solidFill>
            <a:ln>
              <a:noFill/>
            </a:ln>
          </p:spPr>
          <p:txBody>
            <a:bodyPr rtlCol="0" anchor="ctr"/>
            <a:lstStyle/>
            <a:p>
              <a:pPr algn="ctr"/>
            </a:p>
          </p:txBody>
        </p:sp>
        <p:sp>
          <p:nvSpPr>
            <p:cNvPr id="40" name="wheel"/>
            <p:cNvSpPr/>
            <p:nvPr/>
          </p:nvSpPr>
          <p:spPr>
            <a:xfrm>
              <a:off x="2700771" y="2996305"/>
              <a:ext cx="112654" cy="112654"/>
            </a:xfrm>
            <a:prstGeom prst="ellipse">
              <a:avLst/>
            </a:prstGeom>
            <a:solidFill>
              <a:srgbClr val="1B1D21"/>
            </a:solidFill>
            <a:ln w="19050">
              <a:solidFill>
                <a:srgbClr val="9AA0A6"/>
              </a:solidFill>
            </a:ln>
          </p:spPr>
          <p:txBody>
            <a:bodyPr rtlCol="0" anchor="ctr"/>
            <a:lstStyle/>
            <a:p>
              <a:pPr algn="ctr"/>
            </a:p>
          </p:txBody>
        </p:sp>
        <p:sp>
          <p:nvSpPr>
            <p:cNvPr id="41" name="hub"/>
            <p:cNvSpPr/>
            <p:nvPr/>
          </p:nvSpPr>
          <p:spPr>
            <a:xfrm>
              <a:off x="2742453" y="3037987"/>
              <a:ext cx="29290" cy="29290"/>
            </a:xfrm>
            <a:prstGeom prst="ellipse">
              <a:avLst/>
            </a:prstGeom>
            <a:solidFill>
              <a:srgbClr val="9AA0A6"/>
            </a:solidFill>
            <a:ln>
              <a:noFill/>
            </a:ln>
          </p:spPr>
          <p:txBody>
            <a:bodyPr rtlCol="0" anchor="ctr"/>
            <a:lstStyle/>
            <a:p>
              <a:pPr algn="ctr"/>
            </a:p>
          </p:txBody>
        </p:sp>
        <p:sp>
          <p:nvSpPr>
            <p:cNvPr id="42" name="frame"/>
            <p:cNvSpPr/>
            <p:nvPr/>
          </p:nvSpPr>
          <p:spPr>
            <a:xfrm>
              <a:off x="2865729" y="2992282"/>
              <a:ext cx="1058143" cy="36210"/>
            </a:xfrm>
            <a:prstGeom prst="rect">
              <a:avLst/>
            </a:prstGeom>
            <a:solidFill>
              <a:srgbClr val="3A3F47"/>
            </a:solidFill>
            <a:ln w="9525">
              <a:solidFill>
                <a:srgbClr val="9AA0A6"/>
              </a:solidFill>
            </a:ln>
          </p:spPr>
          <p:txBody>
            <a:bodyPr rtlCol="0" anchor="ctr"/>
            <a:lstStyle/>
            <a:p>
              <a:pPr algn="ctr"/>
            </a:p>
          </p:txBody>
        </p:sp>
        <p:sp>
          <p:nvSpPr>
            <p:cNvPr id="43" name="cab"/>
            <p:cNvSpPr/>
            <p:nvPr/>
          </p:nvSpPr>
          <p:spPr>
            <a:xfrm>
              <a:off x="2865729" y="2770997"/>
              <a:ext cx="160934" cy="221284"/>
            </a:xfrm>
            <a:prstGeom prst="roundRect">
              <a:avLst>
                <a:gd name="adj" fmla="val 2500"/>
              </a:avLst>
            </a:prstGeom>
            <a:solidFill>
              <a:srgbClr val="F28C28"/>
            </a:solidFill>
            <a:ln>
              <a:noFill/>
            </a:ln>
          </p:spPr>
          <p:txBody>
            <a:bodyPr rtlCol="0" anchor="ctr"/>
            <a:lstStyle/>
            <a:p>
              <a:pPr algn="ctr"/>
            </a:p>
          </p:txBody>
        </p:sp>
        <p:sp>
          <p:nvSpPr>
            <p:cNvPr id="44" name="cab roof"/>
            <p:cNvSpPr/>
            <p:nvPr/>
          </p:nvSpPr>
          <p:spPr>
            <a:xfrm>
              <a:off x="2857682" y="2750880"/>
              <a:ext cx="177027" cy="20116"/>
            </a:xfrm>
            <a:prstGeom prst="rect">
              <a:avLst/>
            </a:prstGeom>
            <a:solidFill>
              <a:srgbClr val="3A3F47"/>
            </a:solidFill>
            <a:ln w="9525">
              <a:solidFill>
                <a:srgbClr val="9AA0A6"/>
              </a:solidFill>
            </a:ln>
          </p:spPr>
          <p:txBody>
            <a:bodyPr rtlCol="0" anchor="ctr"/>
            <a:lstStyle/>
            <a:p>
              <a:pPr algn="ctr"/>
            </a:p>
          </p:txBody>
        </p:sp>
        <p:sp>
          <p:nvSpPr>
            <p:cNvPr id="45" name="cab window"/>
            <p:cNvSpPr/>
            <p:nvPr/>
          </p:nvSpPr>
          <p:spPr>
            <a:xfrm>
              <a:off x="2905963" y="2803184"/>
              <a:ext cx="72420" cy="72420"/>
            </a:xfrm>
            <a:prstGeom prst="rect">
              <a:avLst/>
            </a:prstGeom>
            <a:solidFill>
              <a:srgbClr val="1B1D21"/>
            </a:solidFill>
            <a:ln>
              <a:noFill/>
            </a:ln>
          </p:spPr>
          <p:txBody>
            <a:bodyPr rtlCol="0" anchor="ctr"/>
            <a:lstStyle/>
            <a:p>
              <a:pPr algn="ctr"/>
            </a:p>
          </p:txBody>
        </p:sp>
        <p:sp>
          <p:nvSpPr>
            <p:cNvPr id="46" name="boiler"/>
            <p:cNvSpPr/>
            <p:nvPr/>
          </p:nvSpPr>
          <p:spPr>
            <a:xfrm>
              <a:off x="3026664" y="2791114"/>
              <a:ext cx="816742" cy="160934"/>
            </a:xfrm>
            <a:prstGeom prst="roundRect">
              <a:avLst>
                <a:gd name="adj" fmla="val 25000"/>
              </a:avLst>
            </a:prstGeom>
            <a:solidFill>
              <a:srgbClr val="F28C28"/>
            </a:solidFill>
            <a:ln>
              <a:noFill/>
            </a:ln>
          </p:spPr>
          <p:txBody>
            <a:bodyPr rtlCol="0" anchor="ctr"/>
            <a:lstStyle/>
            <a:p>
              <a:pPr algn="ctr"/>
            </a:p>
          </p:txBody>
        </p:sp>
        <p:sp>
          <p:nvSpPr>
            <p:cNvPr id="47" name="boiler band"/>
            <p:cNvSpPr/>
            <p:nvPr/>
          </p:nvSpPr>
          <p:spPr>
            <a:xfrm>
              <a:off x="3271686" y="2791114"/>
              <a:ext cx="5632" cy="160934"/>
            </a:xfrm>
            <a:prstGeom prst="rect">
              <a:avLst/>
            </a:prstGeom>
            <a:solidFill>
              <a:srgbClr val="AE641C"/>
            </a:solidFill>
            <a:ln>
              <a:noFill/>
            </a:ln>
          </p:spPr>
          <p:txBody>
            <a:bodyPr rtlCol="0" anchor="ctr"/>
            <a:lstStyle/>
            <a:p>
              <a:pPr algn="ctr"/>
            </a:p>
          </p:txBody>
        </p:sp>
        <p:sp>
          <p:nvSpPr>
            <p:cNvPr id="48" name="boiler band"/>
            <p:cNvSpPr/>
            <p:nvPr/>
          </p:nvSpPr>
          <p:spPr>
            <a:xfrm>
              <a:off x="3475872" y="2791114"/>
              <a:ext cx="5632" cy="160934"/>
            </a:xfrm>
            <a:prstGeom prst="rect">
              <a:avLst/>
            </a:prstGeom>
            <a:solidFill>
              <a:srgbClr val="AE641C"/>
            </a:solidFill>
            <a:ln>
              <a:noFill/>
            </a:ln>
          </p:spPr>
          <p:txBody>
            <a:bodyPr rtlCol="0" anchor="ctr"/>
            <a:lstStyle/>
            <a:p>
              <a:pPr algn="ctr"/>
            </a:p>
          </p:txBody>
        </p:sp>
        <p:sp>
          <p:nvSpPr>
            <p:cNvPr id="49" name="boiler band"/>
            <p:cNvSpPr/>
            <p:nvPr/>
          </p:nvSpPr>
          <p:spPr>
            <a:xfrm>
              <a:off x="3680057" y="2791114"/>
              <a:ext cx="5632" cy="160934"/>
            </a:xfrm>
            <a:prstGeom prst="rect">
              <a:avLst/>
            </a:prstGeom>
            <a:solidFill>
              <a:srgbClr val="AE641C"/>
            </a:solidFill>
            <a:ln>
              <a:noFill/>
            </a:ln>
          </p:spPr>
          <p:txBody>
            <a:bodyPr rtlCol="0" anchor="ctr"/>
            <a:lstStyle/>
            <a:p>
              <a:pPr algn="ctr"/>
            </a:p>
          </p:txBody>
        </p:sp>
        <p:sp>
          <p:nvSpPr>
            <p:cNvPr id="50" name="smokebox"/>
            <p:cNvSpPr/>
            <p:nvPr/>
          </p:nvSpPr>
          <p:spPr>
            <a:xfrm>
              <a:off x="3843406" y="2791114"/>
              <a:ext cx="80467" cy="160934"/>
            </a:xfrm>
            <a:prstGeom prst="roundRect">
              <a:avLst>
                <a:gd name="adj" fmla="val 11999"/>
              </a:avLst>
            </a:prstGeom>
            <a:solidFill>
              <a:srgbClr val="4A515B"/>
            </a:solidFill>
            <a:ln>
              <a:noFill/>
            </a:ln>
          </p:spPr>
          <p:txBody>
            <a:bodyPr rtlCol="0" anchor="ctr"/>
            <a:lstStyle/>
            <a:p>
              <a:pPr algn="ctr"/>
            </a:p>
          </p:txBody>
        </p:sp>
        <p:sp>
          <p:nvSpPr>
            <p:cNvPr id="51" name="chimney"/>
            <p:cNvSpPr/>
            <p:nvPr/>
          </p:nvSpPr>
          <p:spPr>
            <a:xfrm>
              <a:off x="3859499" y="2706624"/>
              <a:ext cx="48280" cy="84490"/>
            </a:xfrm>
            <a:prstGeom prst="rect">
              <a:avLst/>
            </a:prstGeom>
            <a:solidFill>
              <a:srgbClr val="3A3F47"/>
            </a:solidFill>
            <a:ln w="9525">
              <a:solidFill>
                <a:srgbClr val="9AA0A6"/>
              </a:solidFill>
            </a:ln>
          </p:spPr>
          <p:txBody>
            <a:bodyPr rtlCol="0" anchor="ctr"/>
            <a:lstStyle/>
            <a:p>
              <a:pPr algn="ctr"/>
            </a:p>
          </p:txBody>
        </p:sp>
        <p:sp>
          <p:nvSpPr>
            <p:cNvPr id="52" name="chimney lip"/>
            <p:cNvSpPr/>
            <p:nvPr/>
          </p:nvSpPr>
          <p:spPr>
            <a:xfrm>
              <a:off x="3847429" y="2694553"/>
              <a:ext cx="72420" cy="20116"/>
            </a:xfrm>
            <a:prstGeom prst="rect">
              <a:avLst/>
            </a:prstGeom>
            <a:solidFill>
              <a:srgbClr val="3A3F47"/>
            </a:solidFill>
            <a:ln w="9525">
              <a:solidFill>
                <a:srgbClr val="9AA0A6"/>
              </a:solidFill>
            </a:ln>
          </p:spPr>
          <p:txBody>
            <a:bodyPr rtlCol="0" anchor="ctr"/>
            <a:lstStyle/>
            <a:p>
              <a:pPr algn="ctr"/>
            </a:p>
          </p:txBody>
        </p:sp>
        <p:sp>
          <p:nvSpPr>
            <p:cNvPr id="53" name="dome"/>
            <p:cNvSpPr/>
            <p:nvPr/>
          </p:nvSpPr>
          <p:spPr>
            <a:xfrm>
              <a:off x="3353360" y="2746857"/>
              <a:ext cx="72420" cy="44256"/>
            </a:xfrm>
            <a:prstGeom prst="roundRect">
              <a:avLst>
                <a:gd name="adj" fmla="val 36363"/>
              </a:avLst>
            </a:prstGeom>
            <a:solidFill>
              <a:srgbClr val="F28C28"/>
            </a:solidFill>
            <a:ln>
              <a:noFill/>
            </a:ln>
          </p:spPr>
          <p:txBody>
            <a:bodyPr rtlCol="0" anchor="ctr"/>
            <a:lstStyle/>
            <a:p>
              <a:pPr algn="ctr"/>
            </a:p>
          </p:txBody>
        </p:sp>
        <p:sp>
          <p:nvSpPr>
            <p:cNvPr id="54" name="wheel"/>
            <p:cNvSpPr/>
            <p:nvPr/>
          </p:nvSpPr>
          <p:spPr>
            <a:xfrm>
              <a:off x="2877799" y="2948025"/>
              <a:ext cx="160934" cy="160934"/>
            </a:xfrm>
            <a:prstGeom prst="ellipse">
              <a:avLst/>
            </a:prstGeom>
            <a:solidFill>
              <a:srgbClr val="1B1D21"/>
            </a:solidFill>
            <a:ln w="19050">
              <a:solidFill>
                <a:srgbClr val="9AA0A6"/>
              </a:solidFill>
            </a:ln>
          </p:spPr>
          <p:txBody>
            <a:bodyPr rtlCol="0" anchor="ctr"/>
            <a:lstStyle/>
            <a:p>
              <a:pPr algn="ctr"/>
            </a:p>
          </p:txBody>
        </p:sp>
        <p:sp>
          <p:nvSpPr>
            <p:cNvPr id="55" name="hub"/>
            <p:cNvSpPr/>
            <p:nvPr/>
          </p:nvSpPr>
          <p:spPr>
            <a:xfrm>
              <a:off x="2937345" y="3007571"/>
              <a:ext cx="41842" cy="41842"/>
            </a:xfrm>
            <a:prstGeom prst="ellipse">
              <a:avLst/>
            </a:prstGeom>
            <a:solidFill>
              <a:srgbClr val="9AA0A6"/>
            </a:solidFill>
            <a:ln>
              <a:noFill/>
            </a:ln>
          </p:spPr>
          <p:txBody>
            <a:bodyPr rtlCol="0" anchor="ctr"/>
            <a:lstStyle/>
            <a:p>
              <a:pPr algn="ctr"/>
            </a:p>
          </p:txBody>
        </p:sp>
        <p:sp>
          <p:nvSpPr>
            <p:cNvPr id="56" name="wheel"/>
            <p:cNvSpPr/>
            <p:nvPr/>
          </p:nvSpPr>
          <p:spPr>
            <a:xfrm>
              <a:off x="3058850" y="2948025"/>
              <a:ext cx="160934" cy="160934"/>
            </a:xfrm>
            <a:prstGeom prst="ellipse">
              <a:avLst/>
            </a:prstGeom>
            <a:solidFill>
              <a:srgbClr val="1B1D21"/>
            </a:solidFill>
            <a:ln w="19050">
              <a:solidFill>
                <a:srgbClr val="9AA0A6"/>
              </a:solidFill>
            </a:ln>
          </p:spPr>
          <p:txBody>
            <a:bodyPr rtlCol="0" anchor="ctr"/>
            <a:lstStyle/>
            <a:p>
              <a:pPr algn="ctr"/>
            </a:p>
          </p:txBody>
        </p:sp>
        <p:sp>
          <p:nvSpPr>
            <p:cNvPr id="57" name="hub"/>
            <p:cNvSpPr/>
            <p:nvPr/>
          </p:nvSpPr>
          <p:spPr>
            <a:xfrm>
              <a:off x="3118396" y="3007571"/>
              <a:ext cx="41842" cy="41842"/>
            </a:xfrm>
            <a:prstGeom prst="ellipse">
              <a:avLst/>
            </a:prstGeom>
            <a:solidFill>
              <a:srgbClr val="9AA0A6"/>
            </a:solidFill>
            <a:ln>
              <a:noFill/>
            </a:ln>
          </p:spPr>
          <p:txBody>
            <a:bodyPr rtlCol="0" anchor="ctr"/>
            <a:lstStyle/>
            <a:p>
              <a:pPr algn="ctr"/>
            </a:p>
          </p:txBody>
        </p:sp>
        <p:sp>
          <p:nvSpPr>
            <p:cNvPr id="58" name="wheel"/>
            <p:cNvSpPr/>
            <p:nvPr/>
          </p:nvSpPr>
          <p:spPr>
            <a:xfrm>
              <a:off x="3239902" y="2948025"/>
              <a:ext cx="160934" cy="160934"/>
            </a:xfrm>
            <a:prstGeom prst="ellipse">
              <a:avLst/>
            </a:prstGeom>
            <a:solidFill>
              <a:srgbClr val="1B1D21"/>
            </a:solidFill>
            <a:ln w="19050">
              <a:solidFill>
                <a:srgbClr val="9AA0A6"/>
              </a:solidFill>
            </a:ln>
          </p:spPr>
          <p:txBody>
            <a:bodyPr rtlCol="0" anchor="ctr"/>
            <a:lstStyle/>
            <a:p>
              <a:pPr algn="ctr"/>
            </a:p>
          </p:txBody>
        </p:sp>
        <p:sp>
          <p:nvSpPr>
            <p:cNvPr id="59" name="hub"/>
            <p:cNvSpPr/>
            <p:nvPr/>
          </p:nvSpPr>
          <p:spPr>
            <a:xfrm>
              <a:off x="3299447" y="3007571"/>
              <a:ext cx="41842" cy="41842"/>
            </a:xfrm>
            <a:prstGeom prst="ellipse">
              <a:avLst/>
            </a:prstGeom>
            <a:solidFill>
              <a:srgbClr val="9AA0A6"/>
            </a:solidFill>
            <a:ln>
              <a:noFill/>
            </a:ln>
          </p:spPr>
          <p:txBody>
            <a:bodyPr rtlCol="0" anchor="ctr"/>
            <a:lstStyle/>
            <a:p>
              <a:pPr algn="ctr"/>
            </a:p>
          </p:txBody>
        </p:sp>
        <p:sp>
          <p:nvSpPr>
            <p:cNvPr id="60" name="wheel"/>
            <p:cNvSpPr/>
            <p:nvPr/>
          </p:nvSpPr>
          <p:spPr>
            <a:xfrm>
              <a:off x="3420953" y="2948025"/>
              <a:ext cx="160934" cy="160934"/>
            </a:xfrm>
            <a:prstGeom prst="ellipse">
              <a:avLst/>
            </a:prstGeom>
            <a:solidFill>
              <a:srgbClr val="1B1D21"/>
            </a:solidFill>
            <a:ln w="19050">
              <a:solidFill>
                <a:srgbClr val="9AA0A6"/>
              </a:solidFill>
            </a:ln>
          </p:spPr>
          <p:txBody>
            <a:bodyPr rtlCol="0" anchor="ctr"/>
            <a:lstStyle/>
            <a:p>
              <a:pPr algn="ctr"/>
            </a:p>
          </p:txBody>
        </p:sp>
        <p:sp>
          <p:nvSpPr>
            <p:cNvPr id="61" name="hub"/>
            <p:cNvSpPr/>
            <p:nvPr/>
          </p:nvSpPr>
          <p:spPr>
            <a:xfrm>
              <a:off x="3480499" y="3007571"/>
              <a:ext cx="41842" cy="41842"/>
            </a:xfrm>
            <a:prstGeom prst="ellipse">
              <a:avLst/>
            </a:prstGeom>
            <a:solidFill>
              <a:srgbClr val="9AA0A6"/>
            </a:solidFill>
            <a:ln>
              <a:noFill/>
            </a:ln>
          </p:spPr>
          <p:txBody>
            <a:bodyPr rtlCol="0" anchor="ctr"/>
            <a:lstStyle/>
            <a:p>
              <a:pPr algn="ctr"/>
            </a:p>
          </p:txBody>
        </p:sp>
        <p:sp>
          <p:nvSpPr>
            <p:cNvPr id="62" name="wheel"/>
            <p:cNvSpPr/>
            <p:nvPr/>
          </p:nvSpPr>
          <p:spPr>
            <a:xfrm>
              <a:off x="3642238" y="3020446"/>
              <a:ext cx="88513" cy="88513"/>
            </a:xfrm>
            <a:prstGeom prst="ellipse">
              <a:avLst/>
            </a:prstGeom>
            <a:solidFill>
              <a:srgbClr val="1B1D21"/>
            </a:solidFill>
            <a:ln w="19050">
              <a:solidFill>
                <a:srgbClr val="9AA0A6"/>
              </a:solidFill>
            </a:ln>
          </p:spPr>
          <p:txBody>
            <a:bodyPr rtlCol="0" anchor="ctr"/>
            <a:lstStyle/>
            <a:p>
              <a:pPr algn="ctr"/>
            </a:p>
          </p:txBody>
        </p:sp>
        <p:sp>
          <p:nvSpPr>
            <p:cNvPr id="63" name="hub"/>
            <p:cNvSpPr/>
            <p:nvPr/>
          </p:nvSpPr>
          <p:spPr>
            <a:xfrm>
              <a:off x="3674988" y="3053196"/>
              <a:ext cx="23013" cy="23013"/>
            </a:xfrm>
            <a:prstGeom prst="ellipse">
              <a:avLst/>
            </a:prstGeom>
            <a:solidFill>
              <a:srgbClr val="9AA0A6"/>
            </a:solidFill>
            <a:ln>
              <a:noFill/>
            </a:ln>
          </p:spPr>
          <p:txBody>
            <a:bodyPr rtlCol="0" anchor="ctr"/>
            <a:lstStyle/>
            <a:p>
              <a:pPr algn="ctr"/>
            </a:p>
          </p:txBody>
        </p:sp>
        <p:sp>
          <p:nvSpPr>
            <p:cNvPr id="64" name="coupling rod"/>
            <p:cNvSpPr/>
            <p:nvPr/>
          </p:nvSpPr>
          <p:spPr>
            <a:xfrm>
              <a:off x="2958266" y="2982626"/>
              <a:ext cx="543153" cy="11265"/>
            </a:xfrm>
            <a:prstGeom prst="rect">
              <a:avLst/>
            </a:prstGeom>
            <a:solidFill>
              <a:srgbClr val="D0D4D8"/>
            </a:solidFill>
            <a:ln>
              <a:noFill/>
            </a:ln>
          </p:spPr>
          <p:txBody>
            <a:bodyPr rtlCol="0" anchor="ctr"/>
            <a:lstStyle/>
            <a:p>
              <a:pPr algn="ctr"/>
            </a:p>
          </p:txBody>
        </p:sp>
        <p:sp>
          <p:nvSpPr>
            <p:cNvPr id="65" name="buffer beam"/>
            <p:cNvSpPr/>
            <p:nvPr/>
          </p:nvSpPr>
          <p:spPr>
            <a:xfrm>
              <a:off x="3923873" y="2956072"/>
              <a:ext cx="24140" cy="72420"/>
            </a:xfrm>
            <a:prstGeom prst="rect">
              <a:avLst/>
            </a:prstGeom>
            <a:solidFill>
              <a:srgbClr val="9AA0A6"/>
            </a:solidFill>
            <a:ln>
              <a:noFill/>
            </a:ln>
          </p:spPr>
          <p:txBody>
            <a:bodyPr rtlCol="0" anchor="ctr"/>
            <a:lstStyle/>
            <a:p>
              <a:pPr algn="ctr"/>
            </a:p>
          </p:txBody>
        </p:sp>
        <p:sp>
          <p:nvSpPr>
            <p:cNvPr id="66" name="rail"/>
            <p:cNvSpPr/>
            <p:nvPr/>
          </p:nvSpPr>
          <p:spPr>
            <a:xfrm>
              <a:off x="2404872" y="3108960"/>
              <a:ext cx="1645920" cy="36576"/>
            </a:xfrm>
            <a:prstGeom prst="rect">
              <a:avLst/>
            </a:prstGeom>
            <a:solidFill>
              <a:srgbClr val="9AA0A6"/>
            </a:solidFill>
            <a:ln>
              <a:noFill/>
            </a:ln>
          </p:spPr>
          <p:txBody>
            <a:bodyPr rtlCol="0" anchor="ctr"/>
            <a:lstStyle/>
            <a:p>
              <a:pPr algn="ctr"/>
            </a:p>
          </p:txBody>
        </p:sp>
        <p:sp>
          <p:nvSpPr>
            <p:cNvPr id="67" name="number plate (digits)"/>
            <p:cNvSpPr/>
            <p:nvPr/>
          </p:nvSpPr>
          <p:spPr>
            <a:xfrm>
              <a:off x="2496312" y="3383280"/>
              <a:ext cx="1463040" cy="731520"/>
            </a:xfrm>
            <a:prstGeom prst="roundRect">
              <a:avLst>
                <a:gd name="adj" fmla="val 10000"/>
              </a:avLst>
            </a:prstGeom>
            <a:solidFill>
              <a:srgbClr val="1B1D21"/>
            </a:solidFill>
            <a:ln w="28575">
              <a:solidFill>
                <a:srgbClr val="F28C28"/>
              </a:solidFill>
            </a:ln>
          </p:spPr>
          <p:txBody>
            <a:bodyPr rtlCol="0" anchor="ctr"/>
            <a:lstStyle/>
            <a:p>
              <a:pPr algn="ctr"/>
            </a:p>
          </p:txBody>
        </p:sp>
        <p:sp>
          <p:nvSpPr>
            <p:cNvPr id="68" name="digit block"/>
            <p:cNvSpPr/>
            <p:nvPr/>
          </p:nvSpPr>
          <p:spPr>
            <a:xfrm>
              <a:off x="2665110" y="3652662"/>
              <a:ext cx="192755" cy="192755"/>
            </a:xfrm>
            <a:prstGeom prst="roundRect">
              <a:avLst>
                <a:gd name="adj" fmla="val 20000"/>
              </a:avLst>
            </a:prstGeom>
            <a:solidFill>
              <a:srgbClr val="F2F2F2"/>
            </a:solidFill>
            <a:ln>
              <a:noFill/>
            </a:ln>
          </p:spPr>
          <p:txBody>
            <a:bodyPr rtlCol="0" anchor="ctr"/>
            <a:lstStyle/>
            <a:p>
              <a:pPr algn="ctr"/>
            </a:p>
          </p:txBody>
        </p:sp>
        <p:sp>
          <p:nvSpPr>
            <p:cNvPr id="69" name="digit block"/>
            <p:cNvSpPr/>
            <p:nvPr/>
          </p:nvSpPr>
          <p:spPr>
            <a:xfrm>
              <a:off x="2976006" y="3652662"/>
              <a:ext cx="192755" cy="192755"/>
            </a:xfrm>
            <a:prstGeom prst="roundRect">
              <a:avLst>
                <a:gd name="adj" fmla="val 20000"/>
              </a:avLst>
            </a:prstGeom>
            <a:solidFill>
              <a:srgbClr val="F2F2F2"/>
            </a:solidFill>
            <a:ln>
              <a:noFill/>
            </a:ln>
          </p:spPr>
          <p:txBody>
            <a:bodyPr rtlCol="0" anchor="ctr"/>
            <a:lstStyle/>
            <a:p>
              <a:pPr algn="ctr"/>
            </a:p>
          </p:txBody>
        </p:sp>
        <p:sp>
          <p:nvSpPr>
            <p:cNvPr id="70" name="digit block"/>
            <p:cNvSpPr/>
            <p:nvPr/>
          </p:nvSpPr>
          <p:spPr>
            <a:xfrm>
              <a:off x="3286902" y="3652662"/>
              <a:ext cx="192755" cy="192755"/>
            </a:xfrm>
            <a:prstGeom prst="roundRect">
              <a:avLst>
                <a:gd name="adj" fmla="val 20000"/>
              </a:avLst>
            </a:prstGeom>
            <a:solidFill>
              <a:srgbClr val="F2F2F2"/>
            </a:solidFill>
            <a:ln>
              <a:noFill/>
            </a:ln>
          </p:spPr>
          <p:txBody>
            <a:bodyPr rtlCol="0" anchor="ctr"/>
            <a:lstStyle/>
            <a:p>
              <a:pPr algn="ctr"/>
            </a:p>
          </p:txBody>
        </p:sp>
        <p:sp>
          <p:nvSpPr>
            <p:cNvPr id="71" name="digit block"/>
            <p:cNvSpPr/>
            <p:nvPr/>
          </p:nvSpPr>
          <p:spPr>
            <a:xfrm>
              <a:off x="3597798" y="3652662"/>
              <a:ext cx="192755" cy="192755"/>
            </a:xfrm>
            <a:prstGeom prst="roundRect">
              <a:avLst>
                <a:gd name="adj" fmla="val 20000"/>
              </a:avLst>
            </a:prstGeom>
            <a:solidFill>
              <a:srgbClr val="F2F2F2"/>
            </a:solidFill>
            <a:ln>
              <a:noFill/>
            </a:ln>
          </p:spPr>
          <p:txBody>
            <a:bodyPr rtlCol="0" anchor="ctr"/>
            <a:lstStyle/>
            <a:p>
              <a:pPr algn="ctr"/>
            </a:p>
          </p:txBody>
        </p:sp>
        <p:sp>
          <p:nvSpPr>
            <p:cNvPr id="72" name="tender frame"/>
            <p:cNvSpPr/>
            <p:nvPr/>
          </p:nvSpPr>
          <p:spPr>
            <a:xfrm>
              <a:off x="4042745" y="2992282"/>
              <a:ext cx="329915" cy="36210"/>
            </a:xfrm>
            <a:prstGeom prst="rect">
              <a:avLst/>
            </a:prstGeom>
            <a:solidFill>
              <a:srgbClr val="3A3F47"/>
            </a:solidFill>
            <a:ln w="9525">
              <a:solidFill>
                <a:srgbClr val="9AA0A6"/>
              </a:solidFill>
            </a:ln>
          </p:spPr>
          <p:txBody>
            <a:bodyPr rtlCol="0" anchor="ctr"/>
            <a:lstStyle/>
            <a:p>
              <a:pPr algn="ctr"/>
            </a:p>
          </p:txBody>
        </p:sp>
        <p:sp>
          <p:nvSpPr>
            <p:cNvPr id="73" name="tender body"/>
            <p:cNvSpPr/>
            <p:nvPr/>
          </p:nvSpPr>
          <p:spPr>
            <a:xfrm>
              <a:off x="4042745" y="2859511"/>
              <a:ext cx="329915" cy="132770"/>
            </a:xfrm>
            <a:prstGeom prst="roundRect">
              <a:avLst>
                <a:gd name="adj" fmla="val 3030"/>
              </a:avLst>
            </a:prstGeom>
            <a:solidFill>
              <a:srgbClr val="F28C28"/>
            </a:solidFill>
            <a:ln>
              <a:noFill/>
            </a:ln>
          </p:spPr>
          <p:txBody>
            <a:bodyPr rtlCol="0" anchor="ctr"/>
            <a:lstStyle/>
            <a:p>
              <a:pPr algn="ctr"/>
            </a:p>
          </p:txBody>
        </p:sp>
        <p:sp>
          <p:nvSpPr>
            <p:cNvPr id="74" name="tender coal"/>
            <p:cNvSpPr/>
            <p:nvPr/>
          </p:nvSpPr>
          <p:spPr>
            <a:xfrm>
              <a:off x="4054815" y="2803184"/>
              <a:ext cx="305775" cy="56327"/>
            </a:xfrm>
            <a:custGeom>
              <a:avLst/>
              <a:gdLst/>
              <a:ahLst/>
              <a:cxnLst/>
              <a:rect l="l" t="t" r="r" b="b"/>
              <a:pathLst>
                <a:path w="305775" h="56327">
                  <a:moveTo>
                    <a:pt x="0" y="56327"/>
                  </a:moveTo>
                  <a:lnTo>
                    <a:pt x="60350" y="4024"/>
                  </a:lnTo>
                  <a:lnTo>
                    <a:pt x="181051" y="0"/>
                  </a:lnTo>
                  <a:lnTo>
                    <a:pt x="305775" y="56327"/>
                  </a:lnTo>
                  <a:close/>
                </a:path>
              </a:pathLst>
            </a:custGeom>
            <a:solidFill>
              <a:srgbClr val="1B1D21"/>
            </a:solidFill>
            <a:ln w="12700">
              <a:solidFill>
                <a:srgbClr val="6B7078"/>
              </a:solidFill>
            </a:ln>
          </p:spPr>
          <p:txBody>
            <a:bodyPr rtlCol="0" anchor="ctr"/>
            <a:lstStyle/>
            <a:p>
              <a:pPr algn="ctr"/>
            </a:p>
          </p:txBody>
        </p:sp>
        <p:sp>
          <p:nvSpPr>
            <p:cNvPr id="75" name="coupling"/>
            <p:cNvSpPr/>
            <p:nvPr/>
          </p:nvSpPr>
          <p:spPr>
            <a:xfrm>
              <a:off x="4372660" y="2944002"/>
              <a:ext cx="28163" cy="12070"/>
            </a:xfrm>
            <a:prstGeom prst="rect">
              <a:avLst/>
            </a:prstGeom>
            <a:solidFill>
              <a:srgbClr val="9AA0A6"/>
            </a:solidFill>
            <a:ln>
              <a:noFill/>
            </a:ln>
          </p:spPr>
          <p:txBody>
            <a:bodyPr rtlCol="0" anchor="ctr"/>
            <a:lstStyle/>
            <a:p>
              <a:pPr algn="ctr"/>
            </a:p>
          </p:txBody>
        </p:sp>
        <p:sp>
          <p:nvSpPr>
            <p:cNvPr id="76" name="wheel"/>
            <p:cNvSpPr/>
            <p:nvPr/>
          </p:nvSpPr>
          <p:spPr>
            <a:xfrm>
              <a:off x="4066885" y="2996305"/>
              <a:ext cx="112654" cy="112654"/>
            </a:xfrm>
            <a:prstGeom prst="ellipse">
              <a:avLst/>
            </a:prstGeom>
            <a:solidFill>
              <a:srgbClr val="1B1D21"/>
            </a:solidFill>
            <a:ln w="19050">
              <a:solidFill>
                <a:srgbClr val="9AA0A6"/>
              </a:solidFill>
            </a:ln>
          </p:spPr>
          <p:txBody>
            <a:bodyPr rtlCol="0" anchor="ctr"/>
            <a:lstStyle/>
            <a:p>
              <a:pPr algn="ctr"/>
            </a:p>
          </p:txBody>
        </p:sp>
        <p:sp>
          <p:nvSpPr>
            <p:cNvPr id="77" name="hub"/>
            <p:cNvSpPr/>
            <p:nvPr/>
          </p:nvSpPr>
          <p:spPr>
            <a:xfrm>
              <a:off x="4108567" y="3037987"/>
              <a:ext cx="29290" cy="29290"/>
            </a:xfrm>
            <a:prstGeom prst="ellipse">
              <a:avLst/>
            </a:prstGeom>
            <a:solidFill>
              <a:srgbClr val="9AA0A6"/>
            </a:solidFill>
            <a:ln>
              <a:noFill/>
            </a:ln>
          </p:spPr>
          <p:txBody>
            <a:bodyPr rtlCol="0" anchor="ctr"/>
            <a:lstStyle/>
            <a:p>
              <a:pPr algn="ctr"/>
            </a:p>
          </p:txBody>
        </p:sp>
        <p:sp>
          <p:nvSpPr>
            <p:cNvPr id="78" name="wheel"/>
            <p:cNvSpPr/>
            <p:nvPr/>
          </p:nvSpPr>
          <p:spPr>
            <a:xfrm>
              <a:off x="4235866" y="2996305"/>
              <a:ext cx="112654" cy="112654"/>
            </a:xfrm>
            <a:prstGeom prst="ellipse">
              <a:avLst/>
            </a:prstGeom>
            <a:solidFill>
              <a:srgbClr val="1B1D21"/>
            </a:solidFill>
            <a:ln w="19050">
              <a:solidFill>
                <a:srgbClr val="9AA0A6"/>
              </a:solidFill>
            </a:ln>
          </p:spPr>
          <p:txBody>
            <a:bodyPr rtlCol="0" anchor="ctr"/>
            <a:lstStyle/>
            <a:p>
              <a:pPr algn="ctr"/>
            </a:p>
          </p:txBody>
        </p:sp>
        <p:sp>
          <p:nvSpPr>
            <p:cNvPr id="79" name="hub"/>
            <p:cNvSpPr/>
            <p:nvPr/>
          </p:nvSpPr>
          <p:spPr>
            <a:xfrm>
              <a:off x="4277548" y="3037987"/>
              <a:ext cx="29290" cy="29290"/>
            </a:xfrm>
            <a:prstGeom prst="ellipse">
              <a:avLst/>
            </a:prstGeom>
            <a:solidFill>
              <a:srgbClr val="9AA0A6"/>
            </a:solidFill>
            <a:ln>
              <a:noFill/>
            </a:ln>
          </p:spPr>
          <p:txBody>
            <a:bodyPr rtlCol="0" anchor="ctr"/>
            <a:lstStyle/>
            <a:p>
              <a:pPr algn="ctr"/>
            </a:p>
          </p:txBody>
        </p:sp>
        <p:sp>
          <p:nvSpPr>
            <p:cNvPr id="80" name="frame"/>
            <p:cNvSpPr/>
            <p:nvPr/>
          </p:nvSpPr>
          <p:spPr>
            <a:xfrm>
              <a:off x="4400824" y="2992282"/>
              <a:ext cx="1239194" cy="36210"/>
            </a:xfrm>
            <a:prstGeom prst="rect">
              <a:avLst/>
            </a:prstGeom>
            <a:solidFill>
              <a:srgbClr val="3A3F47"/>
            </a:solidFill>
            <a:ln w="9525">
              <a:solidFill>
                <a:srgbClr val="9AA0A6"/>
              </a:solidFill>
            </a:ln>
          </p:spPr>
          <p:txBody>
            <a:bodyPr rtlCol="0" anchor="ctr"/>
            <a:lstStyle/>
            <a:p>
              <a:pPr algn="ctr"/>
            </a:p>
          </p:txBody>
        </p:sp>
        <p:sp>
          <p:nvSpPr>
            <p:cNvPr id="81" name="cab"/>
            <p:cNvSpPr/>
            <p:nvPr/>
          </p:nvSpPr>
          <p:spPr>
            <a:xfrm>
              <a:off x="4400824" y="2770997"/>
              <a:ext cx="160934" cy="221284"/>
            </a:xfrm>
            <a:prstGeom prst="roundRect">
              <a:avLst>
                <a:gd name="adj" fmla="val 2500"/>
              </a:avLst>
            </a:prstGeom>
            <a:solidFill>
              <a:srgbClr val="F28C28"/>
            </a:solidFill>
            <a:ln>
              <a:noFill/>
            </a:ln>
          </p:spPr>
          <p:txBody>
            <a:bodyPr rtlCol="0" anchor="ctr"/>
            <a:lstStyle/>
            <a:p>
              <a:pPr algn="ctr"/>
            </a:p>
          </p:txBody>
        </p:sp>
        <p:sp>
          <p:nvSpPr>
            <p:cNvPr id="82" name="cab roof"/>
            <p:cNvSpPr/>
            <p:nvPr/>
          </p:nvSpPr>
          <p:spPr>
            <a:xfrm>
              <a:off x="4392777" y="2750880"/>
              <a:ext cx="177027" cy="20116"/>
            </a:xfrm>
            <a:prstGeom prst="rect">
              <a:avLst/>
            </a:prstGeom>
            <a:solidFill>
              <a:srgbClr val="3A3F47"/>
            </a:solidFill>
            <a:ln w="9525">
              <a:solidFill>
                <a:srgbClr val="9AA0A6"/>
              </a:solidFill>
            </a:ln>
          </p:spPr>
          <p:txBody>
            <a:bodyPr rtlCol="0" anchor="ctr"/>
            <a:lstStyle/>
            <a:p>
              <a:pPr algn="ctr"/>
            </a:p>
          </p:txBody>
        </p:sp>
        <p:sp>
          <p:nvSpPr>
            <p:cNvPr id="83" name="cab window"/>
            <p:cNvSpPr/>
            <p:nvPr/>
          </p:nvSpPr>
          <p:spPr>
            <a:xfrm>
              <a:off x="4441057" y="2803184"/>
              <a:ext cx="72420" cy="72420"/>
            </a:xfrm>
            <a:prstGeom prst="rect">
              <a:avLst/>
            </a:prstGeom>
            <a:solidFill>
              <a:srgbClr val="1B1D21"/>
            </a:solidFill>
            <a:ln>
              <a:noFill/>
            </a:ln>
          </p:spPr>
          <p:txBody>
            <a:bodyPr rtlCol="0" anchor="ctr"/>
            <a:lstStyle/>
            <a:p>
              <a:pPr algn="ctr"/>
            </a:p>
          </p:txBody>
        </p:sp>
        <p:sp>
          <p:nvSpPr>
            <p:cNvPr id="84" name="boiler"/>
            <p:cNvSpPr/>
            <p:nvPr/>
          </p:nvSpPr>
          <p:spPr>
            <a:xfrm>
              <a:off x="4561758" y="2791114"/>
              <a:ext cx="997793" cy="160934"/>
            </a:xfrm>
            <a:prstGeom prst="roundRect">
              <a:avLst>
                <a:gd name="adj" fmla="val 25000"/>
              </a:avLst>
            </a:prstGeom>
            <a:solidFill>
              <a:srgbClr val="F28C28"/>
            </a:solidFill>
            <a:ln>
              <a:noFill/>
            </a:ln>
          </p:spPr>
          <p:txBody>
            <a:bodyPr rtlCol="0" anchor="ctr"/>
            <a:lstStyle/>
            <a:p>
              <a:pPr algn="ctr"/>
            </a:p>
          </p:txBody>
        </p:sp>
        <p:sp>
          <p:nvSpPr>
            <p:cNvPr id="85" name="boiler band"/>
            <p:cNvSpPr/>
            <p:nvPr/>
          </p:nvSpPr>
          <p:spPr>
            <a:xfrm>
              <a:off x="4861096" y="2791114"/>
              <a:ext cx="5632" cy="160934"/>
            </a:xfrm>
            <a:prstGeom prst="rect">
              <a:avLst/>
            </a:prstGeom>
            <a:solidFill>
              <a:srgbClr val="AE641C"/>
            </a:solidFill>
            <a:ln>
              <a:noFill/>
            </a:ln>
          </p:spPr>
          <p:txBody>
            <a:bodyPr rtlCol="0" anchor="ctr"/>
            <a:lstStyle/>
            <a:p>
              <a:pPr algn="ctr"/>
            </a:p>
          </p:txBody>
        </p:sp>
        <p:sp>
          <p:nvSpPr>
            <p:cNvPr id="86" name="boiler band"/>
            <p:cNvSpPr/>
            <p:nvPr/>
          </p:nvSpPr>
          <p:spPr>
            <a:xfrm>
              <a:off x="5110545" y="2791114"/>
              <a:ext cx="5632" cy="160934"/>
            </a:xfrm>
            <a:prstGeom prst="rect">
              <a:avLst/>
            </a:prstGeom>
            <a:solidFill>
              <a:srgbClr val="AE641C"/>
            </a:solidFill>
            <a:ln>
              <a:noFill/>
            </a:ln>
          </p:spPr>
          <p:txBody>
            <a:bodyPr rtlCol="0" anchor="ctr"/>
            <a:lstStyle/>
            <a:p>
              <a:pPr algn="ctr"/>
            </a:p>
          </p:txBody>
        </p:sp>
        <p:sp>
          <p:nvSpPr>
            <p:cNvPr id="87" name="boiler band"/>
            <p:cNvSpPr/>
            <p:nvPr/>
          </p:nvSpPr>
          <p:spPr>
            <a:xfrm>
              <a:off x="5359993" y="2791114"/>
              <a:ext cx="5632" cy="160934"/>
            </a:xfrm>
            <a:prstGeom prst="rect">
              <a:avLst/>
            </a:prstGeom>
            <a:solidFill>
              <a:srgbClr val="AE641C"/>
            </a:solidFill>
            <a:ln>
              <a:noFill/>
            </a:ln>
          </p:spPr>
          <p:txBody>
            <a:bodyPr rtlCol="0" anchor="ctr"/>
            <a:lstStyle/>
            <a:p>
              <a:pPr algn="ctr"/>
            </a:p>
          </p:txBody>
        </p:sp>
        <p:sp>
          <p:nvSpPr>
            <p:cNvPr id="88" name="smokebox"/>
            <p:cNvSpPr/>
            <p:nvPr/>
          </p:nvSpPr>
          <p:spPr>
            <a:xfrm>
              <a:off x="5559552" y="2791114"/>
              <a:ext cx="80467" cy="160934"/>
            </a:xfrm>
            <a:prstGeom prst="roundRect">
              <a:avLst>
                <a:gd name="adj" fmla="val 11999"/>
              </a:avLst>
            </a:prstGeom>
            <a:solidFill>
              <a:srgbClr val="4A515B"/>
            </a:solidFill>
            <a:ln>
              <a:noFill/>
            </a:ln>
          </p:spPr>
          <p:txBody>
            <a:bodyPr rtlCol="0" anchor="ctr"/>
            <a:lstStyle/>
            <a:p>
              <a:pPr algn="ctr"/>
            </a:p>
          </p:txBody>
        </p:sp>
        <p:sp>
          <p:nvSpPr>
            <p:cNvPr id="89" name="chimney"/>
            <p:cNvSpPr/>
            <p:nvPr/>
          </p:nvSpPr>
          <p:spPr>
            <a:xfrm>
              <a:off x="5575645" y="2706624"/>
              <a:ext cx="48280" cy="84490"/>
            </a:xfrm>
            <a:prstGeom prst="rect">
              <a:avLst/>
            </a:prstGeom>
            <a:solidFill>
              <a:srgbClr val="3A3F47"/>
            </a:solidFill>
            <a:ln w="9525">
              <a:solidFill>
                <a:srgbClr val="9AA0A6"/>
              </a:solidFill>
            </a:ln>
          </p:spPr>
          <p:txBody>
            <a:bodyPr rtlCol="0" anchor="ctr"/>
            <a:lstStyle/>
            <a:p>
              <a:pPr algn="ctr"/>
            </a:p>
          </p:txBody>
        </p:sp>
        <p:sp>
          <p:nvSpPr>
            <p:cNvPr id="90" name="chimney lip"/>
            <p:cNvSpPr/>
            <p:nvPr/>
          </p:nvSpPr>
          <p:spPr>
            <a:xfrm>
              <a:off x="5563575" y="2694553"/>
              <a:ext cx="72420" cy="20116"/>
            </a:xfrm>
            <a:prstGeom prst="rect">
              <a:avLst/>
            </a:prstGeom>
            <a:solidFill>
              <a:srgbClr val="3A3F47"/>
            </a:solidFill>
            <a:ln w="9525">
              <a:solidFill>
                <a:srgbClr val="9AA0A6"/>
              </a:solidFill>
            </a:ln>
          </p:spPr>
          <p:txBody>
            <a:bodyPr rtlCol="0" anchor="ctr"/>
            <a:lstStyle/>
            <a:p>
              <a:pPr algn="ctr"/>
            </a:p>
          </p:txBody>
        </p:sp>
        <p:sp>
          <p:nvSpPr>
            <p:cNvPr id="91" name="dome"/>
            <p:cNvSpPr/>
            <p:nvPr/>
          </p:nvSpPr>
          <p:spPr>
            <a:xfrm>
              <a:off x="4960876" y="2746857"/>
              <a:ext cx="72420" cy="44256"/>
            </a:xfrm>
            <a:prstGeom prst="roundRect">
              <a:avLst>
                <a:gd name="adj" fmla="val 36363"/>
              </a:avLst>
            </a:prstGeom>
            <a:solidFill>
              <a:srgbClr val="F28C28"/>
            </a:solidFill>
            <a:ln>
              <a:noFill/>
            </a:ln>
          </p:spPr>
          <p:txBody>
            <a:bodyPr rtlCol="0" anchor="ctr"/>
            <a:lstStyle/>
            <a:p>
              <a:pPr algn="ctr"/>
            </a:p>
          </p:txBody>
        </p:sp>
        <p:sp>
          <p:nvSpPr>
            <p:cNvPr id="92" name="wheel"/>
            <p:cNvSpPr/>
            <p:nvPr/>
          </p:nvSpPr>
          <p:spPr>
            <a:xfrm>
              <a:off x="4412894" y="2948025"/>
              <a:ext cx="160934" cy="160934"/>
            </a:xfrm>
            <a:prstGeom prst="ellipse">
              <a:avLst/>
            </a:prstGeom>
            <a:solidFill>
              <a:srgbClr val="1B1D21"/>
            </a:solidFill>
            <a:ln w="19050">
              <a:solidFill>
                <a:srgbClr val="9AA0A6"/>
              </a:solidFill>
            </a:ln>
          </p:spPr>
          <p:txBody>
            <a:bodyPr rtlCol="0" anchor="ctr"/>
            <a:lstStyle/>
            <a:p>
              <a:pPr algn="ctr"/>
            </a:p>
          </p:txBody>
        </p:sp>
        <p:sp>
          <p:nvSpPr>
            <p:cNvPr id="93" name="hub"/>
            <p:cNvSpPr/>
            <p:nvPr/>
          </p:nvSpPr>
          <p:spPr>
            <a:xfrm>
              <a:off x="4472440" y="3007571"/>
              <a:ext cx="41842" cy="41842"/>
            </a:xfrm>
            <a:prstGeom prst="ellipse">
              <a:avLst/>
            </a:prstGeom>
            <a:solidFill>
              <a:srgbClr val="9AA0A6"/>
            </a:solidFill>
            <a:ln>
              <a:noFill/>
            </a:ln>
          </p:spPr>
          <p:txBody>
            <a:bodyPr rtlCol="0" anchor="ctr"/>
            <a:lstStyle/>
            <a:p>
              <a:pPr algn="ctr"/>
            </a:p>
          </p:txBody>
        </p:sp>
        <p:sp>
          <p:nvSpPr>
            <p:cNvPr id="94" name="wheel"/>
            <p:cNvSpPr/>
            <p:nvPr/>
          </p:nvSpPr>
          <p:spPr>
            <a:xfrm>
              <a:off x="4593945" y="2948025"/>
              <a:ext cx="160934" cy="160934"/>
            </a:xfrm>
            <a:prstGeom prst="ellipse">
              <a:avLst/>
            </a:prstGeom>
            <a:solidFill>
              <a:srgbClr val="1B1D21"/>
            </a:solidFill>
            <a:ln w="19050">
              <a:solidFill>
                <a:srgbClr val="9AA0A6"/>
              </a:solidFill>
            </a:ln>
          </p:spPr>
          <p:txBody>
            <a:bodyPr rtlCol="0" anchor="ctr"/>
            <a:lstStyle/>
            <a:p>
              <a:pPr algn="ctr"/>
            </a:p>
          </p:txBody>
        </p:sp>
        <p:sp>
          <p:nvSpPr>
            <p:cNvPr id="95" name="hub"/>
            <p:cNvSpPr/>
            <p:nvPr/>
          </p:nvSpPr>
          <p:spPr>
            <a:xfrm>
              <a:off x="4653491" y="3007571"/>
              <a:ext cx="41842" cy="41842"/>
            </a:xfrm>
            <a:prstGeom prst="ellipse">
              <a:avLst/>
            </a:prstGeom>
            <a:solidFill>
              <a:srgbClr val="9AA0A6"/>
            </a:solidFill>
            <a:ln>
              <a:noFill/>
            </a:ln>
          </p:spPr>
          <p:txBody>
            <a:bodyPr rtlCol="0" anchor="ctr"/>
            <a:lstStyle/>
            <a:p>
              <a:pPr algn="ctr"/>
            </a:p>
          </p:txBody>
        </p:sp>
        <p:sp>
          <p:nvSpPr>
            <p:cNvPr id="96" name="wheel"/>
            <p:cNvSpPr/>
            <p:nvPr/>
          </p:nvSpPr>
          <p:spPr>
            <a:xfrm>
              <a:off x="4774996" y="2948025"/>
              <a:ext cx="160934" cy="160934"/>
            </a:xfrm>
            <a:prstGeom prst="ellipse">
              <a:avLst/>
            </a:prstGeom>
            <a:solidFill>
              <a:srgbClr val="1B1D21"/>
            </a:solidFill>
            <a:ln w="19050">
              <a:solidFill>
                <a:srgbClr val="9AA0A6"/>
              </a:solidFill>
            </a:ln>
          </p:spPr>
          <p:txBody>
            <a:bodyPr rtlCol="0" anchor="ctr"/>
            <a:lstStyle/>
            <a:p>
              <a:pPr algn="ctr"/>
            </a:p>
          </p:txBody>
        </p:sp>
        <p:sp>
          <p:nvSpPr>
            <p:cNvPr id="97" name="hub"/>
            <p:cNvSpPr/>
            <p:nvPr/>
          </p:nvSpPr>
          <p:spPr>
            <a:xfrm>
              <a:off x="4834542" y="3007571"/>
              <a:ext cx="41842" cy="41842"/>
            </a:xfrm>
            <a:prstGeom prst="ellipse">
              <a:avLst/>
            </a:prstGeom>
            <a:solidFill>
              <a:srgbClr val="9AA0A6"/>
            </a:solidFill>
            <a:ln>
              <a:noFill/>
            </a:ln>
          </p:spPr>
          <p:txBody>
            <a:bodyPr rtlCol="0" anchor="ctr"/>
            <a:lstStyle/>
            <a:p>
              <a:pPr algn="ctr"/>
            </a:p>
          </p:txBody>
        </p:sp>
        <p:sp>
          <p:nvSpPr>
            <p:cNvPr id="98" name="wheel"/>
            <p:cNvSpPr/>
            <p:nvPr/>
          </p:nvSpPr>
          <p:spPr>
            <a:xfrm>
              <a:off x="4956048" y="2948025"/>
              <a:ext cx="160934" cy="160934"/>
            </a:xfrm>
            <a:prstGeom prst="ellipse">
              <a:avLst/>
            </a:prstGeom>
            <a:solidFill>
              <a:srgbClr val="1B1D21"/>
            </a:solidFill>
            <a:ln w="19050">
              <a:solidFill>
                <a:srgbClr val="9AA0A6"/>
              </a:solidFill>
            </a:ln>
          </p:spPr>
          <p:txBody>
            <a:bodyPr rtlCol="0" anchor="ctr"/>
            <a:lstStyle/>
            <a:p>
              <a:pPr algn="ctr"/>
            </a:p>
          </p:txBody>
        </p:sp>
        <p:sp>
          <p:nvSpPr>
            <p:cNvPr id="99" name="hub"/>
            <p:cNvSpPr/>
            <p:nvPr/>
          </p:nvSpPr>
          <p:spPr>
            <a:xfrm>
              <a:off x="5015593" y="3007571"/>
              <a:ext cx="41842" cy="41842"/>
            </a:xfrm>
            <a:prstGeom prst="ellipse">
              <a:avLst/>
            </a:prstGeom>
            <a:solidFill>
              <a:srgbClr val="9AA0A6"/>
            </a:solidFill>
            <a:ln>
              <a:noFill/>
            </a:ln>
          </p:spPr>
          <p:txBody>
            <a:bodyPr rtlCol="0" anchor="ctr"/>
            <a:lstStyle/>
            <a:p>
              <a:pPr algn="ctr"/>
            </a:p>
          </p:txBody>
        </p:sp>
        <p:sp>
          <p:nvSpPr>
            <p:cNvPr id="100" name="wheel"/>
            <p:cNvSpPr/>
            <p:nvPr/>
          </p:nvSpPr>
          <p:spPr>
            <a:xfrm>
              <a:off x="5137099" y="2948025"/>
              <a:ext cx="160934" cy="160934"/>
            </a:xfrm>
            <a:prstGeom prst="ellipse">
              <a:avLst/>
            </a:prstGeom>
            <a:solidFill>
              <a:srgbClr val="1B1D21"/>
            </a:solidFill>
            <a:ln w="19050">
              <a:solidFill>
                <a:srgbClr val="9AA0A6"/>
              </a:solidFill>
            </a:ln>
          </p:spPr>
          <p:txBody>
            <a:bodyPr rtlCol="0" anchor="ctr"/>
            <a:lstStyle/>
            <a:p>
              <a:pPr algn="ctr"/>
            </a:p>
          </p:txBody>
        </p:sp>
        <p:sp>
          <p:nvSpPr>
            <p:cNvPr id="101" name="hub"/>
            <p:cNvSpPr/>
            <p:nvPr/>
          </p:nvSpPr>
          <p:spPr>
            <a:xfrm>
              <a:off x="5196644" y="3007571"/>
              <a:ext cx="41842" cy="41842"/>
            </a:xfrm>
            <a:prstGeom prst="ellipse">
              <a:avLst/>
            </a:prstGeom>
            <a:solidFill>
              <a:srgbClr val="9AA0A6"/>
            </a:solidFill>
            <a:ln>
              <a:noFill/>
            </a:ln>
          </p:spPr>
          <p:txBody>
            <a:bodyPr rtlCol="0" anchor="ctr"/>
            <a:lstStyle/>
            <a:p>
              <a:pPr algn="ctr"/>
            </a:p>
          </p:txBody>
        </p:sp>
        <p:sp>
          <p:nvSpPr>
            <p:cNvPr id="102" name="wheel"/>
            <p:cNvSpPr/>
            <p:nvPr/>
          </p:nvSpPr>
          <p:spPr>
            <a:xfrm>
              <a:off x="5358384" y="3020446"/>
              <a:ext cx="88513" cy="88513"/>
            </a:xfrm>
            <a:prstGeom prst="ellipse">
              <a:avLst/>
            </a:prstGeom>
            <a:solidFill>
              <a:srgbClr val="1B1D21"/>
            </a:solidFill>
            <a:ln w="19050">
              <a:solidFill>
                <a:srgbClr val="9AA0A6"/>
              </a:solidFill>
            </a:ln>
          </p:spPr>
          <p:txBody>
            <a:bodyPr rtlCol="0" anchor="ctr"/>
            <a:lstStyle/>
            <a:p>
              <a:pPr algn="ctr"/>
            </a:p>
          </p:txBody>
        </p:sp>
        <p:sp>
          <p:nvSpPr>
            <p:cNvPr id="103" name="hub"/>
            <p:cNvSpPr/>
            <p:nvPr/>
          </p:nvSpPr>
          <p:spPr>
            <a:xfrm>
              <a:off x="5391134" y="3053196"/>
              <a:ext cx="23013" cy="23013"/>
            </a:xfrm>
            <a:prstGeom prst="ellipse">
              <a:avLst/>
            </a:prstGeom>
            <a:solidFill>
              <a:srgbClr val="9AA0A6"/>
            </a:solidFill>
            <a:ln>
              <a:noFill/>
            </a:ln>
          </p:spPr>
          <p:txBody>
            <a:bodyPr rtlCol="0" anchor="ctr"/>
            <a:lstStyle/>
            <a:p>
              <a:pPr algn="ctr"/>
            </a:p>
          </p:txBody>
        </p:sp>
        <p:sp>
          <p:nvSpPr>
            <p:cNvPr id="104" name="coupling rod"/>
            <p:cNvSpPr/>
            <p:nvPr/>
          </p:nvSpPr>
          <p:spPr>
            <a:xfrm>
              <a:off x="4493361" y="2982626"/>
              <a:ext cx="724204" cy="11265"/>
            </a:xfrm>
            <a:prstGeom prst="rect">
              <a:avLst/>
            </a:prstGeom>
            <a:solidFill>
              <a:srgbClr val="D0D4D8"/>
            </a:solidFill>
            <a:ln>
              <a:noFill/>
            </a:ln>
          </p:spPr>
          <p:txBody>
            <a:bodyPr rtlCol="0" anchor="ctr"/>
            <a:lstStyle/>
            <a:p>
              <a:pPr algn="ctr"/>
            </a:p>
          </p:txBody>
        </p:sp>
        <p:sp>
          <p:nvSpPr>
            <p:cNvPr id="105" name="buffer beam"/>
            <p:cNvSpPr/>
            <p:nvPr/>
          </p:nvSpPr>
          <p:spPr>
            <a:xfrm>
              <a:off x="5640019" y="2956072"/>
              <a:ext cx="24140" cy="72420"/>
            </a:xfrm>
            <a:prstGeom prst="rect">
              <a:avLst/>
            </a:prstGeom>
            <a:solidFill>
              <a:srgbClr val="9AA0A6"/>
            </a:solidFill>
            <a:ln>
              <a:noFill/>
            </a:ln>
          </p:spPr>
          <p:txBody>
            <a:bodyPr rtlCol="0" anchor="ctr"/>
            <a:lstStyle/>
            <a:p>
              <a:pPr algn="ctr"/>
            </a:p>
          </p:txBody>
        </p:sp>
        <p:sp>
          <p:nvSpPr>
            <p:cNvPr id="106" name="rail"/>
            <p:cNvSpPr/>
            <p:nvPr/>
          </p:nvSpPr>
          <p:spPr>
            <a:xfrm>
              <a:off x="4032504" y="3108960"/>
              <a:ext cx="1645920" cy="36576"/>
            </a:xfrm>
            <a:prstGeom prst="rect">
              <a:avLst/>
            </a:prstGeom>
            <a:solidFill>
              <a:srgbClr val="9AA0A6"/>
            </a:solidFill>
            <a:ln>
              <a:noFill/>
            </a:ln>
          </p:spPr>
          <p:txBody>
            <a:bodyPr rtlCol="0" anchor="ctr"/>
            <a:lstStyle/>
            <a:p>
              <a:pPr algn="ctr"/>
            </a:p>
          </p:txBody>
        </p:sp>
        <p:sp>
          <p:nvSpPr>
            <p:cNvPr id="107" name="number plate (digits)"/>
            <p:cNvSpPr/>
            <p:nvPr/>
          </p:nvSpPr>
          <p:spPr>
            <a:xfrm>
              <a:off x="4123944" y="3383280"/>
              <a:ext cx="1463040" cy="731520"/>
            </a:xfrm>
            <a:prstGeom prst="roundRect">
              <a:avLst>
                <a:gd name="adj" fmla="val 10000"/>
              </a:avLst>
            </a:prstGeom>
            <a:solidFill>
              <a:srgbClr val="1B1D21"/>
            </a:solidFill>
            <a:ln w="28575">
              <a:solidFill>
                <a:srgbClr val="F28C28"/>
              </a:solidFill>
            </a:ln>
          </p:spPr>
          <p:txBody>
            <a:bodyPr rtlCol="0" anchor="ctr"/>
            <a:lstStyle/>
            <a:p>
              <a:pPr algn="ctr"/>
            </a:p>
          </p:txBody>
        </p:sp>
        <p:sp>
          <p:nvSpPr>
            <p:cNvPr id="108" name="digit block"/>
            <p:cNvSpPr/>
            <p:nvPr/>
          </p:nvSpPr>
          <p:spPr>
            <a:xfrm>
              <a:off x="4292742" y="3652662"/>
              <a:ext cx="192755" cy="192755"/>
            </a:xfrm>
            <a:prstGeom prst="roundRect">
              <a:avLst>
                <a:gd name="adj" fmla="val 20000"/>
              </a:avLst>
            </a:prstGeom>
            <a:solidFill>
              <a:srgbClr val="F2F2F2"/>
            </a:solidFill>
            <a:ln>
              <a:noFill/>
            </a:ln>
          </p:spPr>
          <p:txBody>
            <a:bodyPr rtlCol="0" anchor="ctr"/>
            <a:lstStyle/>
            <a:p>
              <a:pPr algn="ctr"/>
            </a:p>
          </p:txBody>
        </p:sp>
        <p:sp>
          <p:nvSpPr>
            <p:cNvPr id="109" name="digit block"/>
            <p:cNvSpPr/>
            <p:nvPr/>
          </p:nvSpPr>
          <p:spPr>
            <a:xfrm>
              <a:off x="4603638" y="3652662"/>
              <a:ext cx="192755" cy="192755"/>
            </a:xfrm>
            <a:prstGeom prst="roundRect">
              <a:avLst>
                <a:gd name="adj" fmla="val 20000"/>
              </a:avLst>
            </a:prstGeom>
            <a:solidFill>
              <a:srgbClr val="F2F2F2"/>
            </a:solidFill>
            <a:ln>
              <a:noFill/>
            </a:ln>
          </p:spPr>
          <p:txBody>
            <a:bodyPr rtlCol="0" anchor="ctr"/>
            <a:lstStyle/>
            <a:p>
              <a:pPr algn="ctr"/>
            </a:p>
          </p:txBody>
        </p:sp>
        <p:sp>
          <p:nvSpPr>
            <p:cNvPr id="110" name="digit block"/>
            <p:cNvSpPr/>
            <p:nvPr/>
          </p:nvSpPr>
          <p:spPr>
            <a:xfrm>
              <a:off x="4914534" y="3652662"/>
              <a:ext cx="192755" cy="192755"/>
            </a:xfrm>
            <a:prstGeom prst="roundRect">
              <a:avLst>
                <a:gd name="adj" fmla="val 20000"/>
              </a:avLst>
            </a:prstGeom>
            <a:solidFill>
              <a:srgbClr val="F2F2F2"/>
            </a:solidFill>
            <a:ln>
              <a:noFill/>
            </a:ln>
          </p:spPr>
          <p:txBody>
            <a:bodyPr rtlCol="0" anchor="ctr"/>
            <a:lstStyle/>
            <a:p>
              <a:pPr algn="ctr"/>
            </a:p>
          </p:txBody>
        </p:sp>
        <p:sp>
          <p:nvSpPr>
            <p:cNvPr id="111" name="digit block"/>
            <p:cNvSpPr/>
            <p:nvPr/>
          </p:nvSpPr>
          <p:spPr>
            <a:xfrm>
              <a:off x="5225430" y="3652662"/>
              <a:ext cx="192755" cy="192755"/>
            </a:xfrm>
            <a:prstGeom prst="roundRect">
              <a:avLst>
                <a:gd name="adj" fmla="val 20000"/>
              </a:avLst>
            </a:prstGeom>
            <a:solidFill>
              <a:srgbClr val="F2F2F2"/>
            </a:solidFill>
            <a:ln>
              <a:noFill/>
            </a:ln>
          </p:spPr>
          <p:txBody>
            <a:bodyPr rtlCol="0" anchor="ctr"/>
            <a:lstStyle/>
            <a:p>
              <a:pPr algn="ctr"/>
            </a:p>
          </p:txBody>
        </p:sp>
        <p:sp>
          <p:nvSpPr>
            <p:cNvPr id="112" name="style card"/>
            <p:cNvSpPr/>
            <p:nvPr/>
          </p:nvSpPr>
          <p:spPr>
            <a:xfrm>
              <a:off x="6291072" y="1325880"/>
              <a:ext cx="5349240" cy="3108960"/>
            </a:xfrm>
            <a:prstGeom prst="roundRect">
              <a:avLst>
                <a:gd name="adj" fmla="val 2941"/>
              </a:avLst>
            </a:prstGeom>
            <a:solidFill>
              <a:srgbClr val="2B2F36"/>
            </a:solidFill>
            <a:ln w="19050">
              <a:solidFill>
                <a:srgbClr val="4A515B"/>
              </a:solidFill>
            </a:ln>
          </p:spPr>
          <p:txBody>
            <a:bodyPr rtlCol="0" anchor="ctr"/>
            <a:lstStyle/>
            <a:p>
              <a:pPr algn="ctr"/>
            </a:p>
          </p:txBody>
        </p:sp>
        <p:sp>
          <p:nvSpPr>
            <p:cNvPr id="113" name="card heading"/>
            <p:cNvSpPr txBox="1"/>
            <p:nvPr/>
          </p:nvSpPr>
          <p:spPr>
            <a:xfrm>
              <a:off x="6565392" y="1417320"/>
              <a:ext cx="4846320" cy="457200"/>
            </a:xfrm>
            <a:prstGeom prst="rect">
              <a:avLst/>
            </a:prstGeom>
            <a:noFill/>
          </p:spPr>
          <p:txBody>
            <a:bodyPr wrap="square" anchor="ctr" lIns="18288" tIns="9144" rIns="18288" bIns="9144">
              <a:noAutofit/>
            </a:bodyPr>
            <a:lstStyle/>
            <a:p>
              <a:pPr algn="l"/>
              <a:r>
                <a:rPr sz="2400" b="1" i="0" lang="en-GB">
                  <a:solidFill>
                    <a:srgbClr val="F2F2F2"/>
                  </a:solidFill>
                  <a:latin typeface="Arial"/>
                </a:rPr>
                <a:t>Historical Operator</a:t>
              </a:r>
            </a:p>
          </p:txBody>
        </p:sp>
        <p:sp>
          <p:nvSpPr>
            <p:cNvPr id="114" name="card description"/>
            <p:cNvSpPr txBox="1"/>
            <p:nvPr/>
          </p:nvSpPr>
          <p:spPr>
            <a:xfrm>
              <a:off x="6565392" y="1874519"/>
              <a:ext cx="4846320" cy="640080"/>
            </a:xfrm>
            <a:prstGeom prst="rect">
              <a:avLst/>
            </a:prstGeom>
            <a:noFill/>
          </p:spPr>
          <p:txBody>
            <a:bodyPr wrap="square" anchor="t" lIns="18288" tIns="9144" rIns="18288" bIns="9144">
              <a:noAutofit/>
            </a:bodyPr>
            <a:lstStyle/>
            <a:p>
              <a:pPr algn="l"/>
              <a:r>
                <a:rPr sz="1800" b="0" i="0" lang="en-GB">
                  <a:solidFill>
                    <a:srgbClr val="A9B0B8"/>
                  </a:solidFill>
                  <a:latin typeface="Arial"/>
                </a:rPr>
                <a:t>Rules like the old railway companies</a:t>
              </a:r>
            </a:p>
          </p:txBody>
        </p:sp>
        <p:sp>
          <p:nvSpPr>
            <p:cNvPr id="115" name="frame"/>
            <p:cNvSpPr/>
            <p:nvPr/>
          </p:nvSpPr>
          <p:spPr>
            <a:xfrm>
              <a:off x="6883968" y="2992282"/>
              <a:ext cx="893185" cy="36210"/>
            </a:xfrm>
            <a:prstGeom prst="rect">
              <a:avLst/>
            </a:prstGeom>
            <a:solidFill>
              <a:srgbClr val="3A3F47"/>
            </a:solidFill>
            <a:ln w="9525">
              <a:solidFill>
                <a:srgbClr val="9AA0A6"/>
              </a:solidFill>
            </a:ln>
          </p:spPr>
          <p:txBody>
            <a:bodyPr rtlCol="0" anchor="ctr"/>
            <a:lstStyle/>
            <a:p>
              <a:pPr algn="ctr"/>
            </a:p>
          </p:txBody>
        </p:sp>
        <p:sp>
          <p:nvSpPr>
            <p:cNvPr id="116" name="bunker"/>
            <p:cNvSpPr/>
            <p:nvPr/>
          </p:nvSpPr>
          <p:spPr>
            <a:xfrm>
              <a:off x="6883968" y="2835371"/>
              <a:ext cx="136794" cy="156911"/>
            </a:xfrm>
            <a:prstGeom prst="roundRect">
              <a:avLst>
                <a:gd name="adj" fmla="val 2941"/>
              </a:avLst>
            </a:prstGeom>
            <a:solidFill>
              <a:srgbClr val="2BB5B0"/>
            </a:solidFill>
            <a:ln>
              <a:noFill/>
            </a:ln>
          </p:spPr>
          <p:txBody>
            <a:bodyPr rtlCol="0" anchor="ctr"/>
            <a:lstStyle/>
            <a:p>
              <a:pPr algn="ctr"/>
            </a:p>
          </p:txBody>
        </p:sp>
        <p:sp>
          <p:nvSpPr>
            <p:cNvPr id="117" name="bunker coal"/>
            <p:cNvSpPr/>
            <p:nvPr/>
          </p:nvSpPr>
          <p:spPr>
            <a:xfrm>
              <a:off x="6892015" y="2795137"/>
              <a:ext cx="120701" cy="40234"/>
            </a:xfrm>
            <a:custGeom>
              <a:avLst/>
              <a:gdLst/>
              <a:ahLst/>
              <a:cxnLst/>
              <a:rect l="l" t="t" r="r" b="b"/>
              <a:pathLst>
                <a:path w="120701" h="40234">
                  <a:moveTo>
                    <a:pt x="0" y="40234"/>
                  </a:moveTo>
                  <a:lnTo>
                    <a:pt x="32187" y="4024"/>
                  </a:lnTo>
                  <a:lnTo>
                    <a:pt x="80467" y="0"/>
                  </a:lnTo>
                  <a:lnTo>
                    <a:pt x="120701" y="40234"/>
                  </a:lnTo>
                  <a:close/>
                </a:path>
              </a:pathLst>
            </a:custGeom>
            <a:solidFill>
              <a:srgbClr val="1B1D21"/>
            </a:solidFill>
            <a:ln w="12700">
              <a:solidFill>
                <a:srgbClr val="6B7078"/>
              </a:solidFill>
            </a:ln>
          </p:spPr>
          <p:txBody>
            <a:bodyPr rtlCol="0" anchor="ctr"/>
            <a:lstStyle/>
            <a:p>
              <a:pPr algn="ctr"/>
            </a:p>
          </p:txBody>
        </p:sp>
        <p:sp>
          <p:nvSpPr>
            <p:cNvPr id="118" name="cab"/>
            <p:cNvSpPr/>
            <p:nvPr/>
          </p:nvSpPr>
          <p:spPr>
            <a:xfrm>
              <a:off x="7020763" y="2770997"/>
              <a:ext cx="160934" cy="221284"/>
            </a:xfrm>
            <a:prstGeom prst="roundRect">
              <a:avLst>
                <a:gd name="adj" fmla="val 2500"/>
              </a:avLst>
            </a:prstGeom>
            <a:solidFill>
              <a:srgbClr val="2BB5B0"/>
            </a:solidFill>
            <a:ln>
              <a:noFill/>
            </a:ln>
          </p:spPr>
          <p:txBody>
            <a:bodyPr rtlCol="0" anchor="ctr"/>
            <a:lstStyle/>
            <a:p>
              <a:pPr algn="ctr"/>
            </a:p>
          </p:txBody>
        </p:sp>
        <p:sp>
          <p:nvSpPr>
            <p:cNvPr id="119" name="cab roof"/>
            <p:cNvSpPr/>
            <p:nvPr/>
          </p:nvSpPr>
          <p:spPr>
            <a:xfrm>
              <a:off x="7012716" y="2750880"/>
              <a:ext cx="177027" cy="20116"/>
            </a:xfrm>
            <a:prstGeom prst="rect">
              <a:avLst/>
            </a:prstGeom>
            <a:solidFill>
              <a:srgbClr val="3A3F47"/>
            </a:solidFill>
            <a:ln w="9525">
              <a:solidFill>
                <a:srgbClr val="9AA0A6"/>
              </a:solidFill>
            </a:ln>
          </p:spPr>
          <p:txBody>
            <a:bodyPr rtlCol="0" anchor="ctr"/>
            <a:lstStyle/>
            <a:p>
              <a:pPr algn="ctr"/>
            </a:p>
          </p:txBody>
        </p:sp>
        <p:sp>
          <p:nvSpPr>
            <p:cNvPr id="120" name="cab window"/>
            <p:cNvSpPr/>
            <p:nvPr/>
          </p:nvSpPr>
          <p:spPr>
            <a:xfrm>
              <a:off x="7060996" y="2803184"/>
              <a:ext cx="72420" cy="72420"/>
            </a:xfrm>
            <a:prstGeom prst="rect">
              <a:avLst/>
            </a:prstGeom>
            <a:solidFill>
              <a:srgbClr val="1B1D21"/>
            </a:solidFill>
            <a:ln>
              <a:noFill/>
            </a:ln>
          </p:spPr>
          <p:txBody>
            <a:bodyPr rtlCol="0" anchor="ctr"/>
            <a:lstStyle/>
            <a:p>
              <a:pPr algn="ctr"/>
            </a:p>
          </p:txBody>
        </p:sp>
        <p:sp>
          <p:nvSpPr>
            <p:cNvPr id="121" name="boiler"/>
            <p:cNvSpPr/>
            <p:nvPr/>
          </p:nvSpPr>
          <p:spPr>
            <a:xfrm>
              <a:off x="7181697" y="2791114"/>
              <a:ext cx="514990" cy="160934"/>
            </a:xfrm>
            <a:prstGeom prst="roundRect">
              <a:avLst>
                <a:gd name="adj" fmla="val 25000"/>
              </a:avLst>
            </a:prstGeom>
            <a:solidFill>
              <a:srgbClr val="2BB5B0"/>
            </a:solidFill>
            <a:ln>
              <a:noFill/>
            </a:ln>
          </p:spPr>
          <p:txBody>
            <a:bodyPr rtlCol="0" anchor="ctr"/>
            <a:lstStyle/>
            <a:p>
              <a:pPr algn="ctr"/>
            </a:p>
          </p:txBody>
        </p:sp>
        <p:sp>
          <p:nvSpPr>
            <p:cNvPr id="122" name="side tank"/>
            <p:cNvSpPr/>
            <p:nvPr/>
          </p:nvSpPr>
          <p:spPr>
            <a:xfrm>
              <a:off x="7181697" y="2847441"/>
              <a:ext cx="474756" cy="140817"/>
            </a:xfrm>
            <a:prstGeom prst="roundRect">
              <a:avLst>
                <a:gd name="adj" fmla="val 14285"/>
              </a:avLst>
            </a:prstGeom>
            <a:solidFill>
              <a:srgbClr val="1E827E"/>
            </a:solidFill>
            <a:ln>
              <a:noFill/>
            </a:ln>
          </p:spPr>
          <p:txBody>
            <a:bodyPr rtlCol="0" anchor="ctr"/>
            <a:lstStyle/>
            <a:p>
              <a:pPr algn="ctr"/>
            </a:p>
          </p:txBody>
        </p:sp>
        <p:sp>
          <p:nvSpPr>
            <p:cNvPr id="123" name="smokebox"/>
            <p:cNvSpPr/>
            <p:nvPr/>
          </p:nvSpPr>
          <p:spPr>
            <a:xfrm>
              <a:off x="7696687" y="2791114"/>
              <a:ext cx="80467" cy="160934"/>
            </a:xfrm>
            <a:prstGeom prst="roundRect">
              <a:avLst>
                <a:gd name="adj" fmla="val 11999"/>
              </a:avLst>
            </a:prstGeom>
            <a:solidFill>
              <a:srgbClr val="4A515B"/>
            </a:solidFill>
            <a:ln>
              <a:noFill/>
            </a:ln>
          </p:spPr>
          <p:txBody>
            <a:bodyPr rtlCol="0" anchor="ctr"/>
            <a:lstStyle/>
            <a:p>
              <a:pPr algn="ctr"/>
            </a:p>
          </p:txBody>
        </p:sp>
        <p:sp>
          <p:nvSpPr>
            <p:cNvPr id="124" name="chimney"/>
            <p:cNvSpPr/>
            <p:nvPr/>
          </p:nvSpPr>
          <p:spPr>
            <a:xfrm>
              <a:off x="7712781" y="2706624"/>
              <a:ext cx="48280" cy="84490"/>
            </a:xfrm>
            <a:prstGeom prst="rect">
              <a:avLst/>
            </a:prstGeom>
            <a:solidFill>
              <a:srgbClr val="3A3F47"/>
            </a:solidFill>
            <a:ln w="9525">
              <a:solidFill>
                <a:srgbClr val="9AA0A6"/>
              </a:solidFill>
            </a:ln>
          </p:spPr>
          <p:txBody>
            <a:bodyPr rtlCol="0" anchor="ctr"/>
            <a:lstStyle/>
            <a:p>
              <a:pPr algn="ctr"/>
            </a:p>
          </p:txBody>
        </p:sp>
        <p:sp>
          <p:nvSpPr>
            <p:cNvPr id="125" name="chimney lip"/>
            <p:cNvSpPr/>
            <p:nvPr/>
          </p:nvSpPr>
          <p:spPr>
            <a:xfrm>
              <a:off x="7700711" y="2694553"/>
              <a:ext cx="72420" cy="20116"/>
            </a:xfrm>
            <a:prstGeom prst="rect">
              <a:avLst/>
            </a:prstGeom>
            <a:solidFill>
              <a:srgbClr val="3A3F47"/>
            </a:solidFill>
            <a:ln w="9525">
              <a:solidFill>
                <a:srgbClr val="9AA0A6"/>
              </a:solidFill>
            </a:ln>
          </p:spPr>
          <p:txBody>
            <a:bodyPr rtlCol="0" anchor="ctr"/>
            <a:lstStyle/>
            <a:p>
              <a:pPr algn="ctr"/>
            </a:p>
          </p:txBody>
        </p:sp>
        <p:sp>
          <p:nvSpPr>
            <p:cNvPr id="126" name="dome"/>
            <p:cNvSpPr/>
            <p:nvPr/>
          </p:nvSpPr>
          <p:spPr>
            <a:xfrm>
              <a:off x="7397993" y="2746857"/>
              <a:ext cx="72420" cy="44256"/>
            </a:xfrm>
            <a:prstGeom prst="roundRect">
              <a:avLst>
                <a:gd name="adj" fmla="val 36363"/>
              </a:avLst>
            </a:prstGeom>
            <a:solidFill>
              <a:srgbClr val="2BB5B0"/>
            </a:solidFill>
            <a:ln>
              <a:noFill/>
            </a:ln>
          </p:spPr>
          <p:txBody>
            <a:bodyPr rtlCol="0" anchor="ctr"/>
            <a:lstStyle/>
            <a:p>
              <a:pPr algn="ctr"/>
            </a:p>
          </p:txBody>
        </p:sp>
        <p:sp>
          <p:nvSpPr>
            <p:cNvPr id="127" name="wheel"/>
            <p:cNvSpPr/>
            <p:nvPr/>
          </p:nvSpPr>
          <p:spPr>
            <a:xfrm>
              <a:off x="7109277" y="2964119"/>
              <a:ext cx="144840" cy="144840"/>
            </a:xfrm>
            <a:prstGeom prst="ellipse">
              <a:avLst/>
            </a:prstGeom>
            <a:solidFill>
              <a:srgbClr val="1B1D21"/>
            </a:solidFill>
            <a:ln w="19050">
              <a:solidFill>
                <a:srgbClr val="9AA0A6"/>
              </a:solidFill>
            </a:ln>
          </p:spPr>
          <p:txBody>
            <a:bodyPr rtlCol="0" anchor="ctr"/>
            <a:lstStyle/>
            <a:p>
              <a:pPr algn="ctr"/>
            </a:p>
          </p:txBody>
        </p:sp>
        <p:sp>
          <p:nvSpPr>
            <p:cNvPr id="128" name="hub"/>
            <p:cNvSpPr/>
            <p:nvPr/>
          </p:nvSpPr>
          <p:spPr>
            <a:xfrm>
              <a:off x="7162868" y="3017710"/>
              <a:ext cx="37658" cy="37658"/>
            </a:xfrm>
            <a:prstGeom prst="ellipse">
              <a:avLst/>
            </a:prstGeom>
            <a:solidFill>
              <a:srgbClr val="9AA0A6"/>
            </a:solidFill>
            <a:ln>
              <a:noFill/>
            </a:ln>
          </p:spPr>
          <p:txBody>
            <a:bodyPr rtlCol="0" anchor="ctr"/>
            <a:lstStyle/>
            <a:p>
              <a:pPr algn="ctr"/>
            </a:p>
          </p:txBody>
        </p:sp>
        <p:sp>
          <p:nvSpPr>
            <p:cNvPr id="129" name="wheel"/>
            <p:cNvSpPr/>
            <p:nvPr/>
          </p:nvSpPr>
          <p:spPr>
            <a:xfrm>
              <a:off x="7270211" y="2964119"/>
              <a:ext cx="144840" cy="144840"/>
            </a:xfrm>
            <a:prstGeom prst="ellipse">
              <a:avLst/>
            </a:prstGeom>
            <a:solidFill>
              <a:srgbClr val="1B1D21"/>
            </a:solidFill>
            <a:ln w="19050">
              <a:solidFill>
                <a:srgbClr val="9AA0A6"/>
              </a:solidFill>
            </a:ln>
          </p:spPr>
          <p:txBody>
            <a:bodyPr rtlCol="0" anchor="ctr"/>
            <a:lstStyle/>
            <a:p>
              <a:pPr algn="ctr"/>
            </a:p>
          </p:txBody>
        </p:sp>
        <p:sp>
          <p:nvSpPr>
            <p:cNvPr id="130" name="hub"/>
            <p:cNvSpPr/>
            <p:nvPr/>
          </p:nvSpPr>
          <p:spPr>
            <a:xfrm>
              <a:off x="7323802" y="3017710"/>
              <a:ext cx="37658" cy="37658"/>
            </a:xfrm>
            <a:prstGeom prst="ellipse">
              <a:avLst/>
            </a:prstGeom>
            <a:solidFill>
              <a:srgbClr val="9AA0A6"/>
            </a:solidFill>
            <a:ln>
              <a:noFill/>
            </a:ln>
          </p:spPr>
          <p:txBody>
            <a:bodyPr rtlCol="0" anchor="ctr"/>
            <a:lstStyle/>
            <a:p>
              <a:pPr algn="ctr"/>
            </a:p>
          </p:txBody>
        </p:sp>
        <p:sp>
          <p:nvSpPr>
            <p:cNvPr id="131" name="wheel"/>
            <p:cNvSpPr/>
            <p:nvPr/>
          </p:nvSpPr>
          <p:spPr>
            <a:xfrm>
              <a:off x="7431145" y="2964119"/>
              <a:ext cx="144840" cy="144840"/>
            </a:xfrm>
            <a:prstGeom prst="ellipse">
              <a:avLst/>
            </a:prstGeom>
            <a:solidFill>
              <a:srgbClr val="1B1D21"/>
            </a:solidFill>
            <a:ln w="19050">
              <a:solidFill>
                <a:srgbClr val="9AA0A6"/>
              </a:solidFill>
            </a:ln>
          </p:spPr>
          <p:txBody>
            <a:bodyPr rtlCol="0" anchor="ctr"/>
            <a:lstStyle/>
            <a:p>
              <a:pPr algn="ctr"/>
            </a:p>
          </p:txBody>
        </p:sp>
        <p:sp>
          <p:nvSpPr>
            <p:cNvPr id="132" name="hub"/>
            <p:cNvSpPr/>
            <p:nvPr/>
          </p:nvSpPr>
          <p:spPr>
            <a:xfrm>
              <a:off x="7484737" y="3017710"/>
              <a:ext cx="37658" cy="37658"/>
            </a:xfrm>
            <a:prstGeom prst="ellipse">
              <a:avLst/>
            </a:prstGeom>
            <a:solidFill>
              <a:srgbClr val="9AA0A6"/>
            </a:solidFill>
            <a:ln>
              <a:noFill/>
            </a:ln>
          </p:spPr>
          <p:txBody>
            <a:bodyPr rtlCol="0" anchor="ctr"/>
            <a:lstStyle/>
            <a:p>
              <a:pPr algn="ctr"/>
            </a:p>
          </p:txBody>
        </p:sp>
        <p:sp>
          <p:nvSpPr>
            <p:cNvPr id="133" name="coupling rod"/>
            <p:cNvSpPr/>
            <p:nvPr/>
          </p:nvSpPr>
          <p:spPr>
            <a:xfrm>
              <a:off x="7181697" y="2994696"/>
              <a:ext cx="321868" cy="11265"/>
            </a:xfrm>
            <a:prstGeom prst="rect">
              <a:avLst/>
            </a:prstGeom>
            <a:solidFill>
              <a:srgbClr val="D0D4D8"/>
            </a:solidFill>
            <a:ln>
              <a:noFill/>
            </a:ln>
          </p:spPr>
          <p:txBody>
            <a:bodyPr rtlCol="0" anchor="ctr"/>
            <a:lstStyle/>
            <a:p>
              <a:pPr algn="ctr"/>
            </a:p>
          </p:txBody>
        </p:sp>
        <p:sp>
          <p:nvSpPr>
            <p:cNvPr id="134" name="buffer beam"/>
            <p:cNvSpPr/>
            <p:nvPr/>
          </p:nvSpPr>
          <p:spPr>
            <a:xfrm>
              <a:off x="7777154" y="2956072"/>
              <a:ext cx="24140" cy="72420"/>
            </a:xfrm>
            <a:prstGeom prst="rect">
              <a:avLst/>
            </a:prstGeom>
            <a:solidFill>
              <a:srgbClr val="9AA0A6"/>
            </a:solidFill>
            <a:ln>
              <a:noFill/>
            </a:ln>
          </p:spPr>
          <p:txBody>
            <a:bodyPr rtlCol="0" anchor="ctr"/>
            <a:lstStyle/>
            <a:p>
              <a:pPr algn="ctr"/>
            </a:p>
          </p:txBody>
        </p:sp>
        <p:sp>
          <p:nvSpPr>
            <p:cNvPr id="135" name="rail"/>
            <p:cNvSpPr/>
            <p:nvPr/>
          </p:nvSpPr>
          <p:spPr>
            <a:xfrm>
              <a:off x="6519671" y="3108960"/>
              <a:ext cx="1645920" cy="36576"/>
            </a:xfrm>
            <a:prstGeom prst="rect">
              <a:avLst/>
            </a:prstGeom>
            <a:solidFill>
              <a:srgbClr val="9AA0A6"/>
            </a:solidFill>
            <a:ln>
              <a:noFill/>
            </a:ln>
          </p:spPr>
          <p:txBody>
            <a:bodyPr rtlCol="0" anchor="ctr"/>
            <a:lstStyle/>
            <a:p>
              <a:pPr algn="ctr"/>
            </a:p>
          </p:txBody>
        </p:sp>
        <p:sp>
          <p:nvSpPr>
            <p:cNvPr id="136" name="number plate (digits)"/>
            <p:cNvSpPr/>
            <p:nvPr/>
          </p:nvSpPr>
          <p:spPr>
            <a:xfrm>
              <a:off x="6611112" y="3383280"/>
              <a:ext cx="1463040" cy="731520"/>
            </a:xfrm>
            <a:prstGeom prst="roundRect">
              <a:avLst>
                <a:gd name="adj" fmla="val 10000"/>
              </a:avLst>
            </a:prstGeom>
            <a:solidFill>
              <a:srgbClr val="1B1D21"/>
            </a:solidFill>
            <a:ln w="28575">
              <a:solidFill>
                <a:srgbClr val="2BB5B0"/>
              </a:solidFill>
            </a:ln>
          </p:spPr>
          <p:txBody>
            <a:bodyPr rtlCol="0" anchor="ctr"/>
            <a:lstStyle/>
            <a:p>
              <a:pPr algn="ctr"/>
            </a:p>
          </p:txBody>
        </p:sp>
        <p:sp>
          <p:nvSpPr>
            <p:cNvPr id="137" name="operator mark"/>
            <p:cNvSpPr/>
            <p:nvPr/>
          </p:nvSpPr>
          <p:spPr>
            <a:xfrm>
              <a:off x="6702551" y="3474720"/>
              <a:ext cx="234086" cy="548640"/>
            </a:xfrm>
            <a:prstGeom prst="roundRect">
              <a:avLst>
                <a:gd name="adj" fmla="val 11718"/>
              </a:avLst>
            </a:prstGeom>
            <a:solidFill>
              <a:srgbClr val="2BB5B0"/>
            </a:solidFill>
            <a:ln>
              <a:noFill/>
            </a:ln>
          </p:spPr>
          <p:txBody>
            <a:bodyPr rtlCol="0" anchor="ctr"/>
            <a:lstStyle/>
            <a:p>
              <a:pPr algn="ctr"/>
            </a:p>
          </p:txBody>
        </p:sp>
        <p:sp>
          <p:nvSpPr>
            <p:cNvPr id="138" name="digit block"/>
            <p:cNvSpPr/>
            <p:nvPr/>
          </p:nvSpPr>
          <p:spPr>
            <a:xfrm>
              <a:off x="7072554" y="3676473"/>
              <a:ext cx="145133" cy="145133"/>
            </a:xfrm>
            <a:prstGeom prst="roundRect">
              <a:avLst>
                <a:gd name="adj" fmla="val 20000"/>
              </a:avLst>
            </a:prstGeom>
            <a:solidFill>
              <a:srgbClr val="F2F2F2"/>
            </a:solidFill>
            <a:ln>
              <a:noFill/>
            </a:ln>
          </p:spPr>
          <p:txBody>
            <a:bodyPr rtlCol="0" anchor="ctr"/>
            <a:lstStyle/>
            <a:p>
              <a:pPr algn="ctr"/>
            </a:p>
          </p:txBody>
        </p:sp>
        <p:sp>
          <p:nvSpPr>
            <p:cNvPr id="139" name="digit block"/>
            <p:cNvSpPr/>
            <p:nvPr/>
          </p:nvSpPr>
          <p:spPr>
            <a:xfrm>
              <a:off x="7306641" y="3676473"/>
              <a:ext cx="145133" cy="145133"/>
            </a:xfrm>
            <a:prstGeom prst="roundRect">
              <a:avLst>
                <a:gd name="adj" fmla="val 20000"/>
              </a:avLst>
            </a:prstGeom>
            <a:solidFill>
              <a:srgbClr val="F2F2F2"/>
            </a:solidFill>
            <a:ln>
              <a:noFill/>
            </a:ln>
          </p:spPr>
          <p:txBody>
            <a:bodyPr rtlCol="0" anchor="ctr"/>
            <a:lstStyle/>
            <a:p>
              <a:pPr algn="ctr"/>
            </a:p>
          </p:txBody>
        </p:sp>
        <p:sp>
          <p:nvSpPr>
            <p:cNvPr id="140" name="digit block"/>
            <p:cNvSpPr/>
            <p:nvPr/>
          </p:nvSpPr>
          <p:spPr>
            <a:xfrm>
              <a:off x="7540727" y="3676473"/>
              <a:ext cx="145133" cy="145133"/>
            </a:xfrm>
            <a:prstGeom prst="roundRect">
              <a:avLst>
                <a:gd name="adj" fmla="val 20000"/>
              </a:avLst>
            </a:prstGeom>
            <a:solidFill>
              <a:srgbClr val="F2F2F2"/>
            </a:solidFill>
            <a:ln>
              <a:noFill/>
            </a:ln>
          </p:spPr>
          <p:txBody>
            <a:bodyPr rtlCol="0" anchor="ctr"/>
            <a:lstStyle/>
            <a:p>
              <a:pPr algn="ctr"/>
            </a:p>
          </p:txBody>
        </p:sp>
        <p:sp>
          <p:nvSpPr>
            <p:cNvPr id="141" name="digit block"/>
            <p:cNvSpPr/>
            <p:nvPr/>
          </p:nvSpPr>
          <p:spPr>
            <a:xfrm>
              <a:off x="7774814" y="3676473"/>
              <a:ext cx="145133" cy="145133"/>
            </a:xfrm>
            <a:prstGeom prst="roundRect">
              <a:avLst>
                <a:gd name="adj" fmla="val 20000"/>
              </a:avLst>
            </a:prstGeom>
            <a:solidFill>
              <a:srgbClr val="F2F2F2"/>
            </a:solidFill>
            <a:ln>
              <a:noFill/>
            </a:ln>
          </p:spPr>
          <p:txBody>
            <a:bodyPr rtlCol="0" anchor="ctr"/>
            <a:lstStyle/>
            <a:p>
              <a:pPr algn="ctr"/>
            </a:p>
          </p:txBody>
        </p:sp>
        <p:sp>
          <p:nvSpPr>
            <p:cNvPr id="142" name="tender frame"/>
            <p:cNvSpPr/>
            <p:nvPr/>
          </p:nvSpPr>
          <p:spPr>
            <a:xfrm>
              <a:off x="8250082" y="2992282"/>
              <a:ext cx="329915" cy="36210"/>
            </a:xfrm>
            <a:prstGeom prst="rect">
              <a:avLst/>
            </a:prstGeom>
            <a:solidFill>
              <a:srgbClr val="3A3F47"/>
            </a:solidFill>
            <a:ln w="9525">
              <a:solidFill>
                <a:srgbClr val="9AA0A6"/>
              </a:solidFill>
            </a:ln>
          </p:spPr>
          <p:txBody>
            <a:bodyPr rtlCol="0" anchor="ctr"/>
            <a:lstStyle/>
            <a:p>
              <a:pPr algn="ctr"/>
            </a:p>
          </p:txBody>
        </p:sp>
        <p:sp>
          <p:nvSpPr>
            <p:cNvPr id="143" name="tender body"/>
            <p:cNvSpPr/>
            <p:nvPr/>
          </p:nvSpPr>
          <p:spPr>
            <a:xfrm>
              <a:off x="8250082" y="2859511"/>
              <a:ext cx="329915" cy="132770"/>
            </a:xfrm>
            <a:prstGeom prst="roundRect">
              <a:avLst>
                <a:gd name="adj" fmla="val 3030"/>
              </a:avLst>
            </a:prstGeom>
            <a:solidFill>
              <a:srgbClr val="D6619B"/>
            </a:solidFill>
            <a:ln>
              <a:noFill/>
            </a:ln>
          </p:spPr>
          <p:txBody>
            <a:bodyPr rtlCol="0" anchor="ctr"/>
            <a:lstStyle/>
            <a:p>
              <a:pPr algn="ctr"/>
            </a:p>
          </p:txBody>
        </p:sp>
        <p:sp>
          <p:nvSpPr>
            <p:cNvPr id="144" name="tender coal"/>
            <p:cNvSpPr/>
            <p:nvPr/>
          </p:nvSpPr>
          <p:spPr>
            <a:xfrm>
              <a:off x="8262152" y="2803184"/>
              <a:ext cx="305776" cy="56327"/>
            </a:xfrm>
            <a:custGeom>
              <a:avLst/>
              <a:gdLst/>
              <a:ahLst/>
              <a:cxnLst/>
              <a:rect l="l" t="t" r="r" b="b"/>
              <a:pathLst>
                <a:path w="305776" h="56327">
                  <a:moveTo>
                    <a:pt x="0" y="56327"/>
                  </a:moveTo>
                  <a:lnTo>
                    <a:pt x="60351" y="4024"/>
                  </a:lnTo>
                  <a:lnTo>
                    <a:pt x="181051" y="0"/>
                  </a:lnTo>
                  <a:lnTo>
                    <a:pt x="305776" y="56327"/>
                  </a:lnTo>
                  <a:close/>
                </a:path>
              </a:pathLst>
            </a:custGeom>
            <a:solidFill>
              <a:srgbClr val="1B1D21"/>
            </a:solidFill>
            <a:ln w="12700">
              <a:solidFill>
                <a:srgbClr val="6B7078"/>
              </a:solidFill>
            </a:ln>
          </p:spPr>
          <p:txBody>
            <a:bodyPr rtlCol="0" anchor="ctr"/>
            <a:lstStyle/>
            <a:p>
              <a:pPr algn="ctr"/>
            </a:p>
          </p:txBody>
        </p:sp>
        <p:sp>
          <p:nvSpPr>
            <p:cNvPr id="145" name="coupling"/>
            <p:cNvSpPr/>
            <p:nvPr/>
          </p:nvSpPr>
          <p:spPr>
            <a:xfrm>
              <a:off x="8579998" y="2944002"/>
              <a:ext cx="28163" cy="12070"/>
            </a:xfrm>
            <a:prstGeom prst="rect">
              <a:avLst/>
            </a:prstGeom>
            <a:solidFill>
              <a:srgbClr val="9AA0A6"/>
            </a:solidFill>
            <a:ln>
              <a:noFill/>
            </a:ln>
          </p:spPr>
          <p:txBody>
            <a:bodyPr rtlCol="0" anchor="ctr"/>
            <a:lstStyle/>
            <a:p>
              <a:pPr algn="ctr"/>
            </a:p>
          </p:txBody>
        </p:sp>
        <p:sp>
          <p:nvSpPr>
            <p:cNvPr id="146" name="wheel"/>
            <p:cNvSpPr/>
            <p:nvPr/>
          </p:nvSpPr>
          <p:spPr>
            <a:xfrm>
              <a:off x="8274222" y="2996305"/>
              <a:ext cx="112654" cy="112654"/>
            </a:xfrm>
            <a:prstGeom prst="ellipse">
              <a:avLst/>
            </a:prstGeom>
            <a:solidFill>
              <a:srgbClr val="1B1D21"/>
            </a:solidFill>
            <a:ln w="19050">
              <a:solidFill>
                <a:srgbClr val="9AA0A6"/>
              </a:solidFill>
            </a:ln>
          </p:spPr>
          <p:txBody>
            <a:bodyPr rtlCol="0" anchor="ctr"/>
            <a:lstStyle/>
            <a:p>
              <a:pPr algn="ctr"/>
            </a:p>
          </p:txBody>
        </p:sp>
        <p:sp>
          <p:nvSpPr>
            <p:cNvPr id="147" name="hub"/>
            <p:cNvSpPr/>
            <p:nvPr/>
          </p:nvSpPr>
          <p:spPr>
            <a:xfrm>
              <a:off x="8315904" y="3037987"/>
              <a:ext cx="29290" cy="29290"/>
            </a:xfrm>
            <a:prstGeom prst="ellipse">
              <a:avLst/>
            </a:prstGeom>
            <a:solidFill>
              <a:srgbClr val="9AA0A6"/>
            </a:solidFill>
            <a:ln>
              <a:noFill/>
            </a:ln>
          </p:spPr>
          <p:txBody>
            <a:bodyPr rtlCol="0" anchor="ctr"/>
            <a:lstStyle/>
            <a:p>
              <a:pPr algn="ctr"/>
            </a:p>
          </p:txBody>
        </p:sp>
        <p:sp>
          <p:nvSpPr>
            <p:cNvPr id="148" name="wheel"/>
            <p:cNvSpPr/>
            <p:nvPr/>
          </p:nvSpPr>
          <p:spPr>
            <a:xfrm>
              <a:off x="8443203" y="2996305"/>
              <a:ext cx="112654" cy="112654"/>
            </a:xfrm>
            <a:prstGeom prst="ellipse">
              <a:avLst/>
            </a:prstGeom>
            <a:solidFill>
              <a:srgbClr val="1B1D21"/>
            </a:solidFill>
            <a:ln w="19050">
              <a:solidFill>
                <a:srgbClr val="9AA0A6"/>
              </a:solidFill>
            </a:ln>
          </p:spPr>
          <p:txBody>
            <a:bodyPr rtlCol="0" anchor="ctr"/>
            <a:lstStyle/>
            <a:p>
              <a:pPr algn="ctr"/>
            </a:p>
          </p:txBody>
        </p:sp>
        <p:sp>
          <p:nvSpPr>
            <p:cNvPr id="149" name="hub"/>
            <p:cNvSpPr/>
            <p:nvPr/>
          </p:nvSpPr>
          <p:spPr>
            <a:xfrm>
              <a:off x="8484885" y="3037987"/>
              <a:ext cx="29290" cy="29290"/>
            </a:xfrm>
            <a:prstGeom prst="ellipse">
              <a:avLst/>
            </a:prstGeom>
            <a:solidFill>
              <a:srgbClr val="9AA0A6"/>
            </a:solidFill>
            <a:ln>
              <a:noFill/>
            </a:ln>
          </p:spPr>
          <p:txBody>
            <a:bodyPr rtlCol="0" anchor="ctr"/>
            <a:lstStyle/>
            <a:p>
              <a:pPr algn="ctr"/>
            </a:p>
          </p:txBody>
        </p:sp>
        <p:sp>
          <p:nvSpPr>
            <p:cNvPr id="150" name="frame"/>
            <p:cNvSpPr/>
            <p:nvPr/>
          </p:nvSpPr>
          <p:spPr>
            <a:xfrm>
              <a:off x="8608161" y="2992282"/>
              <a:ext cx="1058143" cy="36210"/>
            </a:xfrm>
            <a:prstGeom prst="rect">
              <a:avLst/>
            </a:prstGeom>
            <a:solidFill>
              <a:srgbClr val="3A3F47"/>
            </a:solidFill>
            <a:ln w="9525">
              <a:solidFill>
                <a:srgbClr val="9AA0A6"/>
              </a:solidFill>
            </a:ln>
          </p:spPr>
          <p:txBody>
            <a:bodyPr rtlCol="0" anchor="ctr"/>
            <a:lstStyle/>
            <a:p>
              <a:pPr algn="ctr"/>
            </a:p>
          </p:txBody>
        </p:sp>
        <p:sp>
          <p:nvSpPr>
            <p:cNvPr id="151" name="cab"/>
            <p:cNvSpPr/>
            <p:nvPr/>
          </p:nvSpPr>
          <p:spPr>
            <a:xfrm>
              <a:off x="8608161" y="2770997"/>
              <a:ext cx="160934" cy="221284"/>
            </a:xfrm>
            <a:prstGeom prst="roundRect">
              <a:avLst>
                <a:gd name="adj" fmla="val 2500"/>
              </a:avLst>
            </a:prstGeom>
            <a:solidFill>
              <a:srgbClr val="D6619B"/>
            </a:solidFill>
            <a:ln>
              <a:noFill/>
            </a:ln>
          </p:spPr>
          <p:txBody>
            <a:bodyPr rtlCol="0" anchor="ctr"/>
            <a:lstStyle/>
            <a:p>
              <a:pPr algn="ctr"/>
            </a:p>
          </p:txBody>
        </p:sp>
        <p:sp>
          <p:nvSpPr>
            <p:cNvPr id="152" name="cab roof"/>
            <p:cNvSpPr/>
            <p:nvPr/>
          </p:nvSpPr>
          <p:spPr>
            <a:xfrm>
              <a:off x="8600114" y="2750880"/>
              <a:ext cx="177027" cy="20116"/>
            </a:xfrm>
            <a:prstGeom prst="rect">
              <a:avLst/>
            </a:prstGeom>
            <a:solidFill>
              <a:srgbClr val="3A3F47"/>
            </a:solidFill>
            <a:ln w="9525">
              <a:solidFill>
                <a:srgbClr val="9AA0A6"/>
              </a:solidFill>
            </a:ln>
          </p:spPr>
          <p:txBody>
            <a:bodyPr rtlCol="0" anchor="ctr"/>
            <a:lstStyle/>
            <a:p>
              <a:pPr algn="ctr"/>
            </a:p>
          </p:txBody>
        </p:sp>
        <p:sp>
          <p:nvSpPr>
            <p:cNvPr id="153" name="cab window"/>
            <p:cNvSpPr/>
            <p:nvPr/>
          </p:nvSpPr>
          <p:spPr>
            <a:xfrm>
              <a:off x="8648395" y="2803184"/>
              <a:ext cx="72420" cy="72420"/>
            </a:xfrm>
            <a:prstGeom prst="rect">
              <a:avLst/>
            </a:prstGeom>
            <a:solidFill>
              <a:srgbClr val="1B1D21"/>
            </a:solidFill>
            <a:ln>
              <a:noFill/>
            </a:ln>
          </p:spPr>
          <p:txBody>
            <a:bodyPr rtlCol="0" anchor="ctr"/>
            <a:lstStyle/>
            <a:p>
              <a:pPr algn="ctr"/>
            </a:p>
          </p:txBody>
        </p:sp>
        <p:sp>
          <p:nvSpPr>
            <p:cNvPr id="154" name="boiler"/>
            <p:cNvSpPr/>
            <p:nvPr/>
          </p:nvSpPr>
          <p:spPr>
            <a:xfrm>
              <a:off x="8769096" y="2791114"/>
              <a:ext cx="816742" cy="160934"/>
            </a:xfrm>
            <a:prstGeom prst="roundRect">
              <a:avLst>
                <a:gd name="adj" fmla="val 25000"/>
              </a:avLst>
            </a:prstGeom>
            <a:solidFill>
              <a:srgbClr val="D6619B"/>
            </a:solidFill>
            <a:ln>
              <a:noFill/>
            </a:ln>
          </p:spPr>
          <p:txBody>
            <a:bodyPr rtlCol="0" anchor="ctr"/>
            <a:lstStyle/>
            <a:p>
              <a:pPr algn="ctr"/>
            </a:p>
          </p:txBody>
        </p:sp>
        <p:sp>
          <p:nvSpPr>
            <p:cNvPr id="155" name="boiler band"/>
            <p:cNvSpPr/>
            <p:nvPr/>
          </p:nvSpPr>
          <p:spPr>
            <a:xfrm>
              <a:off x="9014118" y="2791114"/>
              <a:ext cx="5632" cy="160934"/>
            </a:xfrm>
            <a:prstGeom prst="rect">
              <a:avLst/>
            </a:prstGeom>
            <a:solidFill>
              <a:srgbClr val="9A456F"/>
            </a:solidFill>
            <a:ln>
              <a:noFill/>
            </a:ln>
          </p:spPr>
          <p:txBody>
            <a:bodyPr rtlCol="0" anchor="ctr"/>
            <a:lstStyle/>
            <a:p>
              <a:pPr algn="ctr"/>
            </a:p>
          </p:txBody>
        </p:sp>
        <p:sp>
          <p:nvSpPr>
            <p:cNvPr id="156" name="boiler band"/>
            <p:cNvSpPr/>
            <p:nvPr/>
          </p:nvSpPr>
          <p:spPr>
            <a:xfrm>
              <a:off x="9218304" y="2791114"/>
              <a:ext cx="5632" cy="160934"/>
            </a:xfrm>
            <a:prstGeom prst="rect">
              <a:avLst/>
            </a:prstGeom>
            <a:solidFill>
              <a:srgbClr val="9A456F"/>
            </a:solidFill>
            <a:ln>
              <a:noFill/>
            </a:ln>
          </p:spPr>
          <p:txBody>
            <a:bodyPr rtlCol="0" anchor="ctr"/>
            <a:lstStyle/>
            <a:p>
              <a:pPr algn="ctr"/>
            </a:p>
          </p:txBody>
        </p:sp>
        <p:sp>
          <p:nvSpPr>
            <p:cNvPr id="157" name="boiler band"/>
            <p:cNvSpPr/>
            <p:nvPr/>
          </p:nvSpPr>
          <p:spPr>
            <a:xfrm>
              <a:off x="9422489" y="2791114"/>
              <a:ext cx="5632" cy="160934"/>
            </a:xfrm>
            <a:prstGeom prst="rect">
              <a:avLst/>
            </a:prstGeom>
            <a:solidFill>
              <a:srgbClr val="9A456F"/>
            </a:solidFill>
            <a:ln>
              <a:noFill/>
            </a:ln>
          </p:spPr>
          <p:txBody>
            <a:bodyPr rtlCol="0" anchor="ctr"/>
            <a:lstStyle/>
            <a:p>
              <a:pPr algn="ctr"/>
            </a:p>
          </p:txBody>
        </p:sp>
        <p:sp>
          <p:nvSpPr>
            <p:cNvPr id="158" name="smokebox"/>
            <p:cNvSpPr/>
            <p:nvPr/>
          </p:nvSpPr>
          <p:spPr>
            <a:xfrm>
              <a:off x="9585838" y="2791114"/>
              <a:ext cx="80467" cy="160934"/>
            </a:xfrm>
            <a:prstGeom prst="roundRect">
              <a:avLst>
                <a:gd name="adj" fmla="val 11999"/>
              </a:avLst>
            </a:prstGeom>
            <a:solidFill>
              <a:srgbClr val="4A515B"/>
            </a:solidFill>
            <a:ln>
              <a:noFill/>
            </a:ln>
          </p:spPr>
          <p:txBody>
            <a:bodyPr rtlCol="0" anchor="ctr"/>
            <a:lstStyle/>
            <a:p>
              <a:pPr algn="ctr"/>
            </a:p>
          </p:txBody>
        </p:sp>
        <p:sp>
          <p:nvSpPr>
            <p:cNvPr id="159" name="chimney"/>
            <p:cNvSpPr/>
            <p:nvPr/>
          </p:nvSpPr>
          <p:spPr>
            <a:xfrm>
              <a:off x="9601931" y="2706624"/>
              <a:ext cx="48280" cy="84490"/>
            </a:xfrm>
            <a:prstGeom prst="rect">
              <a:avLst/>
            </a:prstGeom>
            <a:solidFill>
              <a:srgbClr val="3A3F47"/>
            </a:solidFill>
            <a:ln w="9525">
              <a:solidFill>
                <a:srgbClr val="9AA0A6"/>
              </a:solidFill>
            </a:ln>
          </p:spPr>
          <p:txBody>
            <a:bodyPr rtlCol="0" anchor="ctr"/>
            <a:lstStyle/>
            <a:p>
              <a:pPr algn="ctr"/>
            </a:p>
          </p:txBody>
        </p:sp>
        <p:sp>
          <p:nvSpPr>
            <p:cNvPr id="160" name="chimney lip"/>
            <p:cNvSpPr/>
            <p:nvPr/>
          </p:nvSpPr>
          <p:spPr>
            <a:xfrm>
              <a:off x="9589861" y="2694553"/>
              <a:ext cx="72420" cy="20116"/>
            </a:xfrm>
            <a:prstGeom prst="rect">
              <a:avLst/>
            </a:prstGeom>
            <a:solidFill>
              <a:srgbClr val="3A3F47"/>
            </a:solidFill>
            <a:ln w="9525">
              <a:solidFill>
                <a:srgbClr val="9AA0A6"/>
              </a:solidFill>
            </a:ln>
          </p:spPr>
          <p:txBody>
            <a:bodyPr rtlCol="0" anchor="ctr"/>
            <a:lstStyle/>
            <a:p>
              <a:pPr algn="ctr"/>
            </a:p>
          </p:txBody>
        </p:sp>
        <p:sp>
          <p:nvSpPr>
            <p:cNvPr id="161" name="dome"/>
            <p:cNvSpPr/>
            <p:nvPr/>
          </p:nvSpPr>
          <p:spPr>
            <a:xfrm>
              <a:off x="9095792" y="2746857"/>
              <a:ext cx="72420" cy="44256"/>
            </a:xfrm>
            <a:prstGeom prst="roundRect">
              <a:avLst>
                <a:gd name="adj" fmla="val 36363"/>
              </a:avLst>
            </a:prstGeom>
            <a:solidFill>
              <a:srgbClr val="D6619B"/>
            </a:solidFill>
            <a:ln>
              <a:noFill/>
            </a:ln>
          </p:spPr>
          <p:txBody>
            <a:bodyPr rtlCol="0" anchor="ctr"/>
            <a:lstStyle/>
            <a:p>
              <a:pPr algn="ctr"/>
            </a:p>
          </p:txBody>
        </p:sp>
        <p:sp>
          <p:nvSpPr>
            <p:cNvPr id="162" name="wheel"/>
            <p:cNvSpPr/>
            <p:nvPr/>
          </p:nvSpPr>
          <p:spPr>
            <a:xfrm>
              <a:off x="8620231" y="2948025"/>
              <a:ext cx="160934" cy="160934"/>
            </a:xfrm>
            <a:prstGeom prst="ellipse">
              <a:avLst/>
            </a:prstGeom>
            <a:solidFill>
              <a:srgbClr val="1B1D21"/>
            </a:solidFill>
            <a:ln w="19050">
              <a:solidFill>
                <a:srgbClr val="9AA0A6"/>
              </a:solidFill>
            </a:ln>
          </p:spPr>
          <p:txBody>
            <a:bodyPr rtlCol="0" anchor="ctr"/>
            <a:lstStyle/>
            <a:p>
              <a:pPr algn="ctr"/>
            </a:p>
          </p:txBody>
        </p:sp>
        <p:sp>
          <p:nvSpPr>
            <p:cNvPr id="163" name="hub"/>
            <p:cNvSpPr/>
            <p:nvPr/>
          </p:nvSpPr>
          <p:spPr>
            <a:xfrm>
              <a:off x="8679777" y="3007571"/>
              <a:ext cx="41842" cy="41842"/>
            </a:xfrm>
            <a:prstGeom prst="ellipse">
              <a:avLst/>
            </a:prstGeom>
            <a:solidFill>
              <a:srgbClr val="9AA0A6"/>
            </a:solidFill>
            <a:ln>
              <a:noFill/>
            </a:ln>
          </p:spPr>
          <p:txBody>
            <a:bodyPr rtlCol="0" anchor="ctr"/>
            <a:lstStyle/>
            <a:p>
              <a:pPr algn="ctr"/>
            </a:p>
          </p:txBody>
        </p:sp>
        <p:sp>
          <p:nvSpPr>
            <p:cNvPr id="164" name="wheel"/>
            <p:cNvSpPr/>
            <p:nvPr/>
          </p:nvSpPr>
          <p:spPr>
            <a:xfrm>
              <a:off x="8801282" y="2948025"/>
              <a:ext cx="160934" cy="160934"/>
            </a:xfrm>
            <a:prstGeom prst="ellipse">
              <a:avLst/>
            </a:prstGeom>
            <a:solidFill>
              <a:srgbClr val="1B1D21"/>
            </a:solidFill>
            <a:ln w="19050">
              <a:solidFill>
                <a:srgbClr val="9AA0A6"/>
              </a:solidFill>
            </a:ln>
          </p:spPr>
          <p:txBody>
            <a:bodyPr rtlCol="0" anchor="ctr"/>
            <a:lstStyle/>
            <a:p>
              <a:pPr algn="ctr"/>
            </a:p>
          </p:txBody>
        </p:sp>
        <p:sp>
          <p:nvSpPr>
            <p:cNvPr id="165" name="hub"/>
            <p:cNvSpPr/>
            <p:nvPr/>
          </p:nvSpPr>
          <p:spPr>
            <a:xfrm>
              <a:off x="8860828" y="3007571"/>
              <a:ext cx="41842" cy="41842"/>
            </a:xfrm>
            <a:prstGeom prst="ellipse">
              <a:avLst/>
            </a:prstGeom>
            <a:solidFill>
              <a:srgbClr val="9AA0A6"/>
            </a:solidFill>
            <a:ln>
              <a:noFill/>
            </a:ln>
          </p:spPr>
          <p:txBody>
            <a:bodyPr rtlCol="0" anchor="ctr"/>
            <a:lstStyle/>
            <a:p>
              <a:pPr algn="ctr"/>
            </a:p>
          </p:txBody>
        </p:sp>
        <p:sp>
          <p:nvSpPr>
            <p:cNvPr id="166" name="wheel"/>
            <p:cNvSpPr/>
            <p:nvPr/>
          </p:nvSpPr>
          <p:spPr>
            <a:xfrm>
              <a:off x="8982334" y="2948025"/>
              <a:ext cx="160934" cy="160934"/>
            </a:xfrm>
            <a:prstGeom prst="ellipse">
              <a:avLst/>
            </a:prstGeom>
            <a:solidFill>
              <a:srgbClr val="1B1D21"/>
            </a:solidFill>
            <a:ln w="19050">
              <a:solidFill>
                <a:srgbClr val="9AA0A6"/>
              </a:solidFill>
            </a:ln>
          </p:spPr>
          <p:txBody>
            <a:bodyPr rtlCol="0" anchor="ctr"/>
            <a:lstStyle/>
            <a:p>
              <a:pPr algn="ctr"/>
            </a:p>
          </p:txBody>
        </p:sp>
        <p:sp>
          <p:nvSpPr>
            <p:cNvPr id="167" name="hub"/>
            <p:cNvSpPr/>
            <p:nvPr/>
          </p:nvSpPr>
          <p:spPr>
            <a:xfrm>
              <a:off x="9041879" y="3007571"/>
              <a:ext cx="41842" cy="41842"/>
            </a:xfrm>
            <a:prstGeom prst="ellipse">
              <a:avLst/>
            </a:prstGeom>
            <a:solidFill>
              <a:srgbClr val="9AA0A6"/>
            </a:solidFill>
            <a:ln>
              <a:noFill/>
            </a:ln>
          </p:spPr>
          <p:txBody>
            <a:bodyPr rtlCol="0" anchor="ctr"/>
            <a:lstStyle/>
            <a:p>
              <a:pPr algn="ctr"/>
            </a:p>
          </p:txBody>
        </p:sp>
        <p:sp>
          <p:nvSpPr>
            <p:cNvPr id="168" name="wheel"/>
            <p:cNvSpPr/>
            <p:nvPr/>
          </p:nvSpPr>
          <p:spPr>
            <a:xfrm>
              <a:off x="9163385" y="2948025"/>
              <a:ext cx="160934" cy="160934"/>
            </a:xfrm>
            <a:prstGeom prst="ellipse">
              <a:avLst/>
            </a:prstGeom>
            <a:solidFill>
              <a:srgbClr val="1B1D21"/>
            </a:solidFill>
            <a:ln w="19050">
              <a:solidFill>
                <a:srgbClr val="9AA0A6"/>
              </a:solidFill>
            </a:ln>
          </p:spPr>
          <p:txBody>
            <a:bodyPr rtlCol="0" anchor="ctr"/>
            <a:lstStyle/>
            <a:p>
              <a:pPr algn="ctr"/>
            </a:p>
          </p:txBody>
        </p:sp>
        <p:sp>
          <p:nvSpPr>
            <p:cNvPr id="169" name="hub"/>
            <p:cNvSpPr/>
            <p:nvPr/>
          </p:nvSpPr>
          <p:spPr>
            <a:xfrm>
              <a:off x="9222931" y="3007571"/>
              <a:ext cx="41842" cy="41842"/>
            </a:xfrm>
            <a:prstGeom prst="ellipse">
              <a:avLst/>
            </a:prstGeom>
            <a:solidFill>
              <a:srgbClr val="9AA0A6"/>
            </a:solidFill>
            <a:ln>
              <a:noFill/>
            </a:ln>
          </p:spPr>
          <p:txBody>
            <a:bodyPr rtlCol="0" anchor="ctr"/>
            <a:lstStyle/>
            <a:p>
              <a:pPr algn="ctr"/>
            </a:p>
          </p:txBody>
        </p:sp>
        <p:sp>
          <p:nvSpPr>
            <p:cNvPr id="170" name="wheel"/>
            <p:cNvSpPr/>
            <p:nvPr/>
          </p:nvSpPr>
          <p:spPr>
            <a:xfrm>
              <a:off x="9384670" y="3020446"/>
              <a:ext cx="88513" cy="88513"/>
            </a:xfrm>
            <a:prstGeom prst="ellipse">
              <a:avLst/>
            </a:prstGeom>
            <a:solidFill>
              <a:srgbClr val="1B1D21"/>
            </a:solidFill>
            <a:ln w="19050">
              <a:solidFill>
                <a:srgbClr val="9AA0A6"/>
              </a:solidFill>
            </a:ln>
          </p:spPr>
          <p:txBody>
            <a:bodyPr rtlCol="0" anchor="ctr"/>
            <a:lstStyle/>
            <a:p>
              <a:pPr algn="ctr"/>
            </a:p>
          </p:txBody>
        </p:sp>
        <p:sp>
          <p:nvSpPr>
            <p:cNvPr id="171" name="hub"/>
            <p:cNvSpPr/>
            <p:nvPr/>
          </p:nvSpPr>
          <p:spPr>
            <a:xfrm>
              <a:off x="9417420" y="3053196"/>
              <a:ext cx="23013" cy="23013"/>
            </a:xfrm>
            <a:prstGeom prst="ellipse">
              <a:avLst/>
            </a:prstGeom>
            <a:solidFill>
              <a:srgbClr val="9AA0A6"/>
            </a:solidFill>
            <a:ln>
              <a:noFill/>
            </a:ln>
          </p:spPr>
          <p:txBody>
            <a:bodyPr rtlCol="0" anchor="ctr"/>
            <a:lstStyle/>
            <a:p>
              <a:pPr algn="ctr"/>
            </a:p>
          </p:txBody>
        </p:sp>
        <p:sp>
          <p:nvSpPr>
            <p:cNvPr id="172" name="coupling rod"/>
            <p:cNvSpPr/>
            <p:nvPr/>
          </p:nvSpPr>
          <p:spPr>
            <a:xfrm>
              <a:off x="8700698" y="2982626"/>
              <a:ext cx="543153" cy="11265"/>
            </a:xfrm>
            <a:prstGeom prst="rect">
              <a:avLst/>
            </a:prstGeom>
            <a:solidFill>
              <a:srgbClr val="D0D4D8"/>
            </a:solidFill>
            <a:ln>
              <a:noFill/>
            </a:ln>
          </p:spPr>
          <p:txBody>
            <a:bodyPr rtlCol="0" anchor="ctr"/>
            <a:lstStyle/>
            <a:p>
              <a:pPr algn="ctr"/>
            </a:p>
          </p:txBody>
        </p:sp>
        <p:sp>
          <p:nvSpPr>
            <p:cNvPr id="173" name="buffer beam"/>
            <p:cNvSpPr/>
            <p:nvPr/>
          </p:nvSpPr>
          <p:spPr>
            <a:xfrm>
              <a:off x="9666305" y="2956072"/>
              <a:ext cx="24140" cy="72420"/>
            </a:xfrm>
            <a:prstGeom prst="rect">
              <a:avLst/>
            </a:prstGeom>
            <a:solidFill>
              <a:srgbClr val="9AA0A6"/>
            </a:solidFill>
            <a:ln>
              <a:noFill/>
            </a:ln>
          </p:spPr>
          <p:txBody>
            <a:bodyPr rtlCol="0" anchor="ctr"/>
            <a:lstStyle/>
            <a:p>
              <a:pPr algn="ctr"/>
            </a:p>
          </p:txBody>
        </p:sp>
        <p:sp>
          <p:nvSpPr>
            <p:cNvPr id="174" name="rail"/>
            <p:cNvSpPr/>
            <p:nvPr/>
          </p:nvSpPr>
          <p:spPr>
            <a:xfrm>
              <a:off x="8147303" y="3108960"/>
              <a:ext cx="1645920" cy="36576"/>
            </a:xfrm>
            <a:prstGeom prst="rect">
              <a:avLst/>
            </a:prstGeom>
            <a:solidFill>
              <a:srgbClr val="9AA0A6"/>
            </a:solidFill>
            <a:ln>
              <a:noFill/>
            </a:ln>
          </p:spPr>
          <p:txBody>
            <a:bodyPr rtlCol="0" anchor="ctr"/>
            <a:lstStyle/>
            <a:p>
              <a:pPr algn="ctr"/>
            </a:p>
          </p:txBody>
        </p:sp>
        <p:sp>
          <p:nvSpPr>
            <p:cNvPr id="175" name="number plate (digits)"/>
            <p:cNvSpPr/>
            <p:nvPr/>
          </p:nvSpPr>
          <p:spPr>
            <a:xfrm>
              <a:off x="8238743" y="3383280"/>
              <a:ext cx="1463040" cy="731520"/>
            </a:xfrm>
            <a:prstGeom prst="roundRect">
              <a:avLst>
                <a:gd name="adj" fmla="val 10000"/>
              </a:avLst>
            </a:prstGeom>
            <a:solidFill>
              <a:srgbClr val="1B1D21"/>
            </a:solidFill>
            <a:ln w="28575">
              <a:solidFill>
                <a:srgbClr val="D6619B"/>
              </a:solidFill>
            </a:ln>
          </p:spPr>
          <p:txBody>
            <a:bodyPr rtlCol="0" anchor="ctr"/>
            <a:lstStyle/>
            <a:p>
              <a:pPr algn="ctr"/>
            </a:p>
          </p:txBody>
        </p:sp>
        <p:sp>
          <p:nvSpPr>
            <p:cNvPr id="176" name="digit block"/>
            <p:cNvSpPr/>
            <p:nvPr/>
          </p:nvSpPr>
          <p:spPr>
            <a:xfrm>
              <a:off x="8427232" y="3620536"/>
              <a:ext cx="257007" cy="257007"/>
            </a:xfrm>
            <a:prstGeom prst="roundRect">
              <a:avLst>
                <a:gd name="adj" fmla="val 20000"/>
              </a:avLst>
            </a:prstGeom>
            <a:solidFill>
              <a:srgbClr val="F2F2F2"/>
            </a:solidFill>
            <a:ln>
              <a:noFill/>
            </a:ln>
          </p:spPr>
          <p:txBody>
            <a:bodyPr rtlCol="0" anchor="ctr"/>
            <a:lstStyle/>
            <a:p>
              <a:pPr algn="ctr"/>
            </a:p>
          </p:txBody>
        </p:sp>
        <p:sp>
          <p:nvSpPr>
            <p:cNvPr id="177" name="digit block"/>
            <p:cNvSpPr/>
            <p:nvPr/>
          </p:nvSpPr>
          <p:spPr>
            <a:xfrm>
              <a:off x="8841760" y="3620536"/>
              <a:ext cx="257007" cy="257007"/>
            </a:xfrm>
            <a:prstGeom prst="roundRect">
              <a:avLst>
                <a:gd name="adj" fmla="val 20000"/>
              </a:avLst>
            </a:prstGeom>
            <a:solidFill>
              <a:srgbClr val="F2F2F2"/>
            </a:solidFill>
            <a:ln>
              <a:noFill/>
            </a:ln>
          </p:spPr>
          <p:txBody>
            <a:bodyPr rtlCol="0" anchor="ctr"/>
            <a:lstStyle/>
            <a:p>
              <a:pPr algn="ctr"/>
            </a:p>
          </p:txBody>
        </p:sp>
        <p:sp>
          <p:nvSpPr>
            <p:cNvPr id="178" name="digit block"/>
            <p:cNvSpPr/>
            <p:nvPr/>
          </p:nvSpPr>
          <p:spPr>
            <a:xfrm>
              <a:off x="9256288" y="3620536"/>
              <a:ext cx="257007" cy="257007"/>
            </a:xfrm>
            <a:prstGeom prst="roundRect">
              <a:avLst>
                <a:gd name="adj" fmla="val 20000"/>
              </a:avLst>
            </a:prstGeom>
            <a:solidFill>
              <a:srgbClr val="F2F2F2"/>
            </a:solidFill>
            <a:ln>
              <a:noFill/>
            </a:ln>
          </p:spPr>
          <p:txBody>
            <a:bodyPr rtlCol="0" anchor="ctr"/>
            <a:lstStyle/>
            <a:p>
              <a:pPr algn="ctr"/>
            </a:p>
          </p:txBody>
        </p:sp>
        <p:sp>
          <p:nvSpPr>
            <p:cNvPr id="179" name="tender frame"/>
            <p:cNvSpPr/>
            <p:nvPr/>
          </p:nvSpPr>
          <p:spPr>
            <a:xfrm>
              <a:off x="9785177" y="2992282"/>
              <a:ext cx="329915" cy="36210"/>
            </a:xfrm>
            <a:prstGeom prst="rect">
              <a:avLst/>
            </a:prstGeom>
            <a:solidFill>
              <a:srgbClr val="3A3F47"/>
            </a:solidFill>
            <a:ln w="9525">
              <a:solidFill>
                <a:srgbClr val="9AA0A6"/>
              </a:solidFill>
            </a:ln>
          </p:spPr>
          <p:txBody>
            <a:bodyPr rtlCol="0" anchor="ctr"/>
            <a:lstStyle/>
            <a:p>
              <a:pPr algn="ctr"/>
            </a:p>
          </p:txBody>
        </p:sp>
        <p:sp>
          <p:nvSpPr>
            <p:cNvPr id="180" name="tender body"/>
            <p:cNvSpPr/>
            <p:nvPr/>
          </p:nvSpPr>
          <p:spPr>
            <a:xfrm>
              <a:off x="9785177" y="2859511"/>
              <a:ext cx="329915" cy="132770"/>
            </a:xfrm>
            <a:prstGeom prst="roundRect">
              <a:avLst>
                <a:gd name="adj" fmla="val 3030"/>
              </a:avLst>
            </a:prstGeom>
            <a:solidFill>
              <a:srgbClr val="D9B26F"/>
            </a:solidFill>
            <a:ln>
              <a:noFill/>
            </a:ln>
          </p:spPr>
          <p:txBody>
            <a:bodyPr rtlCol="0" anchor="ctr"/>
            <a:lstStyle/>
            <a:p>
              <a:pPr algn="ctr"/>
            </a:p>
          </p:txBody>
        </p:sp>
        <p:sp>
          <p:nvSpPr>
            <p:cNvPr id="181" name="tender coal"/>
            <p:cNvSpPr/>
            <p:nvPr/>
          </p:nvSpPr>
          <p:spPr>
            <a:xfrm>
              <a:off x="9797247" y="2803184"/>
              <a:ext cx="305775" cy="56327"/>
            </a:xfrm>
            <a:custGeom>
              <a:avLst/>
              <a:gdLst/>
              <a:ahLst/>
              <a:cxnLst/>
              <a:rect l="l" t="t" r="r" b="b"/>
              <a:pathLst>
                <a:path w="305775" h="56327">
                  <a:moveTo>
                    <a:pt x="0" y="56327"/>
                  </a:moveTo>
                  <a:lnTo>
                    <a:pt x="60350" y="4024"/>
                  </a:lnTo>
                  <a:lnTo>
                    <a:pt x="181051" y="0"/>
                  </a:lnTo>
                  <a:lnTo>
                    <a:pt x="305775" y="56327"/>
                  </a:lnTo>
                  <a:close/>
                </a:path>
              </a:pathLst>
            </a:custGeom>
            <a:solidFill>
              <a:srgbClr val="1B1D21"/>
            </a:solidFill>
            <a:ln w="12700">
              <a:solidFill>
                <a:srgbClr val="6B7078"/>
              </a:solidFill>
            </a:ln>
          </p:spPr>
          <p:txBody>
            <a:bodyPr rtlCol="0" anchor="ctr"/>
            <a:lstStyle/>
            <a:p>
              <a:pPr algn="ctr"/>
            </a:p>
          </p:txBody>
        </p:sp>
        <p:sp>
          <p:nvSpPr>
            <p:cNvPr id="182" name="coupling"/>
            <p:cNvSpPr/>
            <p:nvPr/>
          </p:nvSpPr>
          <p:spPr>
            <a:xfrm>
              <a:off x="10115092" y="2944002"/>
              <a:ext cx="28163" cy="12070"/>
            </a:xfrm>
            <a:prstGeom prst="rect">
              <a:avLst/>
            </a:prstGeom>
            <a:solidFill>
              <a:srgbClr val="9AA0A6"/>
            </a:solidFill>
            <a:ln>
              <a:noFill/>
            </a:ln>
          </p:spPr>
          <p:txBody>
            <a:bodyPr rtlCol="0" anchor="ctr"/>
            <a:lstStyle/>
            <a:p>
              <a:pPr algn="ctr"/>
            </a:p>
          </p:txBody>
        </p:sp>
        <p:sp>
          <p:nvSpPr>
            <p:cNvPr id="183" name="wheel"/>
            <p:cNvSpPr/>
            <p:nvPr/>
          </p:nvSpPr>
          <p:spPr>
            <a:xfrm>
              <a:off x="9809317" y="2996305"/>
              <a:ext cx="112654" cy="112654"/>
            </a:xfrm>
            <a:prstGeom prst="ellipse">
              <a:avLst/>
            </a:prstGeom>
            <a:solidFill>
              <a:srgbClr val="1B1D21"/>
            </a:solidFill>
            <a:ln w="19050">
              <a:solidFill>
                <a:srgbClr val="9AA0A6"/>
              </a:solidFill>
            </a:ln>
          </p:spPr>
          <p:txBody>
            <a:bodyPr rtlCol="0" anchor="ctr"/>
            <a:lstStyle/>
            <a:p>
              <a:pPr algn="ctr"/>
            </a:p>
          </p:txBody>
        </p:sp>
        <p:sp>
          <p:nvSpPr>
            <p:cNvPr id="184" name="hub"/>
            <p:cNvSpPr/>
            <p:nvPr/>
          </p:nvSpPr>
          <p:spPr>
            <a:xfrm>
              <a:off x="9850999" y="3037987"/>
              <a:ext cx="29290" cy="29290"/>
            </a:xfrm>
            <a:prstGeom prst="ellipse">
              <a:avLst/>
            </a:prstGeom>
            <a:solidFill>
              <a:srgbClr val="9AA0A6"/>
            </a:solidFill>
            <a:ln>
              <a:noFill/>
            </a:ln>
          </p:spPr>
          <p:txBody>
            <a:bodyPr rtlCol="0" anchor="ctr"/>
            <a:lstStyle/>
            <a:p>
              <a:pPr algn="ctr"/>
            </a:p>
          </p:txBody>
        </p:sp>
        <p:sp>
          <p:nvSpPr>
            <p:cNvPr id="185" name="wheel"/>
            <p:cNvSpPr/>
            <p:nvPr/>
          </p:nvSpPr>
          <p:spPr>
            <a:xfrm>
              <a:off x="9978298" y="2996305"/>
              <a:ext cx="112654" cy="112654"/>
            </a:xfrm>
            <a:prstGeom prst="ellipse">
              <a:avLst/>
            </a:prstGeom>
            <a:solidFill>
              <a:srgbClr val="1B1D21"/>
            </a:solidFill>
            <a:ln w="19050">
              <a:solidFill>
                <a:srgbClr val="9AA0A6"/>
              </a:solidFill>
            </a:ln>
          </p:spPr>
          <p:txBody>
            <a:bodyPr rtlCol="0" anchor="ctr"/>
            <a:lstStyle/>
            <a:p>
              <a:pPr algn="ctr"/>
            </a:p>
          </p:txBody>
        </p:sp>
        <p:sp>
          <p:nvSpPr>
            <p:cNvPr id="186" name="hub"/>
            <p:cNvSpPr/>
            <p:nvPr/>
          </p:nvSpPr>
          <p:spPr>
            <a:xfrm>
              <a:off x="10019980" y="3037987"/>
              <a:ext cx="29290" cy="29290"/>
            </a:xfrm>
            <a:prstGeom prst="ellipse">
              <a:avLst/>
            </a:prstGeom>
            <a:solidFill>
              <a:srgbClr val="9AA0A6"/>
            </a:solidFill>
            <a:ln>
              <a:noFill/>
            </a:ln>
          </p:spPr>
          <p:txBody>
            <a:bodyPr rtlCol="0" anchor="ctr"/>
            <a:lstStyle/>
            <a:p>
              <a:pPr algn="ctr"/>
            </a:p>
          </p:txBody>
        </p:sp>
        <p:sp>
          <p:nvSpPr>
            <p:cNvPr id="187" name="frame"/>
            <p:cNvSpPr/>
            <p:nvPr/>
          </p:nvSpPr>
          <p:spPr>
            <a:xfrm>
              <a:off x="10143256" y="2992282"/>
              <a:ext cx="1239194" cy="36210"/>
            </a:xfrm>
            <a:prstGeom prst="rect">
              <a:avLst/>
            </a:prstGeom>
            <a:solidFill>
              <a:srgbClr val="3A3F47"/>
            </a:solidFill>
            <a:ln w="9525">
              <a:solidFill>
                <a:srgbClr val="9AA0A6"/>
              </a:solidFill>
            </a:ln>
          </p:spPr>
          <p:txBody>
            <a:bodyPr rtlCol="0" anchor="ctr"/>
            <a:lstStyle/>
            <a:p>
              <a:pPr algn="ctr"/>
            </a:p>
          </p:txBody>
        </p:sp>
        <p:sp>
          <p:nvSpPr>
            <p:cNvPr id="188" name="cab"/>
            <p:cNvSpPr/>
            <p:nvPr/>
          </p:nvSpPr>
          <p:spPr>
            <a:xfrm>
              <a:off x="10143256" y="2770997"/>
              <a:ext cx="160934" cy="221284"/>
            </a:xfrm>
            <a:prstGeom prst="roundRect">
              <a:avLst>
                <a:gd name="adj" fmla="val 2500"/>
              </a:avLst>
            </a:prstGeom>
            <a:solidFill>
              <a:srgbClr val="D9B26F"/>
            </a:solidFill>
            <a:ln>
              <a:noFill/>
            </a:ln>
          </p:spPr>
          <p:txBody>
            <a:bodyPr rtlCol="0" anchor="ctr"/>
            <a:lstStyle/>
            <a:p>
              <a:pPr algn="ctr"/>
            </a:p>
          </p:txBody>
        </p:sp>
        <p:sp>
          <p:nvSpPr>
            <p:cNvPr id="189" name="cab roof"/>
            <p:cNvSpPr/>
            <p:nvPr/>
          </p:nvSpPr>
          <p:spPr>
            <a:xfrm>
              <a:off x="10135209" y="2750880"/>
              <a:ext cx="177027" cy="20116"/>
            </a:xfrm>
            <a:prstGeom prst="rect">
              <a:avLst/>
            </a:prstGeom>
            <a:solidFill>
              <a:srgbClr val="3A3F47"/>
            </a:solidFill>
            <a:ln w="9525">
              <a:solidFill>
                <a:srgbClr val="9AA0A6"/>
              </a:solidFill>
            </a:ln>
          </p:spPr>
          <p:txBody>
            <a:bodyPr rtlCol="0" anchor="ctr"/>
            <a:lstStyle/>
            <a:p>
              <a:pPr algn="ctr"/>
            </a:p>
          </p:txBody>
        </p:sp>
        <p:sp>
          <p:nvSpPr>
            <p:cNvPr id="190" name="cab window"/>
            <p:cNvSpPr/>
            <p:nvPr/>
          </p:nvSpPr>
          <p:spPr>
            <a:xfrm>
              <a:off x="10183489" y="2803184"/>
              <a:ext cx="72420" cy="72420"/>
            </a:xfrm>
            <a:prstGeom prst="rect">
              <a:avLst/>
            </a:prstGeom>
            <a:solidFill>
              <a:srgbClr val="1B1D21"/>
            </a:solidFill>
            <a:ln>
              <a:noFill/>
            </a:ln>
          </p:spPr>
          <p:txBody>
            <a:bodyPr rtlCol="0" anchor="ctr"/>
            <a:lstStyle/>
            <a:p>
              <a:pPr algn="ctr"/>
            </a:p>
          </p:txBody>
        </p:sp>
        <p:sp>
          <p:nvSpPr>
            <p:cNvPr id="191" name="boiler"/>
            <p:cNvSpPr/>
            <p:nvPr/>
          </p:nvSpPr>
          <p:spPr>
            <a:xfrm>
              <a:off x="10304190" y="2791114"/>
              <a:ext cx="997793" cy="160934"/>
            </a:xfrm>
            <a:prstGeom prst="roundRect">
              <a:avLst>
                <a:gd name="adj" fmla="val 25000"/>
              </a:avLst>
            </a:prstGeom>
            <a:solidFill>
              <a:srgbClr val="D9B26F"/>
            </a:solidFill>
            <a:ln>
              <a:noFill/>
            </a:ln>
          </p:spPr>
          <p:txBody>
            <a:bodyPr rtlCol="0" anchor="ctr"/>
            <a:lstStyle/>
            <a:p>
              <a:pPr algn="ctr"/>
            </a:p>
          </p:txBody>
        </p:sp>
        <p:sp>
          <p:nvSpPr>
            <p:cNvPr id="192" name="boiler band"/>
            <p:cNvSpPr/>
            <p:nvPr/>
          </p:nvSpPr>
          <p:spPr>
            <a:xfrm>
              <a:off x="10603528" y="2791114"/>
              <a:ext cx="5632" cy="160934"/>
            </a:xfrm>
            <a:prstGeom prst="rect">
              <a:avLst/>
            </a:prstGeom>
            <a:solidFill>
              <a:srgbClr val="9C804F"/>
            </a:solidFill>
            <a:ln>
              <a:noFill/>
            </a:ln>
          </p:spPr>
          <p:txBody>
            <a:bodyPr rtlCol="0" anchor="ctr"/>
            <a:lstStyle/>
            <a:p>
              <a:pPr algn="ctr"/>
            </a:p>
          </p:txBody>
        </p:sp>
        <p:sp>
          <p:nvSpPr>
            <p:cNvPr id="193" name="boiler band"/>
            <p:cNvSpPr/>
            <p:nvPr/>
          </p:nvSpPr>
          <p:spPr>
            <a:xfrm>
              <a:off x="10852977" y="2791114"/>
              <a:ext cx="5632" cy="160934"/>
            </a:xfrm>
            <a:prstGeom prst="rect">
              <a:avLst/>
            </a:prstGeom>
            <a:solidFill>
              <a:srgbClr val="9C804F"/>
            </a:solidFill>
            <a:ln>
              <a:noFill/>
            </a:ln>
          </p:spPr>
          <p:txBody>
            <a:bodyPr rtlCol="0" anchor="ctr"/>
            <a:lstStyle/>
            <a:p>
              <a:pPr algn="ctr"/>
            </a:p>
          </p:txBody>
        </p:sp>
        <p:sp>
          <p:nvSpPr>
            <p:cNvPr id="194" name="boiler band"/>
            <p:cNvSpPr/>
            <p:nvPr/>
          </p:nvSpPr>
          <p:spPr>
            <a:xfrm>
              <a:off x="11102425" y="2791114"/>
              <a:ext cx="5632" cy="160934"/>
            </a:xfrm>
            <a:prstGeom prst="rect">
              <a:avLst/>
            </a:prstGeom>
            <a:solidFill>
              <a:srgbClr val="9C804F"/>
            </a:solidFill>
            <a:ln>
              <a:noFill/>
            </a:ln>
          </p:spPr>
          <p:txBody>
            <a:bodyPr rtlCol="0" anchor="ctr"/>
            <a:lstStyle/>
            <a:p>
              <a:pPr algn="ctr"/>
            </a:p>
          </p:txBody>
        </p:sp>
        <p:sp>
          <p:nvSpPr>
            <p:cNvPr id="195" name="smokebox"/>
            <p:cNvSpPr/>
            <p:nvPr/>
          </p:nvSpPr>
          <p:spPr>
            <a:xfrm>
              <a:off x="11301984" y="2791114"/>
              <a:ext cx="80467" cy="160934"/>
            </a:xfrm>
            <a:prstGeom prst="roundRect">
              <a:avLst>
                <a:gd name="adj" fmla="val 11999"/>
              </a:avLst>
            </a:prstGeom>
            <a:solidFill>
              <a:srgbClr val="4A515B"/>
            </a:solidFill>
            <a:ln>
              <a:noFill/>
            </a:ln>
          </p:spPr>
          <p:txBody>
            <a:bodyPr rtlCol="0" anchor="ctr"/>
            <a:lstStyle/>
            <a:p>
              <a:pPr algn="ctr"/>
            </a:p>
          </p:txBody>
        </p:sp>
        <p:sp>
          <p:nvSpPr>
            <p:cNvPr id="196" name="chimney"/>
            <p:cNvSpPr/>
            <p:nvPr/>
          </p:nvSpPr>
          <p:spPr>
            <a:xfrm>
              <a:off x="11318077" y="2706624"/>
              <a:ext cx="48280" cy="84490"/>
            </a:xfrm>
            <a:prstGeom prst="rect">
              <a:avLst/>
            </a:prstGeom>
            <a:solidFill>
              <a:srgbClr val="3A3F47"/>
            </a:solidFill>
            <a:ln w="9525">
              <a:solidFill>
                <a:srgbClr val="9AA0A6"/>
              </a:solidFill>
            </a:ln>
          </p:spPr>
          <p:txBody>
            <a:bodyPr rtlCol="0" anchor="ctr"/>
            <a:lstStyle/>
            <a:p>
              <a:pPr algn="ctr"/>
            </a:p>
          </p:txBody>
        </p:sp>
        <p:sp>
          <p:nvSpPr>
            <p:cNvPr id="197" name="chimney lip"/>
            <p:cNvSpPr/>
            <p:nvPr/>
          </p:nvSpPr>
          <p:spPr>
            <a:xfrm>
              <a:off x="11306007" y="2694553"/>
              <a:ext cx="72420" cy="20116"/>
            </a:xfrm>
            <a:prstGeom prst="rect">
              <a:avLst/>
            </a:prstGeom>
            <a:solidFill>
              <a:srgbClr val="3A3F47"/>
            </a:solidFill>
            <a:ln w="9525">
              <a:solidFill>
                <a:srgbClr val="9AA0A6"/>
              </a:solidFill>
            </a:ln>
          </p:spPr>
          <p:txBody>
            <a:bodyPr rtlCol="0" anchor="ctr"/>
            <a:lstStyle/>
            <a:p>
              <a:pPr algn="ctr"/>
            </a:p>
          </p:txBody>
        </p:sp>
        <p:sp>
          <p:nvSpPr>
            <p:cNvPr id="198" name="dome"/>
            <p:cNvSpPr/>
            <p:nvPr/>
          </p:nvSpPr>
          <p:spPr>
            <a:xfrm>
              <a:off x="10703308" y="2746857"/>
              <a:ext cx="72420" cy="44256"/>
            </a:xfrm>
            <a:prstGeom prst="roundRect">
              <a:avLst>
                <a:gd name="adj" fmla="val 36363"/>
              </a:avLst>
            </a:prstGeom>
            <a:solidFill>
              <a:srgbClr val="D9B26F"/>
            </a:solidFill>
            <a:ln>
              <a:noFill/>
            </a:ln>
          </p:spPr>
          <p:txBody>
            <a:bodyPr rtlCol="0" anchor="ctr"/>
            <a:lstStyle/>
            <a:p>
              <a:pPr algn="ctr"/>
            </a:p>
          </p:txBody>
        </p:sp>
        <p:sp>
          <p:nvSpPr>
            <p:cNvPr id="199" name="wheel"/>
            <p:cNvSpPr/>
            <p:nvPr/>
          </p:nvSpPr>
          <p:spPr>
            <a:xfrm>
              <a:off x="10155326" y="2948025"/>
              <a:ext cx="160934" cy="160934"/>
            </a:xfrm>
            <a:prstGeom prst="ellipse">
              <a:avLst/>
            </a:prstGeom>
            <a:solidFill>
              <a:srgbClr val="1B1D21"/>
            </a:solidFill>
            <a:ln w="19050">
              <a:solidFill>
                <a:srgbClr val="9AA0A6"/>
              </a:solidFill>
            </a:ln>
          </p:spPr>
          <p:txBody>
            <a:bodyPr rtlCol="0" anchor="ctr"/>
            <a:lstStyle/>
            <a:p>
              <a:pPr algn="ctr"/>
            </a:p>
          </p:txBody>
        </p:sp>
        <p:sp>
          <p:nvSpPr>
            <p:cNvPr id="200" name="hub"/>
            <p:cNvSpPr/>
            <p:nvPr/>
          </p:nvSpPr>
          <p:spPr>
            <a:xfrm>
              <a:off x="10214872" y="3007571"/>
              <a:ext cx="41842" cy="41842"/>
            </a:xfrm>
            <a:prstGeom prst="ellipse">
              <a:avLst/>
            </a:prstGeom>
            <a:solidFill>
              <a:srgbClr val="9AA0A6"/>
            </a:solidFill>
            <a:ln>
              <a:noFill/>
            </a:ln>
          </p:spPr>
          <p:txBody>
            <a:bodyPr rtlCol="0" anchor="ctr"/>
            <a:lstStyle/>
            <a:p>
              <a:pPr algn="ctr"/>
            </a:p>
          </p:txBody>
        </p:sp>
        <p:sp>
          <p:nvSpPr>
            <p:cNvPr id="201" name="wheel"/>
            <p:cNvSpPr/>
            <p:nvPr/>
          </p:nvSpPr>
          <p:spPr>
            <a:xfrm>
              <a:off x="10336377" y="2948025"/>
              <a:ext cx="160934" cy="160934"/>
            </a:xfrm>
            <a:prstGeom prst="ellipse">
              <a:avLst/>
            </a:prstGeom>
            <a:solidFill>
              <a:srgbClr val="1B1D21"/>
            </a:solidFill>
            <a:ln w="19050">
              <a:solidFill>
                <a:srgbClr val="9AA0A6"/>
              </a:solidFill>
            </a:ln>
          </p:spPr>
          <p:txBody>
            <a:bodyPr rtlCol="0" anchor="ctr"/>
            <a:lstStyle/>
            <a:p>
              <a:pPr algn="ctr"/>
            </a:p>
          </p:txBody>
        </p:sp>
        <p:sp>
          <p:nvSpPr>
            <p:cNvPr id="202" name="hub"/>
            <p:cNvSpPr/>
            <p:nvPr/>
          </p:nvSpPr>
          <p:spPr>
            <a:xfrm>
              <a:off x="10395923" y="3007571"/>
              <a:ext cx="41842" cy="41842"/>
            </a:xfrm>
            <a:prstGeom prst="ellipse">
              <a:avLst/>
            </a:prstGeom>
            <a:solidFill>
              <a:srgbClr val="9AA0A6"/>
            </a:solidFill>
            <a:ln>
              <a:noFill/>
            </a:ln>
          </p:spPr>
          <p:txBody>
            <a:bodyPr rtlCol="0" anchor="ctr"/>
            <a:lstStyle/>
            <a:p>
              <a:pPr algn="ctr"/>
            </a:p>
          </p:txBody>
        </p:sp>
        <p:sp>
          <p:nvSpPr>
            <p:cNvPr id="203" name="wheel"/>
            <p:cNvSpPr/>
            <p:nvPr/>
          </p:nvSpPr>
          <p:spPr>
            <a:xfrm>
              <a:off x="10517428" y="2948025"/>
              <a:ext cx="160934" cy="160934"/>
            </a:xfrm>
            <a:prstGeom prst="ellipse">
              <a:avLst/>
            </a:prstGeom>
            <a:solidFill>
              <a:srgbClr val="1B1D21"/>
            </a:solidFill>
            <a:ln w="19050">
              <a:solidFill>
                <a:srgbClr val="9AA0A6"/>
              </a:solidFill>
            </a:ln>
          </p:spPr>
          <p:txBody>
            <a:bodyPr rtlCol="0" anchor="ctr"/>
            <a:lstStyle/>
            <a:p>
              <a:pPr algn="ctr"/>
            </a:p>
          </p:txBody>
        </p:sp>
        <p:sp>
          <p:nvSpPr>
            <p:cNvPr id="204" name="hub"/>
            <p:cNvSpPr/>
            <p:nvPr/>
          </p:nvSpPr>
          <p:spPr>
            <a:xfrm>
              <a:off x="10576974" y="3007571"/>
              <a:ext cx="41842" cy="41842"/>
            </a:xfrm>
            <a:prstGeom prst="ellipse">
              <a:avLst/>
            </a:prstGeom>
            <a:solidFill>
              <a:srgbClr val="9AA0A6"/>
            </a:solidFill>
            <a:ln>
              <a:noFill/>
            </a:ln>
          </p:spPr>
          <p:txBody>
            <a:bodyPr rtlCol="0" anchor="ctr"/>
            <a:lstStyle/>
            <a:p>
              <a:pPr algn="ctr"/>
            </a:p>
          </p:txBody>
        </p:sp>
        <p:sp>
          <p:nvSpPr>
            <p:cNvPr id="205" name="wheel"/>
            <p:cNvSpPr/>
            <p:nvPr/>
          </p:nvSpPr>
          <p:spPr>
            <a:xfrm>
              <a:off x="10698480" y="2948025"/>
              <a:ext cx="160934" cy="160934"/>
            </a:xfrm>
            <a:prstGeom prst="ellipse">
              <a:avLst/>
            </a:prstGeom>
            <a:solidFill>
              <a:srgbClr val="1B1D21"/>
            </a:solidFill>
            <a:ln w="19050">
              <a:solidFill>
                <a:srgbClr val="9AA0A6"/>
              </a:solidFill>
            </a:ln>
          </p:spPr>
          <p:txBody>
            <a:bodyPr rtlCol="0" anchor="ctr"/>
            <a:lstStyle/>
            <a:p>
              <a:pPr algn="ctr"/>
            </a:p>
          </p:txBody>
        </p:sp>
        <p:sp>
          <p:nvSpPr>
            <p:cNvPr id="206" name="hub"/>
            <p:cNvSpPr/>
            <p:nvPr/>
          </p:nvSpPr>
          <p:spPr>
            <a:xfrm>
              <a:off x="10758025" y="3007571"/>
              <a:ext cx="41842" cy="41842"/>
            </a:xfrm>
            <a:prstGeom prst="ellipse">
              <a:avLst/>
            </a:prstGeom>
            <a:solidFill>
              <a:srgbClr val="9AA0A6"/>
            </a:solidFill>
            <a:ln>
              <a:noFill/>
            </a:ln>
          </p:spPr>
          <p:txBody>
            <a:bodyPr rtlCol="0" anchor="ctr"/>
            <a:lstStyle/>
            <a:p>
              <a:pPr algn="ctr"/>
            </a:p>
          </p:txBody>
        </p:sp>
        <p:sp>
          <p:nvSpPr>
            <p:cNvPr id="207" name="wheel"/>
            <p:cNvSpPr/>
            <p:nvPr/>
          </p:nvSpPr>
          <p:spPr>
            <a:xfrm>
              <a:off x="10879531" y="2948025"/>
              <a:ext cx="160934" cy="160934"/>
            </a:xfrm>
            <a:prstGeom prst="ellipse">
              <a:avLst/>
            </a:prstGeom>
            <a:solidFill>
              <a:srgbClr val="1B1D21"/>
            </a:solidFill>
            <a:ln w="19050">
              <a:solidFill>
                <a:srgbClr val="9AA0A6"/>
              </a:solidFill>
            </a:ln>
          </p:spPr>
          <p:txBody>
            <a:bodyPr rtlCol="0" anchor="ctr"/>
            <a:lstStyle/>
            <a:p>
              <a:pPr algn="ctr"/>
            </a:p>
          </p:txBody>
        </p:sp>
        <p:sp>
          <p:nvSpPr>
            <p:cNvPr id="208" name="hub"/>
            <p:cNvSpPr/>
            <p:nvPr/>
          </p:nvSpPr>
          <p:spPr>
            <a:xfrm>
              <a:off x="10939076" y="3007571"/>
              <a:ext cx="41842" cy="41842"/>
            </a:xfrm>
            <a:prstGeom prst="ellipse">
              <a:avLst/>
            </a:prstGeom>
            <a:solidFill>
              <a:srgbClr val="9AA0A6"/>
            </a:solidFill>
            <a:ln>
              <a:noFill/>
            </a:ln>
          </p:spPr>
          <p:txBody>
            <a:bodyPr rtlCol="0" anchor="ctr"/>
            <a:lstStyle/>
            <a:p>
              <a:pPr algn="ctr"/>
            </a:p>
          </p:txBody>
        </p:sp>
        <p:sp>
          <p:nvSpPr>
            <p:cNvPr id="209" name="wheel"/>
            <p:cNvSpPr/>
            <p:nvPr/>
          </p:nvSpPr>
          <p:spPr>
            <a:xfrm>
              <a:off x="11100816" y="3020446"/>
              <a:ext cx="88513" cy="88513"/>
            </a:xfrm>
            <a:prstGeom prst="ellipse">
              <a:avLst/>
            </a:prstGeom>
            <a:solidFill>
              <a:srgbClr val="1B1D21"/>
            </a:solidFill>
            <a:ln w="19050">
              <a:solidFill>
                <a:srgbClr val="9AA0A6"/>
              </a:solidFill>
            </a:ln>
          </p:spPr>
          <p:txBody>
            <a:bodyPr rtlCol="0" anchor="ctr"/>
            <a:lstStyle/>
            <a:p>
              <a:pPr algn="ctr"/>
            </a:p>
          </p:txBody>
        </p:sp>
        <p:sp>
          <p:nvSpPr>
            <p:cNvPr id="210" name="hub"/>
            <p:cNvSpPr/>
            <p:nvPr/>
          </p:nvSpPr>
          <p:spPr>
            <a:xfrm>
              <a:off x="11133566" y="3053196"/>
              <a:ext cx="23013" cy="23013"/>
            </a:xfrm>
            <a:prstGeom prst="ellipse">
              <a:avLst/>
            </a:prstGeom>
            <a:solidFill>
              <a:srgbClr val="9AA0A6"/>
            </a:solidFill>
            <a:ln>
              <a:noFill/>
            </a:ln>
          </p:spPr>
          <p:txBody>
            <a:bodyPr rtlCol="0" anchor="ctr"/>
            <a:lstStyle/>
            <a:p>
              <a:pPr algn="ctr"/>
            </a:p>
          </p:txBody>
        </p:sp>
        <p:sp>
          <p:nvSpPr>
            <p:cNvPr id="211" name="coupling rod"/>
            <p:cNvSpPr/>
            <p:nvPr/>
          </p:nvSpPr>
          <p:spPr>
            <a:xfrm>
              <a:off x="10235793" y="2982626"/>
              <a:ext cx="724204" cy="11265"/>
            </a:xfrm>
            <a:prstGeom prst="rect">
              <a:avLst/>
            </a:prstGeom>
            <a:solidFill>
              <a:srgbClr val="D0D4D8"/>
            </a:solidFill>
            <a:ln>
              <a:noFill/>
            </a:ln>
          </p:spPr>
          <p:txBody>
            <a:bodyPr rtlCol="0" anchor="ctr"/>
            <a:lstStyle/>
            <a:p>
              <a:pPr algn="ctr"/>
            </a:p>
          </p:txBody>
        </p:sp>
        <p:sp>
          <p:nvSpPr>
            <p:cNvPr id="212" name="buffer beam"/>
            <p:cNvSpPr/>
            <p:nvPr/>
          </p:nvSpPr>
          <p:spPr>
            <a:xfrm>
              <a:off x="11382451" y="2956072"/>
              <a:ext cx="24140" cy="72420"/>
            </a:xfrm>
            <a:prstGeom prst="rect">
              <a:avLst/>
            </a:prstGeom>
            <a:solidFill>
              <a:srgbClr val="9AA0A6"/>
            </a:solidFill>
            <a:ln>
              <a:noFill/>
            </a:ln>
          </p:spPr>
          <p:txBody>
            <a:bodyPr rtlCol="0" anchor="ctr"/>
            <a:lstStyle/>
            <a:p>
              <a:pPr algn="ctr"/>
            </a:p>
          </p:txBody>
        </p:sp>
        <p:sp>
          <p:nvSpPr>
            <p:cNvPr id="213" name="rail"/>
            <p:cNvSpPr/>
            <p:nvPr/>
          </p:nvSpPr>
          <p:spPr>
            <a:xfrm>
              <a:off x="9774936" y="3108960"/>
              <a:ext cx="1645920" cy="36576"/>
            </a:xfrm>
            <a:prstGeom prst="rect">
              <a:avLst/>
            </a:prstGeom>
            <a:solidFill>
              <a:srgbClr val="9AA0A6"/>
            </a:solidFill>
            <a:ln>
              <a:noFill/>
            </a:ln>
          </p:spPr>
          <p:txBody>
            <a:bodyPr rtlCol="0" anchor="ctr"/>
            <a:lstStyle/>
            <a:p>
              <a:pPr algn="ctr"/>
            </a:p>
          </p:txBody>
        </p:sp>
        <p:sp>
          <p:nvSpPr>
            <p:cNvPr id="214" name="number plate (digits)"/>
            <p:cNvSpPr/>
            <p:nvPr/>
          </p:nvSpPr>
          <p:spPr>
            <a:xfrm>
              <a:off x="9866376" y="3383280"/>
              <a:ext cx="1463040" cy="731520"/>
            </a:xfrm>
            <a:prstGeom prst="roundRect">
              <a:avLst>
                <a:gd name="adj" fmla="val 10000"/>
              </a:avLst>
            </a:prstGeom>
            <a:solidFill>
              <a:srgbClr val="1B1D21"/>
            </a:solidFill>
            <a:ln w="28575">
              <a:solidFill>
                <a:srgbClr val="D9B26F"/>
              </a:solidFill>
            </a:ln>
          </p:spPr>
          <p:txBody>
            <a:bodyPr rtlCol="0" anchor="ctr"/>
            <a:lstStyle/>
            <a:p>
              <a:pPr algn="ctr"/>
            </a:p>
          </p:txBody>
        </p:sp>
        <p:sp>
          <p:nvSpPr>
            <p:cNvPr id="215" name="operator mark"/>
            <p:cNvSpPr/>
            <p:nvPr/>
          </p:nvSpPr>
          <p:spPr>
            <a:xfrm>
              <a:off x="9957815" y="3474720"/>
              <a:ext cx="234086" cy="548640"/>
            </a:xfrm>
            <a:prstGeom prst="roundRect">
              <a:avLst>
                <a:gd name="adj" fmla="val 11718"/>
              </a:avLst>
            </a:prstGeom>
            <a:solidFill>
              <a:srgbClr val="D9B26F"/>
            </a:solidFill>
            <a:ln>
              <a:noFill/>
            </a:ln>
          </p:spPr>
          <p:txBody>
            <a:bodyPr rtlCol="0" anchor="ctr"/>
            <a:lstStyle/>
            <a:p>
              <a:pPr algn="ctr"/>
            </a:p>
          </p:txBody>
        </p:sp>
        <p:sp>
          <p:nvSpPr>
            <p:cNvPr id="216" name="digit block"/>
            <p:cNvSpPr/>
            <p:nvPr/>
          </p:nvSpPr>
          <p:spPr>
            <a:xfrm>
              <a:off x="10318923" y="3690986"/>
              <a:ext cx="116106" cy="116106"/>
            </a:xfrm>
            <a:prstGeom prst="roundRect">
              <a:avLst>
                <a:gd name="adj" fmla="val 20000"/>
              </a:avLst>
            </a:prstGeom>
            <a:solidFill>
              <a:srgbClr val="F2F2F2"/>
            </a:solidFill>
            <a:ln>
              <a:noFill/>
            </a:ln>
          </p:spPr>
          <p:txBody>
            <a:bodyPr rtlCol="0" anchor="ctr"/>
            <a:lstStyle/>
            <a:p>
              <a:pPr algn="ctr"/>
            </a:p>
          </p:txBody>
        </p:sp>
        <p:sp>
          <p:nvSpPr>
            <p:cNvPr id="217" name="digit block"/>
            <p:cNvSpPr/>
            <p:nvPr/>
          </p:nvSpPr>
          <p:spPr>
            <a:xfrm>
              <a:off x="10506192" y="3690986"/>
              <a:ext cx="116106" cy="116106"/>
            </a:xfrm>
            <a:prstGeom prst="roundRect">
              <a:avLst>
                <a:gd name="adj" fmla="val 20000"/>
              </a:avLst>
            </a:prstGeom>
            <a:solidFill>
              <a:srgbClr val="F2F2F2"/>
            </a:solidFill>
            <a:ln>
              <a:noFill/>
            </a:ln>
          </p:spPr>
          <p:txBody>
            <a:bodyPr rtlCol="0" anchor="ctr"/>
            <a:lstStyle/>
            <a:p>
              <a:pPr algn="ctr"/>
            </a:p>
          </p:txBody>
        </p:sp>
        <p:sp>
          <p:nvSpPr>
            <p:cNvPr id="218" name="digit block"/>
            <p:cNvSpPr/>
            <p:nvPr/>
          </p:nvSpPr>
          <p:spPr>
            <a:xfrm>
              <a:off x="10693461" y="3690986"/>
              <a:ext cx="116106" cy="116106"/>
            </a:xfrm>
            <a:prstGeom prst="roundRect">
              <a:avLst>
                <a:gd name="adj" fmla="val 20000"/>
              </a:avLst>
            </a:prstGeom>
            <a:solidFill>
              <a:srgbClr val="F2F2F2"/>
            </a:solidFill>
            <a:ln>
              <a:noFill/>
            </a:ln>
          </p:spPr>
          <p:txBody>
            <a:bodyPr rtlCol="0" anchor="ctr"/>
            <a:lstStyle/>
            <a:p>
              <a:pPr algn="ctr"/>
            </a:p>
          </p:txBody>
        </p:sp>
        <p:sp>
          <p:nvSpPr>
            <p:cNvPr id="219" name="digit block"/>
            <p:cNvSpPr/>
            <p:nvPr/>
          </p:nvSpPr>
          <p:spPr>
            <a:xfrm>
              <a:off x="10880730" y="3690986"/>
              <a:ext cx="116106" cy="116106"/>
            </a:xfrm>
            <a:prstGeom prst="roundRect">
              <a:avLst>
                <a:gd name="adj" fmla="val 20000"/>
              </a:avLst>
            </a:prstGeom>
            <a:solidFill>
              <a:srgbClr val="F2F2F2"/>
            </a:solidFill>
            <a:ln>
              <a:noFill/>
            </a:ln>
          </p:spPr>
          <p:txBody>
            <a:bodyPr rtlCol="0" anchor="ctr"/>
            <a:lstStyle/>
            <a:p>
              <a:pPr algn="ctr"/>
            </a:p>
          </p:txBody>
        </p:sp>
        <p:sp>
          <p:nvSpPr>
            <p:cNvPr id="220" name="digit block"/>
            <p:cNvSpPr/>
            <p:nvPr/>
          </p:nvSpPr>
          <p:spPr>
            <a:xfrm>
              <a:off x="11068000" y="3690986"/>
              <a:ext cx="116106" cy="116106"/>
            </a:xfrm>
            <a:prstGeom prst="roundRect">
              <a:avLst>
                <a:gd name="adj" fmla="val 20000"/>
              </a:avLst>
            </a:prstGeom>
            <a:solidFill>
              <a:srgbClr val="F2F2F2"/>
            </a:solidFill>
            <a:ln>
              <a:noFill/>
            </a:ln>
          </p:spPr>
          <p:txBody>
            <a:bodyPr rtlCol="0" anchor="ctr"/>
            <a:lstStyle/>
            <a:p>
              <a:pPr algn="ctr"/>
            </a:p>
          </p:txBody>
        </p:sp>
      </p:grpSp>
      <p:sp>
        <p:nvSpPr>
          <p:cNvPr id="221" name="ICHIP"/>
          <p:cNvSpPr/>
          <p:nvPr/>
        </p:nvSpPr>
        <p:spPr>
          <a:xfrm>
            <a:off x="548640" y="4663440"/>
            <a:ext cx="2840281"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Exact data: undecided (OQ29)</a:t>
            </a:r>
          </a:p>
        </p:txBody>
      </p:sp>
      <p:sp>
        <p:nvSpPr>
          <p:cNvPr id="22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23"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24"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The world picks how numbers look: simple and consistent, or like the old operators'.</a:t>
            </a:r>
          </a:p>
        </p:txBody>
      </p:sp>
      <p:sp>
        <p:nvSpPr>
          <p:cNvPr id="225"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Changing the style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Number plate before and after switching style" descr="A number plate in two parts. Before, the first part is set by the scheme and the last part is your digits. After switching style, the first part changes and your digits stay the same."/>
          <p:cNvGrpSpPr/>
          <p:nvPr/>
        </p:nvGrpSpPr>
        <p:grpSpPr>
          <a:xfrm>
            <a:off x="685800" y="1874519"/>
            <a:ext cx="10332720" cy="2633473"/>
            <a:chOff x="685800" y="1874519"/>
            <a:chExt cx="10332720" cy="2633473"/>
          </a:xfrm>
        </p:grpSpPr>
        <p:sp>
          <p:nvSpPr>
            <p:cNvPr id="5" name="example label"/>
            <p:cNvSpPr txBox="1"/>
            <p:nvPr/>
          </p:nvSpPr>
          <p:spPr>
            <a:xfrm>
              <a:off x="1097280" y="1874519"/>
              <a:ext cx="2743200" cy="274320"/>
            </a:xfrm>
            <a:prstGeom prst="rect">
              <a:avLst/>
            </a:prstGeom>
            <a:noFill/>
          </p:spPr>
          <p:txBody>
            <a:bodyPr wrap="square" anchor="ctr" lIns="18288" tIns="9144" rIns="18288" bIns="9144">
              <a:noAutofit/>
            </a:bodyPr>
            <a:lstStyle/>
            <a:p>
              <a:pPr algn="l"/>
              <a:r>
                <a:rPr sz="1400" b="1" i="0" lang="en-GB">
                  <a:solidFill>
                    <a:srgbClr val="A9B0B8"/>
                  </a:solidFill>
                  <a:latin typeface="Arial"/>
                </a:rPr>
                <a:t>Example only</a:t>
              </a:r>
            </a:p>
          </p:txBody>
        </p:sp>
        <p:sp>
          <p:nvSpPr>
            <p:cNvPr id="6" name="plate part: scheme"/>
            <p:cNvSpPr/>
            <p:nvPr/>
          </p:nvSpPr>
          <p:spPr>
            <a:xfrm>
              <a:off x="1097280" y="2606040"/>
              <a:ext cx="1463040" cy="1188720"/>
            </a:xfrm>
            <a:prstGeom prst="roundRect">
              <a:avLst>
                <a:gd name="adj" fmla="val 7692"/>
              </a:avLst>
            </a:prstGeom>
            <a:solidFill>
              <a:srgbClr val="343A43"/>
            </a:solidFill>
            <a:ln w="38100">
              <a:solidFill>
                <a:srgbClr val="F28C28"/>
              </a:solidFill>
            </a:ln>
          </p:spPr>
          <p:txBody>
            <a:bodyPr rtlCol="0" anchor="ctr" wrap="square" lIns="54864" tIns="27432" rIns="54864" bIns="27432">
              <a:noAutofit/>
            </a:bodyPr>
            <a:lstStyle/>
            <a:p>
              <a:pPr algn="ctr"/>
              <a:r>
                <a:rPr sz="5400" b="1" i="0" lang="en-GB">
                  <a:solidFill>
                    <a:srgbClr val="F2F2F2"/>
                  </a:solidFill>
                  <a:latin typeface="Arial"/>
                </a:rPr>
                <a:t>47</a:t>
              </a:r>
            </a:p>
          </p:txBody>
        </p:sp>
        <p:sp>
          <p:nvSpPr>
            <p:cNvPr id="7" name="plate part: digits"/>
            <p:cNvSpPr/>
            <p:nvPr/>
          </p:nvSpPr>
          <p:spPr>
            <a:xfrm>
              <a:off x="2560320" y="2606040"/>
              <a:ext cx="2560320" cy="1188720"/>
            </a:xfrm>
            <a:prstGeom prst="roundRect">
              <a:avLst>
                <a:gd name="adj" fmla="val 7692"/>
              </a:avLst>
            </a:prstGeom>
            <a:solidFill>
              <a:srgbClr val="1B1D21"/>
            </a:solidFill>
            <a:ln w="38100">
              <a:solidFill>
                <a:srgbClr val="F28C28"/>
              </a:solidFill>
            </a:ln>
          </p:spPr>
          <p:txBody>
            <a:bodyPr rtlCol="0" anchor="ctr" wrap="square" lIns="54864" tIns="27432" rIns="54864" bIns="27432">
              <a:noAutofit/>
            </a:bodyPr>
            <a:lstStyle/>
            <a:p>
              <a:pPr algn="ctr"/>
              <a:r>
                <a:rPr sz="5400" b="1" i="0" lang="en-GB">
                  <a:solidFill>
                    <a:srgbClr val="F2F2F2"/>
                  </a:solidFill>
                  <a:latin typeface="Arial"/>
                </a:rPr>
                <a:t>298</a:t>
              </a:r>
            </a:p>
          </p:txBody>
        </p:sp>
        <p:sp>
          <p:nvSpPr>
            <p:cNvPr id="8" name="bracket"/>
            <p:cNvSpPr/>
            <p:nvPr/>
          </p:nvSpPr>
          <p:spPr>
            <a:xfrm>
              <a:off x="1170432" y="3931920"/>
              <a:ext cx="1316736" cy="137160"/>
            </a:xfrm>
            <a:custGeom>
              <a:avLst/>
              <a:gdLst/>
              <a:ahLst/>
              <a:cxnLst/>
              <a:rect l="l" t="t" r="r" b="b"/>
              <a:pathLst>
                <a:path w="1316736" h="137160">
                  <a:moveTo>
                    <a:pt x="0" y="0"/>
                  </a:moveTo>
                  <a:lnTo>
                    <a:pt x="0" y="137160"/>
                  </a:lnTo>
                  <a:lnTo>
                    <a:pt x="1316736" y="137160"/>
                  </a:lnTo>
                  <a:lnTo>
                    <a:pt x="1316736" y="0"/>
                  </a:lnTo>
                </a:path>
              </a:pathLst>
            </a:custGeom>
            <a:noFill/>
            <a:ln w="25400">
              <a:solidFill>
                <a:srgbClr val="A9B0B8"/>
              </a:solidFill>
            </a:ln>
          </p:spPr>
          <p:txBody>
            <a:bodyPr rtlCol="0" anchor="ctr"/>
            <a:lstStyle/>
            <a:p>
              <a:pPr algn="ctr"/>
            </a:p>
          </p:txBody>
        </p:sp>
        <p:sp>
          <p:nvSpPr>
            <p:cNvPr id="9" name="bracket label"/>
            <p:cNvSpPr txBox="1"/>
            <p:nvPr/>
          </p:nvSpPr>
          <p:spPr>
            <a:xfrm>
              <a:off x="685800" y="4142232"/>
              <a:ext cx="228600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Set by the scheme</a:t>
              </a:r>
            </a:p>
          </p:txBody>
        </p:sp>
        <p:sp>
          <p:nvSpPr>
            <p:cNvPr id="10" name="bracket"/>
            <p:cNvSpPr/>
            <p:nvPr/>
          </p:nvSpPr>
          <p:spPr>
            <a:xfrm>
              <a:off x="2633472" y="3931920"/>
              <a:ext cx="2414016" cy="137160"/>
            </a:xfrm>
            <a:custGeom>
              <a:avLst/>
              <a:gdLst/>
              <a:ahLst/>
              <a:cxnLst/>
              <a:rect l="l" t="t" r="r" b="b"/>
              <a:pathLst>
                <a:path w="2414016" h="137160">
                  <a:moveTo>
                    <a:pt x="0" y="0"/>
                  </a:moveTo>
                  <a:lnTo>
                    <a:pt x="0" y="137160"/>
                  </a:lnTo>
                  <a:lnTo>
                    <a:pt x="2414016" y="137160"/>
                  </a:lnTo>
                  <a:lnTo>
                    <a:pt x="2414016" y="0"/>
                  </a:lnTo>
                </a:path>
              </a:pathLst>
            </a:custGeom>
            <a:noFill/>
            <a:ln w="25400">
              <a:solidFill>
                <a:srgbClr val="A9B0B8"/>
              </a:solidFill>
            </a:ln>
          </p:spPr>
          <p:txBody>
            <a:bodyPr rtlCol="0" anchor="ctr"/>
            <a:lstStyle/>
            <a:p>
              <a:pPr algn="ctr"/>
            </a:p>
          </p:txBody>
        </p:sp>
        <p:sp>
          <p:nvSpPr>
            <p:cNvPr id="11" name="bracket label"/>
            <p:cNvSpPr txBox="1"/>
            <p:nvPr/>
          </p:nvSpPr>
          <p:spPr>
            <a:xfrm>
              <a:off x="2697479" y="4142232"/>
              <a:ext cx="228600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Your digits</a:t>
              </a:r>
            </a:p>
          </p:txBody>
        </p:sp>
        <p:sp>
          <p:nvSpPr>
            <p:cNvPr id="12" name="plate part: scheme"/>
            <p:cNvSpPr/>
            <p:nvPr/>
          </p:nvSpPr>
          <p:spPr>
            <a:xfrm>
              <a:off x="6995160" y="2606040"/>
              <a:ext cx="1463040" cy="1188720"/>
            </a:xfrm>
            <a:prstGeom prst="roundRect">
              <a:avLst>
                <a:gd name="adj" fmla="val 7692"/>
              </a:avLst>
            </a:prstGeom>
            <a:solidFill>
              <a:srgbClr val="F28C28"/>
            </a:solidFill>
            <a:ln w="38100">
              <a:solidFill>
                <a:srgbClr val="F28C28"/>
              </a:solidFill>
            </a:ln>
          </p:spPr>
          <p:txBody>
            <a:bodyPr rtlCol="0" anchor="ctr" wrap="square" lIns="54864" tIns="27432" rIns="54864" bIns="27432">
              <a:noAutofit/>
            </a:bodyPr>
            <a:lstStyle/>
            <a:p>
              <a:pPr algn="ctr"/>
              <a:r>
                <a:rPr sz="5400" b="1" i="0" lang="en-GB">
                  <a:solidFill>
                    <a:srgbClr val="101418"/>
                  </a:solidFill>
                  <a:latin typeface="Arial"/>
                </a:rPr>
                <a:t>31</a:t>
              </a:r>
            </a:p>
          </p:txBody>
        </p:sp>
        <p:sp>
          <p:nvSpPr>
            <p:cNvPr id="13" name="plate part: digits"/>
            <p:cNvSpPr/>
            <p:nvPr/>
          </p:nvSpPr>
          <p:spPr>
            <a:xfrm>
              <a:off x="8458200" y="2606040"/>
              <a:ext cx="2560320" cy="1188720"/>
            </a:xfrm>
            <a:prstGeom prst="roundRect">
              <a:avLst>
                <a:gd name="adj" fmla="val 7692"/>
              </a:avLst>
            </a:prstGeom>
            <a:solidFill>
              <a:srgbClr val="1B1D21"/>
            </a:solidFill>
            <a:ln w="38100">
              <a:solidFill>
                <a:srgbClr val="F28C28"/>
              </a:solidFill>
            </a:ln>
          </p:spPr>
          <p:txBody>
            <a:bodyPr rtlCol="0" anchor="ctr" wrap="square" lIns="54864" tIns="27432" rIns="54864" bIns="27432">
              <a:noAutofit/>
            </a:bodyPr>
            <a:lstStyle/>
            <a:p>
              <a:pPr algn="ctr"/>
              <a:r>
                <a:rPr sz="5400" b="1" i="0" lang="en-GB">
                  <a:solidFill>
                    <a:srgbClr val="F2F2F2"/>
                  </a:solidFill>
                  <a:latin typeface="Arial"/>
                </a:rPr>
                <a:t>298</a:t>
              </a:r>
            </a:p>
          </p:txBody>
        </p:sp>
        <p:sp>
          <p:nvSpPr>
            <p:cNvPr id="14" name="bracket"/>
            <p:cNvSpPr/>
            <p:nvPr/>
          </p:nvSpPr>
          <p:spPr>
            <a:xfrm>
              <a:off x="7068312" y="3931920"/>
              <a:ext cx="1316736" cy="137160"/>
            </a:xfrm>
            <a:custGeom>
              <a:avLst/>
              <a:gdLst/>
              <a:ahLst/>
              <a:cxnLst/>
              <a:rect l="l" t="t" r="r" b="b"/>
              <a:pathLst>
                <a:path w="1316736" h="137160">
                  <a:moveTo>
                    <a:pt x="0" y="0"/>
                  </a:moveTo>
                  <a:lnTo>
                    <a:pt x="0" y="137160"/>
                  </a:lnTo>
                  <a:lnTo>
                    <a:pt x="1316736" y="137160"/>
                  </a:lnTo>
                  <a:lnTo>
                    <a:pt x="1316736" y="0"/>
                  </a:lnTo>
                </a:path>
              </a:pathLst>
            </a:custGeom>
            <a:noFill/>
            <a:ln w="25400">
              <a:solidFill>
                <a:srgbClr val="A9B0B8"/>
              </a:solidFill>
            </a:ln>
          </p:spPr>
          <p:txBody>
            <a:bodyPr rtlCol="0" anchor="ctr"/>
            <a:lstStyle/>
            <a:p>
              <a:pPr algn="ctr"/>
            </a:p>
          </p:txBody>
        </p:sp>
        <p:sp>
          <p:nvSpPr>
            <p:cNvPr id="15" name="bracket label"/>
            <p:cNvSpPr txBox="1"/>
            <p:nvPr/>
          </p:nvSpPr>
          <p:spPr>
            <a:xfrm>
              <a:off x="6583679" y="4142232"/>
              <a:ext cx="228600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Changes</a:t>
              </a:r>
            </a:p>
          </p:txBody>
        </p:sp>
        <p:sp>
          <p:nvSpPr>
            <p:cNvPr id="16" name="bracket"/>
            <p:cNvSpPr/>
            <p:nvPr/>
          </p:nvSpPr>
          <p:spPr>
            <a:xfrm>
              <a:off x="8531352" y="3931920"/>
              <a:ext cx="2414016" cy="137160"/>
            </a:xfrm>
            <a:custGeom>
              <a:avLst/>
              <a:gdLst/>
              <a:ahLst/>
              <a:cxnLst/>
              <a:rect l="l" t="t" r="r" b="b"/>
              <a:pathLst>
                <a:path w="2414016" h="137160">
                  <a:moveTo>
                    <a:pt x="0" y="0"/>
                  </a:moveTo>
                  <a:lnTo>
                    <a:pt x="0" y="137160"/>
                  </a:lnTo>
                  <a:lnTo>
                    <a:pt x="2414016" y="137160"/>
                  </a:lnTo>
                  <a:lnTo>
                    <a:pt x="2414016" y="0"/>
                  </a:lnTo>
                </a:path>
              </a:pathLst>
            </a:custGeom>
            <a:noFill/>
            <a:ln w="25400">
              <a:solidFill>
                <a:srgbClr val="A9B0B8"/>
              </a:solidFill>
            </a:ln>
          </p:spPr>
          <p:txBody>
            <a:bodyPr rtlCol="0" anchor="ctr"/>
            <a:lstStyle/>
            <a:p>
              <a:pPr algn="ctr"/>
            </a:p>
          </p:txBody>
        </p:sp>
        <p:sp>
          <p:nvSpPr>
            <p:cNvPr id="17" name="bracket label"/>
            <p:cNvSpPr txBox="1"/>
            <p:nvPr/>
          </p:nvSpPr>
          <p:spPr>
            <a:xfrm>
              <a:off x="8595360" y="4142232"/>
              <a:ext cx="2286000"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Stays</a:t>
              </a:r>
            </a:p>
          </p:txBody>
        </p:sp>
        <p:cxnSp>
          <p:nvCxnSpPr>
            <p:cNvPr id="18" name="switch arrow"/>
            <p:cNvCxnSpPr/>
            <p:nvPr/>
          </p:nvCxnSpPr>
          <p:spPr>
            <a:xfrm>
              <a:off x="5303520" y="3200400"/>
              <a:ext cx="1508760" cy="0"/>
            </a:xfrm>
            <a:prstGeom prst="line">
              <a:avLst/>
            </a:prstGeom>
            <a:ln w="50800">
              <a:solidFill>
                <a:srgbClr val="F28C28"/>
              </a:solidFill>
              <a:tailEnd type="triangle" w="med" len="med"/>
            </a:ln>
          </p:spPr>
        </p:cxnSp>
        <p:sp>
          <p:nvSpPr>
            <p:cNvPr id="19" name="arrow label"/>
            <p:cNvSpPr txBox="1"/>
            <p:nvPr/>
          </p:nvSpPr>
          <p:spPr>
            <a:xfrm>
              <a:off x="5120640" y="2715768"/>
              <a:ext cx="1874519" cy="365760"/>
            </a:xfrm>
            <a:prstGeom prst="rect">
              <a:avLst/>
            </a:prstGeom>
            <a:noFill/>
          </p:spPr>
          <p:txBody>
            <a:bodyPr wrap="square" anchor="ctr" lIns="18288" tIns="9144" rIns="18288" bIns="9144">
              <a:noAutofit/>
            </a:bodyPr>
            <a:lstStyle/>
            <a:p>
              <a:pPr algn="ctr"/>
              <a:r>
                <a:rPr sz="1800" b="1" i="0" lang="en-GB">
                  <a:solidFill>
                    <a:srgbClr val="F2F2F2"/>
                  </a:solidFill>
                  <a:latin typeface="Arial"/>
                </a:rPr>
                <a:t>Switch style</a:t>
              </a:r>
            </a:p>
          </p:txBody>
        </p:sp>
      </p:grpSp>
      <p:sp>
        <p:nvSpPr>
          <p:cNvPr id="2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1"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2"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Switching style keeps the digits you chose, where they still fit.</a:t>
            </a:r>
          </a:p>
        </p:txBody>
      </p:sp>
      <p:sp>
        <p:nvSpPr>
          <p:cNvPr id="23"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No two the same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Number allocation flow" descr="A flow chart. Make a candidate number, then ask: is it taken? If yes, go back and make another. If no, reserve it."/>
          <p:cNvGrpSpPr/>
          <p:nvPr/>
        </p:nvGrpSpPr>
        <p:grpSpPr>
          <a:xfrm>
            <a:off x="822960" y="2194560"/>
            <a:ext cx="10789920" cy="2560320"/>
            <a:chOff x="822960" y="2194560"/>
            <a:chExt cx="10789920" cy="2560320"/>
          </a:xfrm>
        </p:grpSpPr>
        <p:sp>
          <p:nvSpPr>
            <p:cNvPr id="5" name="step: make"/>
            <p:cNvSpPr/>
            <p:nvPr/>
          </p:nvSpPr>
          <p:spPr>
            <a:xfrm>
              <a:off x="822960" y="2606040"/>
              <a:ext cx="3108960" cy="1188720"/>
            </a:xfrm>
            <a:prstGeom prst="roundRect">
              <a:avLst>
                <a:gd name="adj" fmla="val 7692"/>
              </a:avLst>
            </a:prstGeom>
            <a:solidFill>
              <a:srgbClr val="343A43"/>
            </a:solidFill>
            <a:ln w="31750">
              <a:solidFill>
                <a:srgbClr val="F28C28"/>
              </a:solidFill>
            </a:ln>
          </p:spPr>
          <p:txBody>
            <a:bodyPr rtlCol="0" anchor="ctr" wrap="square" lIns="54864" tIns="27432" rIns="54864" bIns="27432">
              <a:noAutofit/>
            </a:bodyPr>
            <a:lstStyle/>
            <a:p>
              <a:pPr algn="ctr"/>
              <a:r>
                <a:rPr sz="2000" b="1" i="0" lang="en-GB">
                  <a:solidFill>
                    <a:srgbClr val="F2F2F2"/>
                  </a:solidFill>
                  <a:latin typeface="Arial"/>
                </a:rPr>
                <a:t>Make a candidate number</a:t>
              </a:r>
            </a:p>
          </p:txBody>
        </p:sp>
        <p:sp>
          <p:nvSpPr>
            <p:cNvPr id="6" name="decision"/>
            <p:cNvSpPr/>
            <p:nvPr/>
          </p:nvSpPr>
          <p:spPr>
            <a:xfrm>
              <a:off x="4846320" y="2194560"/>
              <a:ext cx="2560320" cy="2011680"/>
            </a:xfrm>
            <a:prstGeom prst="diamond">
              <a:avLst/>
            </a:prstGeom>
            <a:solidFill>
              <a:srgbClr val="343A43"/>
            </a:solidFill>
            <a:ln w="31750">
              <a:solidFill>
                <a:srgbClr val="F28C28"/>
              </a:solidFill>
            </a:ln>
          </p:spPr>
          <p:txBody>
            <a:bodyPr rtlCol="0" anchor="ctr" wrap="square" lIns="0" tIns="0" rIns="0" bIns="0">
              <a:noAutofit/>
            </a:bodyPr>
            <a:lstStyle/>
            <a:p>
              <a:pPr algn="ctr"/>
              <a:r>
                <a:rPr sz="2000" b="1" i="0" lang="en-GB">
                  <a:solidFill>
                    <a:srgbClr val="F2F2F2"/>
                  </a:solidFill>
                  <a:latin typeface="Arial"/>
                </a:rPr>
                <a:t>Taken?</a:t>
              </a:r>
            </a:p>
          </p:txBody>
        </p:sp>
        <p:sp>
          <p:nvSpPr>
            <p:cNvPr id="7" name="step: reserve"/>
            <p:cNvSpPr/>
            <p:nvPr/>
          </p:nvSpPr>
          <p:spPr>
            <a:xfrm>
              <a:off x="8869680" y="2606040"/>
              <a:ext cx="2743200" cy="1188720"/>
            </a:xfrm>
            <a:prstGeom prst="roundRect">
              <a:avLst>
                <a:gd name="adj" fmla="val 7692"/>
              </a:avLst>
            </a:prstGeom>
            <a:solidFill>
              <a:srgbClr val="343A43"/>
            </a:solidFill>
            <a:ln w="31750">
              <a:solidFill>
                <a:srgbClr val="3FB950"/>
              </a:solidFill>
            </a:ln>
          </p:spPr>
          <p:txBody>
            <a:bodyPr rtlCol="0" anchor="ctr" wrap="square" lIns="54864" tIns="27432" rIns="54864" bIns="27432">
              <a:noAutofit/>
            </a:bodyPr>
            <a:lstStyle/>
            <a:p>
              <a:pPr algn="ctr"/>
              <a:r>
                <a:rPr sz="2000" b="1" i="0" lang="en-GB">
                  <a:solidFill>
                    <a:srgbClr val="F2F2F2"/>
                  </a:solidFill>
                  <a:latin typeface="Arial"/>
                </a:rPr>
                <a:t>Reserve it</a:t>
              </a:r>
            </a:p>
          </p:txBody>
        </p:sp>
        <p:cxnSp>
          <p:nvCxnSpPr>
            <p:cNvPr id="8" name="flow arrow"/>
            <p:cNvCxnSpPr/>
            <p:nvPr/>
          </p:nvCxnSpPr>
          <p:spPr>
            <a:xfrm>
              <a:off x="3931920" y="3200400"/>
              <a:ext cx="914400" cy="0"/>
            </a:xfrm>
            <a:prstGeom prst="line">
              <a:avLst/>
            </a:prstGeom>
            <a:ln w="38100">
              <a:solidFill>
                <a:srgbClr val="F28C28"/>
              </a:solidFill>
              <a:tailEnd type="triangle" w="med" len="med"/>
            </a:ln>
          </p:spPr>
        </p:cxnSp>
        <p:cxnSp>
          <p:nvCxnSpPr>
            <p:cNvPr id="9" name="flow arrow"/>
            <p:cNvCxnSpPr/>
            <p:nvPr/>
          </p:nvCxnSpPr>
          <p:spPr>
            <a:xfrm>
              <a:off x="7406640" y="3200400"/>
              <a:ext cx="1463040" cy="0"/>
            </a:xfrm>
            <a:prstGeom prst="line">
              <a:avLst/>
            </a:prstGeom>
            <a:ln w="38100">
              <a:solidFill>
                <a:srgbClr val="F28C28"/>
              </a:solidFill>
              <a:tailEnd type="triangle" w="med" len="med"/>
            </a:ln>
          </p:spPr>
        </p:cxnSp>
        <p:sp>
          <p:nvSpPr>
            <p:cNvPr id="10" name="branch label"/>
            <p:cNvSpPr txBox="1"/>
            <p:nvPr/>
          </p:nvSpPr>
          <p:spPr>
            <a:xfrm>
              <a:off x="7680960" y="2807208"/>
              <a:ext cx="91440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No</a:t>
              </a:r>
            </a:p>
          </p:txBody>
        </p:sp>
        <p:sp>
          <p:nvSpPr>
            <p:cNvPr id="11" name="loop back arrow"/>
            <p:cNvSpPr/>
            <p:nvPr/>
          </p:nvSpPr>
          <p:spPr>
            <a:xfrm>
              <a:off x="2377440" y="3840480"/>
              <a:ext cx="3749040" cy="914400"/>
            </a:xfrm>
            <a:custGeom>
              <a:avLst/>
              <a:gdLst/>
              <a:ahLst/>
              <a:cxnLst/>
              <a:rect l="l" t="t" r="r" b="b"/>
              <a:pathLst>
                <a:path w="3749040" h="914400">
                  <a:moveTo>
                    <a:pt x="3749040" y="365760"/>
                  </a:moveTo>
                  <a:lnTo>
                    <a:pt x="3749040" y="914400"/>
                  </a:lnTo>
                  <a:lnTo>
                    <a:pt x="0" y="914400"/>
                  </a:lnTo>
                  <a:lnTo>
                    <a:pt x="0" y="0"/>
                  </a:lnTo>
                </a:path>
              </a:pathLst>
            </a:custGeom>
            <a:noFill/>
            <a:ln w="38100">
              <a:solidFill>
                <a:srgbClr val="F28C28"/>
              </a:solidFill>
              <a:tailEnd type="triangle" w="med" len="med"/>
            </a:ln>
          </p:spPr>
          <p:txBody>
            <a:bodyPr rtlCol="0" anchor="ctr"/>
            <a:lstStyle/>
            <a:p>
              <a:pPr algn="ctr"/>
            </a:p>
          </p:txBody>
        </p:sp>
        <p:sp>
          <p:nvSpPr>
            <p:cNvPr id="12" name="branch label"/>
            <p:cNvSpPr txBox="1"/>
            <p:nvPr/>
          </p:nvSpPr>
          <p:spPr>
            <a:xfrm>
              <a:off x="6263640" y="4315968"/>
              <a:ext cx="914400" cy="329184"/>
            </a:xfrm>
            <a:prstGeom prst="rect">
              <a:avLst/>
            </a:prstGeom>
            <a:noFill/>
          </p:spPr>
          <p:txBody>
            <a:bodyPr wrap="square" anchor="ctr" lIns="18288" tIns="9144" rIns="18288" bIns="9144">
              <a:noAutofit/>
            </a:bodyPr>
            <a:lstStyle/>
            <a:p>
              <a:pPr algn="l"/>
              <a:r>
                <a:rPr sz="1800" b="1" i="0" lang="en-GB">
                  <a:solidFill>
                    <a:srgbClr val="F2F2F2"/>
                  </a:solidFill>
                  <a:latin typeface="Arial"/>
                </a:rPr>
                <a:t>Yes</a:t>
              </a:r>
            </a:p>
          </p:txBody>
        </p:sp>
      </p:grpSp>
      <p:sp>
        <p:nvSpPr>
          <p:cNvPr id="13" name="ICHIP"/>
          <p:cNvSpPr/>
          <p:nvPr/>
        </p:nvSpPr>
        <p:spPr>
          <a:xfrm>
            <a:off x="822960" y="5166360"/>
            <a:ext cx="2908748"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Which pool: undecided (OQ29)</a:t>
            </a:r>
          </a:p>
        </p:txBody>
      </p:sp>
      <p:sp>
        <p:nvSpPr>
          <p:cNvPr id="1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15"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16"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Two engines cannot share a number. The game retries until it finds a free one.</a:t>
            </a:r>
          </a:p>
        </p:txBody>
      </p:sp>
      <p:sp>
        <p:nvSpPr>
          <p:cNvPr id="17"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Reuse and overflow</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Number reuse and overflow" descr="Left: a dismantled engine's number returns to the number pool. Right: when a pool is full, a clearly modern overflow number such as X-00001 is used. The number is an example only."/>
          <p:cNvGrpSpPr/>
          <p:nvPr/>
        </p:nvGrpSpPr>
        <p:grpSpPr>
          <a:xfrm>
            <a:off x="731520" y="1371600"/>
            <a:ext cx="10881360" cy="4069080"/>
            <a:chOff x="731520" y="1371600"/>
            <a:chExt cx="10881360" cy="4069080"/>
          </a:xfrm>
        </p:grpSpPr>
        <p:cxnSp>
          <p:nvCxnSpPr>
            <p:cNvPr id="5" name="divider"/>
            <p:cNvCxnSpPr/>
            <p:nvPr/>
          </p:nvCxnSpPr>
          <p:spPr>
            <a:xfrm>
              <a:off x="6080760" y="1371600"/>
              <a:ext cx="0" cy="4069080"/>
            </a:xfrm>
            <a:prstGeom prst="line">
              <a:avLst/>
            </a:prstGeom>
            <a:ln w="25400">
              <a:solidFill>
                <a:srgbClr val="4A515B"/>
              </a:solidFill>
              <a:prstDash val="dash"/>
            </a:ln>
          </p:spPr>
        </p:cxnSp>
        <p:grpSp>
          <p:nvGrpSpPr>
            <p:cNvPr id="6" name="dismantled engine" descr="Faded outline of a dismantled engine."/>
            <p:cNvGrpSpPr/>
            <p:nvPr/>
          </p:nvGrpSpPr>
          <p:grpSpPr>
            <a:xfrm>
              <a:off x="914400" y="1481328"/>
              <a:ext cx="3273552" cy="941832"/>
              <a:chOff x="914400" y="1481328"/>
              <a:chExt cx="3273552" cy="941832"/>
            </a:xfrm>
          </p:grpSpPr>
          <p:sp>
            <p:nvSpPr>
              <p:cNvPr id="7" name="tender frame"/>
              <p:cNvSpPr/>
              <p:nvPr/>
            </p:nvSpPr>
            <p:spPr>
              <a:xfrm>
                <a:off x="914400" y="2157984"/>
                <a:ext cx="749808" cy="82296"/>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8" name="tender body"/>
              <p:cNvSpPr/>
              <p:nvPr/>
            </p:nvSpPr>
            <p:spPr>
              <a:xfrm>
                <a:off x="914400" y="1856231"/>
                <a:ext cx="749808" cy="301752"/>
              </a:xfrm>
              <a:prstGeom prst="roundRect">
                <a:avLst>
                  <a:gd name="adj" fmla="val 3030"/>
                </a:avLst>
              </a:prstGeom>
              <a:solidFill>
                <a:srgbClr val="9AA0A6">
                  <a:alpha val="25000"/>
                </a:srgbClr>
              </a:solidFill>
              <a:ln w="15875">
                <a:solidFill>
                  <a:srgbClr val="A9B0B8"/>
                </a:solidFill>
                <a:prstDash val="dash"/>
              </a:ln>
            </p:spPr>
            <p:txBody>
              <a:bodyPr rtlCol="0" anchor="ctr"/>
              <a:lstStyle/>
              <a:p>
                <a:pPr algn="ctr"/>
              </a:p>
            </p:txBody>
          </p:sp>
          <p:sp>
            <p:nvSpPr>
              <p:cNvPr id="9" name="tender coal"/>
              <p:cNvSpPr/>
              <p:nvPr/>
            </p:nvSpPr>
            <p:spPr>
              <a:xfrm>
                <a:off x="941832" y="1728216"/>
                <a:ext cx="694944" cy="128015"/>
              </a:xfrm>
              <a:custGeom>
                <a:avLst/>
                <a:gdLst/>
                <a:ahLst/>
                <a:cxnLst/>
                <a:rect l="l" t="t" r="r" b="b"/>
                <a:pathLst>
                  <a:path w="694944" h="128015">
                    <a:moveTo>
                      <a:pt x="0" y="128015"/>
                    </a:moveTo>
                    <a:lnTo>
                      <a:pt x="137160" y="9144"/>
                    </a:lnTo>
                    <a:lnTo>
                      <a:pt x="411480" y="0"/>
                    </a:lnTo>
                    <a:lnTo>
                      <a:pt x="694944" y="128015"/>
                    </a:lnTo>
                    <a:close/>
                  </a:path>
                </a:pathLst>
              </a:custGeom>
              <a:solidFill>
                <a:srgbClr val="9AA0A6">
                  <a:alpha val="25000"/>
                </a:srgbClr>
              </a:solidFill>
              <a:ln w="15875">
                <a:solidFill>
                  <a:srgbClr val="A9B0B8"/>
                </a:solidFill>
                <a:prstDash val="dash"/>
              </a:ln>
            </p:spPr>
            <p:txBody>
              <a:bodyPr rtlCol="0" anchor="ctr"/>
              <a:lstStyle/>
              <a:p>
                <a:pPr algn="ctr"/>
              </a:p>
            </p:txBody>
          </p:sp>
          <p:sp>
            <p:nvSpPr>
              <p:cNvPr id="10" name="coupling"/>
              <p:cNvSpPr/>
              <p:nvPr/>
            </p:nvSpPr>
            <p:spPr>
              <a:xfrm>
                <a:off x="1664207" y="2048255"/>
                <a:ext cx="64007" cy="27431"/>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11" name="wheel"/>
              <p:cNvSpPr/>
              <p:nvPr/>
            </p:nvSpPr>
            <p:spPr>
              <a:xfrm>
                <a:off x="969264" y="2167127"/>
                <a:ext cx="256031" cy="256031"/>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12" name="hub"/>
              <p:cNvSpPr/>
              <p:nvPr/>
            </p:nvSpPr>
            <p:spPr>
              <a:xfrm>
                <a:off x="1063995" y="2261859"/>
                <a:ext cx="66568" cy="66568"/>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13" name="wheel"/>
              <p:cNvSpPr/>
              <p:nvPr/>
            </p:nvSpPr>
            <p:spPr>
              <a:xfrm>
                <a:off x="1353312" y="2167127"/>
                <a:ext cx="256031" cy="256031"/>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14" name="hub"/>
              <p:cNvSpPr/>
              <p:nvPr/>
            </p:nvSpPr>
            <p:spPr>
              <a:xfrm>
                <a:off x="1448043" y="2261859"/>
                <a:ext cx="66568" cy="66568"/>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15" name="frame"/>
              <p:cNvSpPr/>
              <p:nvPr/>
            </p:nvSpPr>
            <p:spPr>
              <a:xfrm>
                <a:off x="1728216" y="2157984"/>
                <a:ext cx="2404872" cy="82296"/>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16" name="cab"/>
              <p:cNvSpPr/>
              <p:nvPr/>
            </p:nvSpPr>
            <p:spPr>
              <a:xfrm>
                <a:off x="1728216" y="1655063"/>
                <a:ext cx="365760" cy="502920"/>
              </a:xfrm>
              <a:prstGeom prst="roundRect">
                <a:avLst>
                  <a:gd name="adj" fmla="val 2500"/>
                </a:avLst>
              </a:prstGeom>
              <a:solidFill>
                <a:srgbClr val="9AA0A6">
                  <a:alpha val="25000"/>
                </a:srgbClr>
              </a:solidFill>
              <a:ln w="15875">
                <a:solidFill>
                  <a:srgbClr val="A9B0B8"/>
                </a:solidFill>
                <a:prstDash val="dash"/>
              </a:ln>
            </p:spPr>
            <p:txBody>
              <a:bodyPr rtlCol="0" anchor="ctr"/>
              <a:lstStyle/>
              <a:p>
                <a:pPr algn="ctr"/>
              </a:p>
            </p:txBody>
          </p:sp>
          <p:sp>
            <p:nvSpPr>
              <p:cNvPr id="17" name="cab roof"/>
              <p:cNvSpPr/>
              <p:nvPr/>
            </p:nvSpPr>
            <p:spPr>
              <a:xfrm>
                <a:off x="1709928" y="1609343"/>
                <a:ext cx="402336" cy="45720"/>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18" name="cab window"/>
              <p:cNvSpPr/>
              <p:nvPr/>
            </p:nvSpPr>
            <p:spPr>
              <a:xfrm>
                <a:off x="1819655" y="1728216"/>
                <a:ext cx="164592" cy="164592"/>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19" name="boiler"/>
              <p:cNvSpPr/>
              <p:nvPr/>
            </p:nvSpPr>
            <p:spPr>
              <a:xfrm>
                <a:off x="2093976" y="1700784"/>
                <a:ext cx="1856232" cy="365760"/>
              </a:xfrm>
              <a:prstGeom prst="roundRect">
                <a:avLst>
                  <a:gd name="adj" fmla="val 25000"/>
                </a:avLst>
              </a:prstGeom>
              <a:solidFill>
                <a:srgbClr val="9AA0A6">
                  <a:alpha val="25000"/>
                </a:srgbClr>
              </a:solidFill>
              <a:ln w="15875">
                <a:solidFill>
                  <a:srgbClr val="A9B0B8"/>
                </a:solidFill>
                <a:prstDash val="dash"/>
              </a:ln>
            </p:spPr>
            <p:txBody>
              <a:bodyPr rtlCol="0" anchor="ctr"/>
              <a:lstStyle/>
              <a:p>
                <a:pPr algn="ctr"/>
              </a:p>
            </p:txBody>
          </p:sp>
          <p:sp>
            <p:nvSpPr>
              <p:cNvPr id="20" name="boiler band"/>
              <p:cNvSpPr/>
              <p:nvPr/>
            </p:nvSpPr>
            <p:spPr>
              <a:xfrm>
                <a:off x="2650845" y="1700784"/>
                <a:ext cx="12801" cy="365760"/>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21" name="boiler band"/>
              <p:cNvSpPr/>
              <p:nvPr/>
            </p:nvSpPr>
            <p:spPr>
              <a:xfrm>
                <a:off x="3114903" y="1700784"/>
                <a:ext cx="12801" cy="365760"/>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22" name="boiler band"/>
              <p:cNvSpPr/>
              <p:nvPr/>
            </p:nvSpPr>
            <p:spPr>
              <a:xfrm>
                <a:off x="3578961" y="1700784"/>
                <a:ext cx="12801" cy="365760"/>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23" name="smokebox"/>
              <p:cNvSpPr/>
              <p:nvPr/>
            </p:nvSpPr>
            <p:spPr>
              <a:xfrm>
                <a:off x="3950208" y="1700784"/>
                <a:ext cx="182880" cy="365760"/>
              </a:xfrm>
              <a:prstGeom prst="roundRect">
                <a:avLst>
                  <a:gd name="adj" fmla="val 12000"/>
                </a:avLst>
              </a:prstGeom>
              <a:solidFill>
                <a:srgbClr val="9AA0A6">
                  <a:alpha val="25000"/>
                </a:srgbClr>
              </a:solidFill>
              <a:ln w="15875">
                <a:solidFill>
                  <a:srgbClr val="A9B0B8"/>
                </a:solidFill>
                <a:prstDash val="dash"/>
              </a:ln>
            </p:spPr>
            <p:txBody>
              <a:bodyPr rtlCol="0" anchor="ctr"/>
              <a:lstStyle/>
              <a:p>
                <a:pPr algn="ctr"/>
              </a:p>
            </p:txBody>
          </p:sp>
          <p:sp>
            <p:nvSpPr>
              <p:cNvPr id="24" name="chimney"/>
              <p:cNvSpPr/>
              <p:nvPr/>
            </p:nvSpPr>
            <p:spPr>
              <a:xfrm>
                <a:off x="3986784" y="1508760"/>
                <a:ext cx="109728" cy="192023"/>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25" name="chimney lip"/>
              <p:cNvSpPr/>
              <p:nvPr/>
            </p:nvSpPr>
            <p:spPr>
              <a:xfrm>
                <a:off x="3959352" y="1481328"/>
                <a:ext cx="164592" cy="45720"/>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26" name="dome"/>
              <p:cNvSpPr/>
              <p:nvPr/>
            </p:nvSpPr>
            <p:spPr>
              <a:xfrm>
                <a:off x="2836468" y="1600200"/>
                <a:ext cx="164592" cy="100583"/>
              </a:xfrm>
              <a:prstGeom prst="roundRect">
                <a:avLst>
                  <a:gd name="adj" fmla="val 36363"/>
                </a:avLst>
              </a:prstGeom>
              <a:solidFill>
                <a:srgbClr val="9AA0A6">
                  <a:alpha val="25000"/>
                </a:srgbClr>
              </a:solidFill>
              <a:ln w="15875">
                <a:solidFill>
                  <a:srgbClr val="A9B0B8"/>
                </a:solidFill>
                <a:prstDash val="dash"/>
              </a:ln>
            </p:spPr>
            <p:txBody>
              <a:bodyPr rtlCol="0" anchor="ctr"/>
              <a:lstStyle/>
              <a:p>
                <a:pPr algn="ctr"/>
              </a:p>
            </p:txBody>
          </p:sp>
          <p:sp>
            <p:nvSpPr>
              <p:cNvPr id="27" name="wheel"/>
              <p:cNvSpPr/>
              <p:nvPr/>
            </p:nvSpPr>
            <p:spPr>
              <a:xfrm>
                <a:off x="175564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28" name="hub"/>
              <p:cNvSpPr/>
              <p:nvPr/>
            </p:nvSpPr>
            <p:spPr>
              <a:xfrm>
                <a:off x="189097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29" name="wheel"/>
              <p:cNvSpPr/>
              <p:nvPr/>
            </p:nvSpPr>
            <p:spPr>
              <a:xfrm>
                <a:off x="216712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0" name="hub"/>
              <p:cNvSpPr/>
              <p:nvPr/>
            </p:nvSpPr>
            <p:spPr>
              <a:xfrm>
                <a:off x="230245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1" name="wheel"/>
              <p:cNvSpPr/>
              <p:nvPr/>
            </p:nvSpPr>
            <p:spPr>
              <a:xfrm>
                <a:off x="257860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2" name="hub"/>
              <p:cNvSpPr/>
              <p:nvPr/>
            </p:nvSpPr>
            <p:spPr>
              <a:xfrm>
                <a:off x="271393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3" name="wheel"/>
              <p:cNvSpPr/>
              <p:nvPr/>
            </p:nvSpPr>
            <p:spPr>
              <a:xfrm>
                <a:off x="299008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4" name="hub"/>
              <p:cNvSpPr/>
              <p:nvPr/>
            </p:nvSpPr>
            <p:spPr>
              <a:xfrm>
                <a:off x="312541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5" name="wheel"/>
              <p:cNvSpPr/>
              <p:nvPr/>
            </p:nvSpPr>
            <p:spPr>
              <a:xfrm>
                <a:off x="3493008" y="2221992"/>
                <a:ext cx="201168" cy="201168"/>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6" name="hub"/>
              <p:cNvSpPr/>
              <p:nvPr/>
            </p:nvSpPr>
            <p:spPr>
              <a:xfrm>
                <a:off x="3567440" y="2296424"/>
                <a:ext cx="52303" cy="52303"/>
              </a:xfrm>
              <a:prstGeom prst="ellipse">
                <a:avLst/>
              </a:prstGeom>
              <a:solidFill>
                <a:srgbClr val="9AA0A6">
                  <a:alpha val="25000"/>
                </a:srgbClr>
              </a:solidFill>
              <a:ln w="15875">
                <a:solidFill>
                  <a:srgbClr val="A9B0B8"/>
                </a:solidFill>
                <a:prstDash val="dash"/>
              </a:ln>
            </p:spPr>
            <p:txBody>
              <a:bodyPr rtlCol="0" anchor="ctr"/>
              <a:lstStyle/>
              <a:p>
                <a:pPr algn="ctr"/>
              </a:p>
            </p:txBody>
          </p:sp>
          <p:sp>
            <p:nvSpPr>
              <p:cNvPr id="37" name="coupling rod"/>
              <p:cNvSpPr/>
              <p:nvPr/>
            </p:nvSpPr>
            <p:spPr>
              <a:xfrm>
                <a:off x="1938528" y="2136038"/>
                <a:ext cx="1234440" cy="25603"/>
              </a:xfrm>
              <a:prstGeom prst="rect">
                <a:avLst/>
              </a:prstGeom>
              <a:solidFill>
                <a:srgbClr val="9AA0A6">
                  <a:alpha val="25000"/>
                </a:srgbClr>
              </a:solidFill>
              <a:ln w="15875">
                <a:solidFill>
                  <a:srgbClr val="A9B0B8"/>
                </a:solidFill>
                <a:prstDash val="dash"/>
              </a:ln>
            </p:spPr>
            <p:txBody>
              <a:bodyPr rtlCol="0" anchor="ctr"/>
              <a:lstStyle/>
              <a:p>
                <a:pPr algn="ctr"/>
              </a:p>
            </p:txBody>
          </p:sp>
          <p:sp>
            <p:nvSpPr>
              <p:cNvPr id="38" name="buffer beam"/>
              <p:cNvSpPr/>
              <p:nvPr/>
            </p:nvSpPr>
            <p:spPr>
              <a:xfrm>
                <a:off x="4133088" y="2075688"/>
                <a:ext cx="54864" cy="164592"/>
              </a:xfrm>
              <a:prstGeom prst="rect">
                <a:avLst/>
              </a:prstGeom>
              <a:solidFill>
                <a:srgbClr val="9AA0A6">
                  <a:alpha val="25000"/>
                </a:srgbClr>
              </a:solidFill>
              <a:ln w="15875">
                <a:solidFill>
                  <a:srgbClr val="A9B0B8"/>
                </a:solidFill>
                <a:prstDash val="dash"/>
              </a:ln>
            </p:spPr>
            <p:txBody>
              <a:bodyPr rtlCol="0" anchor="ctr"/>
              <a:lstStyle/>
              <a:p>
                <a:pPr algn="ctr"/>
              </a:p>
            </p:txBody>
          </p:sp>
        </p:grpSp>
        <p:sp>
          <p:nvSpPr>
            <p:cNvPr id="39" name="rail"/>
            <p:cNvSpPr/>
            <p:nvPr/>
          </p:nvSpPr>
          <p:spPr>
            <a:xfrm>
              <a:off x="731520" y="2423160"/>
              <a:ext cx="3840480" cy="64008"/>
            </a:xfrm>
            <a:prstGeom prst="rect">
              <a:avLst/>
            </a:prstGeom>
            <a:solidFill>
              <a:srgbClr val="9AA0A6"/>
            </a:solidFill>
            <a:ln>
              <a:noFill/>
            </a:ln>
          </p:spPr>
          <p:txBody>
            <a:bodyPr rtlCol="0" anchor="ctr"/>
            <a:lstStyle/>
            <a:p>
              <a:pPr algn="ctr"/>
            </a:p>
          </p:txBody>
        </p:sp>
        <p:sp>
          <p:nvSpPr>
            <p:cNvPr id="40" name="engine label"/>
            <p:cNvSpPr txBox="1"/>
            <p:nvPr/>
          </p:nvSpPr>
          <p:spPr>
            <a:xfrm>
              <a:off x="914400" y="2514600"/>
              <a:ext cx="329184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Dismantled</a:t>
              </a:r>
            </a:p>
          </p:txBody>
        </p:sp>
        <p:sp>
          <p:nvSpPr>
            <p:cNvPr id="41" name="number pool"/>
            <p:cNvSpPr/>
            <p:nvPr/>
          </p:nvSpPr>
          <p:spPr>
            <a:xfrm>
              <a:off x="914400" y="3749039"/>
              <a:ext cx="3474720" cy="1280160"/>
            </a:xfrm>
            <a:prstGeom prst="roundRect">
              <a:avLst>
                <a:gd name="adj" fmla="val 7142"/>
              </a:avLst>
            </a:prstGeom>
            <a:solidFill>
              <a:srgbClr val="2B2F36"/>
            </a:solidFill>
            <a:ln w="25400">
              <a:solidFill>
                <a:srgbClr val="9AA0A6"/>
              </a:solidFill>
            </a:ln>
          </p:spPr>
          <p:txBody>
            <a:bodyPr rtlCol="0" anchor="ctr"/>
            <a:lstStyle/>
            <a:p>
              <a:pPr algn="ctr"/>
            </a:p>
          </p:txBody>
        </p:sp>
        <p:sp>
          <p:nvSpPr>
            <p:cNvPr id="42" name="slot full"/>
            <p:cNvSpPr/>
            <p:nvPr/>
          </p:nvSpPr>
          <p:spPr>
            <a:xfrm>
              <a:off x="1124712" y="3959351"/>
              <a:ext cx="694944" cy="225552"/>
            </a:xfrm>
            <a:prstGeom prst="roundRect">
              <a:avLst>
                <a:gd name="adj" fmla="val 16216"/>
              </a:avLst>
            </a:prstGeom>
            <a:solidFill>
              <a:srgbClr val="C96F1B"/>
            </a:solidFill>
            <a:ln>
              <a:noFill/>
            </a:ln>
          </p:spPr>
          <p:txBody>
            <a:bodyPr rtlCol="0" anchor="ctr"/>
            <a:lstStyle/>
            <a:p>
              <a:pPr algn="ctr"/>
            </a:p>
          </p:txBody>
        </p:sp>
        <p:sp>
          <p:nvSpPr>
            <p:cNvPr id="43" name="slot free"/>
            <p:cNvSpPr/>
            <p:nvPr/>
          </p:nvSpPr>
          <p:spPr>
            <a:xfrm>
              <a:off x="1911095" y="3959351"/>
              <a:ext cx="694944" cy="225552"/>
            </a:xfrm>
            <a:prstGeom prst="roundRect">
              <a:avLst>
                <a:gd name="adj" fmla="val 16216"/>
              </a:avLst>
            </a:prstGeom>
            <a:noFill/>
            <a:ln w="25400">
              <a:solidFill>
                <a:srgbClr val="F2C14E"/>
              </a:solidFill>
              <a:prstDash val="dash"/>
            </a:ln>
          </p:spPr>
          <p:txBody>
            <a:bodyPr rtlCol="0" anchor="ctr"/>
            <a:lstStyle/>
            <a:p>
              <a:pPr algn="ctr"/>
            </a:p>
          </p:txBody>
        </p:sp>
        <p:sp>
          <p:nvSpPr>
            <p:cNvPr id="44" name="slot full"/>
            <p:cNvSpPr/>
            <p:nvPr/>
          </p:nvSpPr>
          <p:spPr>
            <a:xfrm>
              <a:off x="2697479" y="3959351"/>
              <a:ext cx="694944" cy="225552"/>
            </a:xfrm>
            <a:prstGeom prst="roundRect">
              <a:avLst>
                <a:gd name="adj" fmla="val 16216"/>
              </a:avLst>
            </a:prstGeom>
            <a:solidFill>
              <a:srgbClr val="C96F1B"/>
            </a:solidFill>
            <a:ln>
              <a:noFill/>
            </a:ln>
          </p:spPr>
          <p:txBody>
            <a:bodyPr rtlCol="0" anchor="ctr"/>
            <a:lstStyle/>
            <a:p>
              <a:pPr algn="ctr"/>
            </a:p>
          </p:txBody>
        </p:sp>
        <p:sp>
          <p:nvSpPr>
            <p:cNvPr id="45" name="slot full"/>
            <p:cNvSpPr/>
            <p:nvPr/>
          </p:nvSpPr>
          <p:spPr>
            <a:xfrm>
              <a:off x="3483863" y="3959351"/>
              <a:ext cx="694944" cy="225552"/>
            </a:xfrm>
            <a:prstGeom prst="roundRect">
              <a:avLst>
                <a:gd name="adj" fmla="val 16216"/>
              </a:avLst>
            </a:prstGeom>
            <a:solidFill>
              <a:srgbClr val="C96F1B"/>
            </a:solidFill>
            <a:ln>
              <a:noFill/>
            </a:ln>
          </p:spPr>
          <p:txBody>
            <a:bodyPr rtlCol="0" anchor="ctr"/>
            <a:lstStyle/>
            <a:p>
              <a:pPr algn="ctr"/>
            </a:p>
          </p:txBody>
        </p:sp>
        <p:sp>
          <p:nvSpPr>
            <p:cNvPr id="46" name="slot full"/>
            <p:cNvSpPr/>
            <p:nvPr/>
          </p:nvSpPr>
          <p:spPr>
            <a:xfrm>
              <a:off x="1124712" y="4276343"/>
              <a:ext cx="694944" cy="225552"/>
            </a:xfrm>
            <a:prstGeom prst="roundRect">
              <a:avLst>
                <a:gd name="adj" fmla="val 16216"/>
              </a:avLst>
            </a:prstGeom>
            <a:solidFill>
              <a:srgbClr val="C96F1B"/>
            </a:solidFill>
            <a:ln>
              <a:noFill/>
            </a:ln>
          </p:spPr>
          <p:txBody>
            <a:bodyPr rtlCol="0" anchor="ctr"/>
            <a:lstStyle/>
            <a:p>
              <a:pPr algn="ctr"/>
            </a:p>
          </p:txBody>
        </p:sp>
        <p:sp>
          <p:nvSpPr>
            <p:cNvPr id="47" name="slot full"/>
            <p:cNvSpPr/>
            <p:nvPr/>
          </p:nvSpPr>
          <p:spPr>
            <a:xfrm>
              <a:off x="1911095" y="4276343"/>
              <a:ext cx="694944" cy="225552"/>
            </a:xfrm>
            <a:prstGeom prst="roundRect">
              <a:avLst>
                <a:gd name="adj" fmla="val 16216"/>
              </a:avLst>
            </a:prstGeom>
            <a:solidFill>
              <a:srgbClr val="C96F1B"/>
            </a:solidFill>
            <a:ln>
              <a:noFill/>
            </a:ln>
          </p:spPr>
          <p:txBody>
            <a:bodyPr rtlCol="0" anchor="ctr"/>
            <a:lstStyle/>
            <a:p>
              <a:pPr algn="ctr"/>
            </a:p>
          </p:txBody>
        </p:sp>
        <p:sp>
          <p:nvSpPr>
            <p:cNvPr id="48" name="slot full"/>
            <p:cNvSpPr/>
            <p:nvPr/>
          </p:nvSpPr>
          <p:spPr>
            <a:xfrm>
              <a:off x="2697479" y="4276343"/>
              <a:ext cx="694944" cy="225552"/>
            </a:xfrm>
            <a:prstGeom prst="roundRect">
              <a:avLst>
                <a:gd name="adj" fmla="val 16216"/>
              </a:avLst>
            </a:prstGeom>
            <a:solidFill>
              <a:srgbClr val="C96F1B"/>
            </a:solidFill>
            <a:ln>
              <a:noFill/>
            </a:ln>
          </p:spPr>
          <p:txBody>
            <a:bodyPr rtlCol="0" anchor="ctr"/>
            <a:lstStyle/>
            <a:p>
              <a:pPr algn="ctr"/>
            </a:p>
          </p:txBody>
        </p:sp>
        <p:sp>
          <p:nvSpPr>
            <p:cNvPr id="49" name="slot full"/>
            <p:cNvSpPr/>
            <p:nvPr/>
          </p:nvSpPr>
          <p:spPr>
            <a:xfrm>
              <a:off x="3483863" y="4276343"/>
              <a:ext cx="694944" cy="225552"/>
            </a:xfrm>
            <a:prstGeom prst="roundRect">
              <a:avLst>
                <a:gd name="adj" fmla="val 16216"/>
              </a:avLst>
            </a:prstGeom>
            <a:solidFill>
              <a:srgbClr val="C96F1B"/>
            </a:solidFill>
            <a:ln>
              <a:noFill/>
            </a:ln>
          </p:spPr>
          <p:txBody>
            <a:bodyPr rtlCol="0" anchor="ctr"/>
            <a:lstStyle/>
            <a:p>
              <a:pPr algn="ctr"/>
            </a:p>
          </p:txBody>
        </p:sp>
        <p:sp>
          <p:nvSpPr>
            <p:cNvPr id="50" name="slot full"/>
            <p:cNvSpPr/>
            <p:nvPr/>
          </p:nvSpPr>
          <p:spPr>
            <a:xfrm>
              <a:off x="1124712" y="4593335"/>
              <a:ext cx="694944" cy="225552"/>
            </a:xfrm>
            <a:prstGeom prst="roundRect">
              <a:avLst>
                <a:gd name="adj" fmla="val 16216"/>
              </a:avLst>
            </a:prstGeom>
            <a:solidFill>
              <a:srgbClr val="C96F1B"/>
            </a:solidFill>
            <a:ln>
              <a:noFill/>
            </a:ln>
          </p:spPr>
          <p:txBody>
            <a:bodyPr rtlCol="0" anchor="ctr"/>
            <a:lstStyle/>
            <a:p>
              <a:pPr algn="ctr"/>
            </a:p>
          </p:txBody>
        </p:sp>
        <p:sp>
          <p:nvSpPr>
            <p:cNvPr id="51" name="slot full"/>
            <p:cNvSpPr/>
            <p:nvPr/>
          </p:nvSpPr>
          <p:spPr>
            <a:xfrm>
              <a:off x="1911095" y="4593335"/>
              <a:ext cx="694944" cy="225552"/>
            </a:xfrm>
            <a:prstGeom prst="roundRect">
              <a:avLst>
                <a:gd name="adj" fmla="val 16216"/>
              </a:avLst>
            </a:prstGeom>
            <a:solidFill>
              <a:srgbClr val="C96F1B"/>
            </a:solidFill>
            <a:ln>
              <a:noFill/>
            </a:ln>
          </p:spPr>
          <p:txBody>
            <a:bodyPr rtlCol="0" anchor="ctr"/>
            <a:lstStyle/>
            <a:p>
              <a:pPr algn="ctr"/>
            </a:p>
          </p:txBody>
        </p:sp>
        <p:sp>
          <p:nvSpPr>
            <p:cNvPr id="52" name="slot full"/>
            <p:cNvSpPr/>
            <p:nvPr/>
          </p:nvSpPr>
          <p:spPr>
            <a:xfrm>
              <a:off x="2697479" y="4593335"/>
              <a:ext cx="694944" cy="225552"/>
            </a:xfrm>
            <a:prstGeom prst="roundRect">
              <a:avLst>
                <a:gd name="adj" fmla="val 16216"/>
              </a:avLst>
            </a:prstGeom>
            <a:solidFill>
              <a:srgbClr val="C96F1B"/>
            </a:solidFill>
            <a:ln>
              <a:noFill/>
            </a:ln>
          </p:spPr>
          <p:txBody>
            <a:bodyPr rtlCol="0" anchor="ctr"/>
            <a:lstStyle/>
            <a:p>
              <a:pPr algn="ctr"/>
            </a:p>
          </p:txBody>
        </p:sp>
        <p:sp>
          <p:nvSpPr>
            <p:cNvPr id="53" name="slot full"/>
            <p:cNvSpPr/>
            <p:nvPr/>
          </p:nvSpPr>
          <p:spPr>
            <a:xfrm>
              <a:off x="3483863" y="4593335"/>
              <a:ext cx="694944" cy="225552"/>
            </a:xfrm>
            <a:prstGeom prst="roundRect">
              <a:avLst>
                <a:gd name="adj" fmla="val 16216"/>
              </a:avLst>
            </a:prstGeom>
            <a:solidFill>
              <a:srgbClr val="C96F1B"/>
            </a:solidFill>
            <a:ln>
              <a:noFill/>
            </a:ln>
          </p:spPr>
          <p:txBody>
            <a:bodyPr rtlCol="0" anchor="ctr"/>
            <a:lstStyle/>
            <a:p>
              <a:pPr algn="ctr"/>
            </a:p>
          </p:txBody>
        </p:sp>
        <p:sp>
          <p:nvSpPr>
            <p:cNvPr id="54" name="number plate (blank)"/>
            <p:cNvSpPr/>
            <p:nvPr/>
          </p:nvSpPr>
          <p:spPr>
            <a:xfrm>
              <a:off x="1600200" y="3017520"/>
              <a:ext cx="822960" cy="384048"/>
            </a:xfrm>
            <a:prstGeom prst="roundRect">
              <a:avLst>
                <a:gd name="adj" fmla="val 19047"/>
              </a:avLst>
            </a:prstGeom>
            <a:solidFill>
              <a:srgbClr val="1B1D21"/>
            </a:solidFill>
            <a:ln w="25400">
              <a:solidFill>
                <a:srgbClr val="F28C28"/>
              </a:solidFill>
            </a:ln>
          </p:spPr>
          <p:txBody>
            <a:bodyPr rtlCol="0" anchor="ctr"/>
            <a:lstStyle/>
            <a:p>
              <a:pPr algn="ctr"/>
            </a:p>
          </p:txBody>
        </p:sp>
        <p:sp>
          <p:nvSpPr>
            <p:cNvPr id="55" name="digit bar"/>
            <p:cNvSpPr/>
            <p:nvPr/>
          </p:nvSpPr>
          <p:spPr>
            <a:xfrm>
              <a:off x="1764792" y="3132734"/>
              <a:ext cx="115214" cy="153619"/>
            </a:xfrm>
            <a:prstGeom prst="rect">
              <a:avLst/>
            </a:prstGeom>
            <a:solidFill>
              <a:srgbClr val="A9B0B8"/>
            </a:solidFill>
            <a:ln>
              <a:noFill/>
            </a:ln>
          </p:spPr>
          <p:txBody>
            <a:bodyPr rtlCol="0" anchor="ctr"/>
            <a:lstStyle/>
            <a:p>
              <a:pPr algn="ctr"/>
            </a:p>
          </p:txBody>
        </p:sp>
        <p:sp>
          <p:nvSpPr>
            <p:cNvPr id="56" name="digit bar"/>
            <p:cNvSpPr/>
            <p:nvPr/>
          </p:nvSpPr>
          <p:spPr>
            <a:xfrm>
              <a:off x="1945843" y="3132734"/>
              <a:ext cx="115214" cy="153619"/>
            </a:xfrm>
            <a:prstGeom prst="rect">
              <a:avLst/>
            </a:prstGeom>
            <a:solidFill>
              <a:srgbClr val="A9B0B8"/>
            </a:solidFill>
            <a:ln>
              <a:noFill/>
            </a:ln>
          </p:spPr>
          <p:txBody>
            <a:bodyPr rtlCol="0" anchor="ctr"/>
            <a:lstStyle/>
            <a:p>
              <a:pPr algn="ctr"/>
            </a:p>
          </p:txBody>
        </p:sp>
        <p:sp>
          <p:nvSpPr>
            <p:cNvPr id="57" name="digit bar"/>
            <p:cNvSpPr/>
            <p:nvPr/>
          </p:nvSpPr>
          <p:spPr>
            <a:xfrm>
              <a:off x="2126894" y="3132734"/>
              <a:ext cx="115214" cy="153619"/>
            </a:xfrm>
            <a:prstGeom prst="rect">
              <a:avLst/>
            </a:prstGeom>
            <a:solidFill>
              <a:srgbClr val="A9B0B8"/>
            </a:solidFill>
            <a:ln>
              <a:noFill/>
            </a:ln>
          </p:spPr>
          <p:txBody>
            <a:bodyPr rtlCol="0" anchor="ctr"/>
            <a:lstStyle/>
            <a:p>
              <a:pPr algn="ctr"/>
            </a:p>
          </p:txBody>
        </p:sp>
        <p:cxnSp>
          <p:nvCxnSpPr>
            <p:cNvPr id="58" name="return arrow"/>
            <p:cNvCxnSpPr/>
            <p:nvPr/>
          </p:nvCxnSpPr>
          <p:spPr>
            <a:xfrm>
              <a:off x="2011680" y="3419856"/>
              <a:ext cx="0" cy="493776"/>
            </a:xfrm>
            <a:prstGeom prst="line">
              <a:avLst/>
            </a:prstGeom>
            <a:ln w="38100">
              <a:solidFill>
                <a:srgbClr val="F28C28"/>
              </a:solidFill>
              <a:tailEnd type="triangle" w="med" len="med"/>
            </a:ln>
          </p:spPr>
        </p:cxnSp>
        <p:sp>
          <p:nvSpPr>
            <p:cNvPr id="59" name="pool label"/>
            <p:cNvSpPr txBox="1"/>
            <p:nvPr/>
          </p:nvSpPr>
          <p:spPr>
            <a:xfrm>
              <a:off x="914400" y="5074920"/>
              <a:ext cx="347472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Number pool</a:t>
              </a:r>
            </a:p>
          </p:txBody>
        </p:sp>
        <p:sp>
          <p:nvSpPr>
            <p:cNvPr id="60" name="full pool"/>
            <p:cNvSpPr/>
            <p:nvPr/>
          </p:nvSpPr>
          <p:spPr>
            <a:xfrm>
              <a:off x="6766560" y="1417320"/>
              <a:ext cx="3474720" cy="1280160"/>
            </a:xfrm>
            <a:prstGeom prst="roundRect">
              <a:avLst>
                <a:gd name="adj" fmla="val 7142"/>
              </a:avLst>
            </a:prstGeom>
            <a:solidFill>
              <a:srgbClr val="2B2F36"/>
            </a:solidFill>
            <a:ln w="25400">
              <a:solidFill>
                <a:srgbClr val="9AA0A6"/>
              </a:solidFill>
            </a:ln>
          </p:spPr>
          <p:txBody>
            <a:bodyPr rtlCol="0" anchor="ctr"/>
            <a:lstStyle/>
            <a:p>
              <a:pPr algn="ctr"/>
            </a:p>
          </p:txBody>
        </p:sp>
        <p:sp>
          <p:nvSpPr>
            <p:cNvPr id="61" name="slot full"/>
            <p:cNvSpPr/>
            <p:nvPr/>
          </p:nvSpPr>
          <p:spPr>
            <a:xfrm>
              <a:off x="6976872" y="1627632"/>
              <a:ext cx="694944" cy="225552"/>
            </a:xfrm>
            <a:prstGeom prst="roundRect">
              <a:avLst>
                <a:gd name="adj" fmla="val 16216"/>
              </a:avLst>
            </a:prstGeom>
            <a:solidFill>
              <a:srgbClr val="C96F1B"/>
            </a:solidFill>
            <a:ln>
              <a:noFill/>
            </a:ln>
          </p:spPr>
          <p:txBody>
            <a:bodyPr rtlCol="0" anchor="ctr"/>
            <a:lstStyle/>
            <a:p>
              <a:pPr algn="ctr"/>
            </a:p>
          </p:txBody>
        </p:sp>
        <p:sp>
          <p:nvSpPr>
            <p:cNvPr id="62" name="slot full"/>
            <p:cNvSpPr/>
            <p:nvPr/>
          </p:nvSpPr>
          <p:spPr>
            <a:xfrm>
              <a:off x="7763256" y="1627632"/>
              <a:ext cx="694944" cy="225552"/>
            </a:xfrm>
            <a:prstGeom prst="roundRect">
              <a:avLst>
                <a:gd name="adj" fmla="val 16216"/>
              </a:avLst>
            </a:prstGeom>
            <a:solidFill>
              <a:srgbClr val="C96F1B"/>
            </a:solidFill>
            <a:ln>
              <a:noFill/>
            </a:ln>
          </p:spPr>
          <p:txBody>
            <a:bodyPr rtlCol="0" anchor="ctr"/>
            <a:lstStyle/>
            <a:p>
              <a:pPr algn="ctr"/>
            </a:p>
          </p:txBody>
        </p:sp>
        <p:sp>
          <p:nvSpPr>
            <p:cNvPr id="63" name="slot full"/>
            <p:cNvSpPr/>
            <p:nvPr/>
          </p:nvSpPr>
          <p:spPr>
            <a:xfrm>
              <a:off x="8549640" y="1627632"/>
              <a:ext cx="694944" cy="225552"/>
            </a:xfrm>
            <a:prstGeom prst="roundRect">
              <a:avLst>
                <a:gd name="adj" fmla="val 16216"/>
              </a:avLst>
            </a:prstGeom>
            <a:solidFill>
              <a:srgbClr val="C96F1B"/>
            </a:solidFill>
            <a:ln>
              <a:noFill/>
            </a:ln>
          </p:spPr>
          <p:txBody>
            <a:bodyPr rtlCol="0" anchor="ctr"/>
            <a:lstStyle/>
            <a:p>
              <a:pPr algn="ctr"/>
            </a:p>
          </p:txBody>
        </p:sp>
        <p:sp>
          <p:nvSpPr>
            <p:cNvPr id="64" name="slot full"/>
            <p:cNvSpPr/>
            <p:nvPr/>
          </p:nvSpPr>
          <p:spPr>
            <a:xfrm>
              <a:off x="9336024" y="1627632"/>
              <a:ext cx="694944" cy="225552"/>
            </a:xfrm>
            <a:prstGeom prst="roundRect">
              <a:avLst>
                <a:gd name="adj" fmla="val 16216"/>
              </a:avLst>
            </a:prstGeom>
            <a:solidFill>
              <a:srgbClr val="C96F1B"/>
            </a:solidFill>
            <a:ln>
              <a:noFill/>
            </a:ln>
          </p:spPr>
          <p:txBody>
            <a:bodyPr rtlCol="0" anchor="ctr"/>
            <a:lstStyle/>
            <a:p>
              <a:pPr algn="ctr"/>
            </a:p>
          </p:txBody>
        </p:sp>
        <p:sp>
          <p:nvSpPr>
            <p:cNvPr id="65" name="slot full"/>
            <p:cNvSpPr/>
            <p:nvPr/>
          </p:nvSpPr>
          <p:spPr>
            <a:xfrm>
              <a:off x="6976872" y="1944623"/>
              <a:ext cx="694944" cy="225552"/>
            </a:xfrm>
            <a:prstGeom prst="roundRect">
              <a:avLst>
                <a:gd name="adj" fmla="val 16216"/>
              </a:avLst>
            </a:prstGeom>
            <a:solidFill>
              <a:srgbClr val="C96F1B"/>
            </a:solidFill>
            <a:ln>
              <a:noFill/>
            </a:ln>
          </p:spPr>
          <p:txBody>
            <a:bodyPr rtlCol="0" anchor="ctr"/>
            <a:lstStyle/>
            <a:p>
              <a:pPr algn="ctr"/>
            </a:p>
          </p:txBody>
        </p:sp>
        <p:sp>
          <p:nvSpPr>
            <p:cNvPr id="66" name="slot full"/>
            <p:cNvSpPr/>
            <p:nvPr/>
          </p:nvSpPr>
          <p:spPr>
            <a:xfrm>
              <a:off x="7763256" y="1944623"/>
              <a:ext cx="694944" cy="225552"/>
            </a:xfrm>
            <a:prstGeom prst="roundRect">
              <a:avLst>
                <a:gd name="adj" fmla="val 16216"/>
              </a:avLst>
            </a:prstGeom>
            <a:solidFill>
              <a:srgbClr val="C96F1B"/>
            </a:solidFill>
            <a:ln>
              <a:noFill/>
            </a:ln>
          </p:spPr>
          <p:txBody>
            <a:bodyPr rtlCol="0" anchor="ctr"/>
            <a:lstStyle/>
            <a:p>
              <a:pPr algn="ctr"/>
            </a:p>
          </p:txBody>
        </p:sp>
        <p:sp>
          <p:nvSpPr>
            <p:cNvPr id="67" name="slot full"/>
            <p:cNvSpPr/>
            <p:nvPr/>
          </p:nvSpPr>
          <p:spPr>
            <a:xfrm>
              <a:off x="8549640" y="1944623"/>
              <a:ext cx="694944" cy="225552"/>
            </a:xfrm>
            <a:prstGeom prst="roundRect">
              <a:avLst>
                <a:gd name="adj" fmla="val 16216"/>
              </a:avLst>
            </a:prstGeom>
            <a:solidFill>
              <a:srgbClr val="C96F1B"/>
            </a:solidFill>
            <a:ln>
              <a:noFill/>
            </a:ln>
          </p:spPr>
          <p:txBody>
            <a:bodyPr rtlCol="0" anchor="ctr"/>
            <a:lstStyle/>
            <a:p>
              <a:pPr algn="ctr"/>
            </a:p>
          </p:txBody>
        </p:sp>
        <p:sp>
          <p:nvSpPr>
            <p:cNvPr id="68" name="slot full"/>
            <p:cNvSpPr/>
            <p:nvPr/>
          </p:nvSpPr>
          <p:spPr>
            <a:xfrm>
              <a:off x="9336024" y="1944623"/>
              <a:ext cx="694944" cy="225552"/>
            </a:xfrm>
            <a:prstGeom prst="roundRect">
              <a:avLst>
                <a:gd name="adj" fmla="val 16216"/>
              </a:avLst>
            </a:prstGeom>
            <a:solidFill>
              <a:srgbClr val="C96F1B"/>
            </a:solidFill>
            <a:ln>
              <a:noFill/>
            </a:ln>
          </p:spPr>
          <p:txBody>
            <a:bodyPr rtlCol="0" anchor="ctr"/>
            <a:lstStyle/>
            <a:p>
              <a:pPr algn="ctr"/>
            </a:p>
          </p:txBody>
        </p:sp>
        <p:sp>
          <p:nvSpPr>
            <p:cNvPr id="69" name="slot full"/>
            <p:cNvSpPr/>
            <p:nvPr/>
          </p:nvSpPr>
          <p:spPr>
            <a:xfrm>
              <a:off x="6976872" y="2261616"/>
              <a:ext cx="694944" cy="225552"/>
            </a:xfrm>
            <a:prstGeom prst="roundRect">
              <a:avLst>
                <a:gd name="adj" fmla="val 16216"/>
              </a:avLst>
            </a:prstGeom>
            <a:solidFill>
              <a:srgbClr val="C96F1B"/>
            </a:solidFill>
            <a:ln>
              <a:noFill/>
            </a:ln>
          </p:spPr>
          <p:txBody>
            <a:bodyPr rtlCol="0" anchor="ctr"/>
            <a:lstStyle/>
            <a:p>
              <a:pPr algn="ctr"/>
            </a:p>
          </p:txBody>
        </p:sp>
        <p:sp>
          <p:nvSpPr>
            <p:cNvPr id="70" name="slot full"/>
            <p:cNvSpPr/>
            <p:nvPr/>
          </p:nvSpPr>
          <p:spPr>
            <a:xfrm>
              <a:off x="7763256" y="2261616"/>
              <a:ext cx="694944" cy="225552"/>
            </a:xfrm>
            <a:prstGeom prst="roundRect">
              <a:avLst>
                <a:gd name="adj" fmla="val 16216"/>
              </a:avLst>
            </a:prstGeom>
            <a:solidFill>
              <a:srgbClr val="C96F1B"/>
            </a:solidFill>
            <a:ln>
              <a:noFill/>
            </a:ln>
          </p:spPr>
          <p:txBody>
            <a:bodyPr rtlCol="0" anchor="ctr"/>
            <a:lstStyle/>
            <a:p>
              <a:pPr algn="ctr"/>
            </a:p>
          </p:txBody>
        </p:sp>
        <p:sp>
          <p:nvSpPr>
            <p:cNvPr id="71" name="slot full"/>
            <p:cNvSpPr/>
            <p:nvPr/>
          </p:nvSpPr>
          <p:spPr>
            <a:xfrm>
              <a:off x="8549640" y="2261616"/>
              <a:ext cx="694944" cy="225552"/>
            </a:xfrm>
            <a:prstGeom prst="roundRect">
              <a:avLst>
                <a:gd name="adj" fmla="val 16216"/>
              </a:avLst>
            </a:prstGeom>
            <a:solidFill>
              <a:srgbClr val="C96F1B"/>
            </a:solidFill>
            <a:ln>
              <a:noFill/>
            </a:ln>
          </p:spPr>
          <p:txBody>
            <a:bodyPr rtlCol="0" anchor="ctr"/>
            <a:lstStyle/>
            <a:p>
              <a:pPr algn="ctr"/>
            </a:p>
          </p:txBody>
        </p:sp>
        <p:sp>
          <p:nvSpPr>
            <p:cNvPr id="72" name="slot full"/>
            <p:cNvSpPr/>
            <p:nvPr/>
          </p:nvSpPr>
          <p:spPr>
            <a:xfrm>
              <a:off x="9336024" y="2261616"/>
              <a:ext cx="694944" cy="225552"/>
            </a:xfrm>
            <a:prstGeom prst="roundRect">
              <a:avLst>
                <a:gd name="adj" fmla="val 16216"/>
              </a:avLst>
            </a:prstGeom>
            <a:solidFill>
              <a:srgbClr val="C96F1B"/>
            </a:solidFill>
            <a:ln>
              <a:noFill/>
            </a:ln>
          </p:spPr>
          <p:txBody>
            <a:bodyPr rtlCol="0" anchor="ctr"/>
            <a:lstStyle/>
            <a:p>
              <a:pPr algn="ctr"/>
            </a:p>
          </p:txBody>
        </p:sp>
        <p:sp>
          <p:nvSpPr>
            <p:cNvPr id="73" name="pool label"/>
            <p:cNvSpPr txBox="1"/>
            <p:nvPr/>
          </p:nvSpPr>
          <p:spPr>
            <a:xfrm>
              <a:off x="6766560" y="2743200"/>
              <a:ext cx="3474720" cy="329184"/>
            </a:xfrm>
            <a:prstGeom prst="rect">
              <a:avLst/>
            </a:prstGeom>
            <a:noFill/>
          </p:spPr>
          <p:txBody>
            <a:bodyPr wrap="square" anchor="ctr" lIns="18288" tIns="9144" rIns="18288" bIns="9144">
              <a:noAutofit/>
            </a:bodyPr>
            <a:lstStyle/>
            <a:p>
              <a:pPr algn="ctr"/>
              <a:r>
                <a:rPr sz="1800" b="1" i="0" lang="en-GB">
                  <a:solidFill>
                    <a:srgbClr val="F2F2F2"/>
                  </a:solidFill>
                  <a:latin typeface="Arial"/>
                </a:rPr>
                <a:t>Pool full</a:t>
              </a:r>
            </a:p>
          </p:txBody>
        </p:sp>
        <p:cxnSp>
          <p:nvCxnSpPr>
            <p:cNvPr id="74" name="overflow arrow"/>
            <p:cNvCxnSpPr/>
            <p:nvPr/>
          </p:nvCxnSpPr>
          <p:spPr>
            <a:xfrm>
              <a:off x="8503920" y="3154680"/>
              <a:ext cx="0" cy="457200"/>
            </a:xfrm>
            <a:prstGeom prst="line">
              <a:avLst/>
            </a:prstGeom>
            <a:ln w="38100">
              <a:solidFill>
                <a:srgbClr val="F28C28"/>
              </a:solidFill>
              <a:tailEnd type="triangle" w="med" len="med"/>
            </a:ln>
          </p:spPr>
        </p:cxnSp>
        <p:sp>
          <p:nvSpPr>
            <p:cNvPr id="75" name="number plate"/>
            <p:cNvSpPr/>
            <p:nvPr/>
          </p:nvSpPr>
          <p:spPr>
            <a:xfrm>
              <a:off x="7315200" y="3657600"/>
              <a:ext cx="2377440" cy="777240"/>
            </a:xfrm>
            <a:prstGeom prst="roundRect">
              <a:avLst>
                <a:gd name="adj" fmla="val 9411"/>
              </a:avLst>
            </a:prstGeom>
            <a:solidFill>
              <a:srgbClr val="1B1D21"/>
            </a:solidFill>
            <a:ln w="28575">
              <a:solidFill>
                <a:srgbClr val="F2C14E"/>
              </a:solidFill>
            </a:ln>
          </p:spPr>
          <p:txBody>
            <a:bodyPr rtlCol="0" anchor="ctr" wrap="square" lIns="27432" tIns="0" rIns="27432" bIns="0">
              <a:noAutofit/>
            </a:bodyPr>
            <a:lstStyle/>
            <a:p>
              <a:pPr algn="ctr"/>
              <a:r>
                <a:rPr sz="3200" b="1" i="0" lang="en-GB">
                  <a:solidFill>
                    <a:srgbClr val="F2F2F2"/>
                  </a:solidFill>
                  <a:latin typeface="Arial"/>
                </a:rPr>
                <a:t>X-00001</a:t>
              </a:r>
            </a:p>
          </p:txBody>
        </p:sp>
        <p:sp>
          <p:nvSpPr>
            <p:cNvPr id="76" name="plate label"/>
            <p:cNvSpPr txBox="1"/>
            <p:nvPr/>
          </p:nvSpPr>
          <p:spPr>
            <a:xfrm>
              <a:off x="9875520" y="3657600"/>
              <a:ext cx="1737360" cy="777240"/>
            </a:xfrm>
            <a:prstGeom prst="rect">
              <a:avLst/>
            </a:prstGeom>
            <a:noFill/>
          </p:spPr>
          <p:txBody>
            <a:bodyPr wrap="square" anchor="ctr" lIns="18288" tIns="9144" rIns="18288" bIns="9144">
              <a:noAutofit/>
            </a:bodyPr>
            <a:lstStyle/>
            <a:p>
              <a:pPr algn="l"/>
              <a:r>
                <a:rPr sz="1800" b="1" i="0" lang="en-GB">
                  <a:solidFill>
                    <a:srgbClr val="F2F2F2"/>
                  </a:solidFill>
                  <a:latin typeface="Arial"/>
                </a:rPr>
                <a:t>Overflow</a:t>
              </a:r>
            </a:p>
          </p:txBody>
        </p:sp>
        <p:sp>
          <p:nvSpPr>
            <p:cNvPr id="77" name="example label"/>
            <p:cNvSpPr txBox="1"/>
            <p:nvPr/>
          </p:nvSpPr>
          <p:spPr>
            <a:xfrm>
              <a:off x="7315200" y="4480560"/>
              <a:ext cx="2377440" cy="274320"/>
            </a:xfrm>
            <a:prstGeom prst="rect">
              <a:avLst/>
            </a:prstGeom>
            <a:noFill/>
          </p:spPr>
          <p:txBody>
            <a:bodyPr wrap="square" anchor="ctr" lIns="18288" tIns="9144" rIns="18288" bIns="9144">
              <a:noAutofit/>
            </a:bodyPr>
            <a:lstStyle/>
            <a:p>
              <a:pPr algn="ctr"/>
              <a:r>
                <a:rPr sz="1400" b="0" i="0" lang="en-GB">
                  <a:solidFill>
                    <a:srgbClr val="A9B0B8"/>
                  </a:solidFill>
                  <a:latin typeface="Arial"/>
                </a:rPr>
                <a:t>Example only</a:t>
              </a:r>
            </a:p>
          </p:txBody>
        </p:sp>
      </p:grpSp>
      <p:sp>
        <p:nvSpPr>
          <p:cNvPr id="78" name="ICHIP"/>
          <p:cNvSpPr/>
          <p:nvPr/>
        </p:nvSpPr>
        <p:spPr>
          <a:xfrm>
            <a:off x="7315200" y="4937760"/>
            <a:ext cx="1911221"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Format: undecided</a:t>
            </a:r>
          </a:p>
        </p:txBody>
      </p:sp>
      <p:sp>
        <p:nvSpPr>
          <p:cNvPr id="7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80"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81" name="CAPTION"/>
          <p:cNvSpPr txBox="1"/>
          <p:nvPr/>
        </p:nvSpPr>
        <p:spPr>
          <a:xfrm>
            <a:off x="822960" y="5760720"/>
            <a:ext cx="886968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dismantled engine's number goes back to the pool. If a pool is full, a clearly modern number is used.</a:t>
            </a:r>
          </a:p>
        </p:txBody>
      </p:sp>
      <p:sp>
        <p:nvSpPr>
          <p:cNvPr id="82"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Renumber by hand</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Unlock card and number editor" descr="A shop-style unlock card for renumbering, with an Unlock button and no price, and a number editor mock. The scheme part of the number is greyed with a padlock, your digits are editable, and a red message says Already used. The number is an example only."/>
          <p:cNvGrpSpPr/>
          <p:nvPr/>
        </p:nvGrpSpPr>
        <p:grpSpPr>
          <a:xfrm>
            <a:off x="548640" y="1371600"/>
            <a:ext cx="11091672" cy="3383280"/>
            <a:chOff x="548640" y="1371600"/>
            <a:chExt cx="11091672" cy="3383280"/>
          </a:xfrm>
        </p:grpSpPr>
        <p:sp>
          <p:nvSpPr>
            <p:cNvPr id="5" name="unlock card"/>
            <p:cNvSpPr/>
            <p:nvPr/>
          </p:nvSpPr>
          <p:spPr>
            <a:xfrm>
              <a:off x="548640" y="1371600"/>
              <a:ext cx="4206240" cy="3383280"/>
            </a:xfrm>
            <a:prstGeom prst="roundRect">
              <a:avLst>
                <a:gd name="adj" fmla="val 3243"/>
              </a:avLst>
            </a:prstGeom>
            <a:solidFill>
              <a:srgbClr val="2B2F36"/>
            </a:solidFill>
            <a:ln w="31750">
              <a:solidFill>
                <a:srgbClr val="F28C28"/>
              </a:solidFill>
            </a:ln>
          </p:spPr>
          <p:txBody>
            <a:bodyPr rtlCol="0" anchor="ctr"/>
            <a:lstStyle/>
            <a:p>
              <a:pPr algn="ctr"/>
            </a:p>
          </p:txBody>
        </p:sp>
        <p:sp>
          <p:nvSpPr>
            <p:cNvPr id="6" name="unlock header"/>
            <p:cNvSpPr/>
            <p:nvPr/>
          </p:nvSpPr>
          <p:spPr>
            <a:xfrm>
              <a:off x="603504" y="1426464"/>
              <a:ext cx="4096512" cy="603504"/>
            </a:xfrm>
            <a:prstGeom prst="roundRect">
              <a:avLst>
                <a:gd name="adj" fmla="val 12121"/>
              </a:avLst>
            </a:prstGeom>
            <a:solidFill>
              <a:srgbClr val="343A43"/>
            </a:solidFill>
            <a:ln>
              <a:noFill/>
            </a:ln>
          </p:spPr>
          <p:txBody>
            <a:bodyPr rtlCol="0" anchor="ctr"/>
            <a:lstStyle/>
            <a:p>
              <a:pPr algn="ctr"/>
            </a:p>
          </p:txBody>
        </p:sp>
        <p:sp>
          <p:nvSpPr>
            <p:cNvPr id="7" name="unlock title"/>
            <p:cNvSpPr txBox="1"/>
            <p:nvPr/>
          </p:nvSpPr>
          <p:spPr>
            <a:xfrm>
              <a:off x="822960" y="1426464"/>
              <a:ext cx="3657600" cy="603504"/>
            </a:xfrm>
            <a:prstGeom prst="rect">
              <a:avLst/>
            </a:prstGeom>
            <a:noFill/>
          </p:spPr>
          <p:txBody>
            <a:bodyPr wrap="square" anchor="ctr" lIns="18288" tIns="9144" rIns="18288" bIns="9144">
              <a:noAutofit/>
            </a:bodyPr>
            <a:lstStyle/>
            <a:p>
              <a:pPr algn="l"/>
              <a:r>
                <a:rPr sz="2000" b="1" i="0" lang="en-GB">
                  <a:solidFill>
                    <a:srgbClr val="F2F2F2"/>
                  </a:solidFill>
                  <a:latin typeface="Arial"/>
                </a:rPr>
                <a:t>Renumber unlock</a:t>
              </a:r>
            </a:p>
          </p:txBody>
        </p:sp>
        <p:sp>
          <p:nvSpPr>
            <p:cNvPr id="8" name="unlock icon disc"/>
            <p:cNvSpPr/>
            <p:nvPr/>
          </p:nvSpPr>
          <p:spPr>
            <a:xfrm>
              <a:off x="1737360" y="2240280"/>
              <a:ext cx="1828800" cy="1554480"/>
            </a:xfrm>
            <a:prstGeom prst="ellipse">
              <a:avLst/>
            </a:prstGeom>
            <a:solidFill>
              <a:srgbClr val="1E2126"/>
            </a:solidFill>
            <a:ln w="31750">
              <a:solidFill>
                <a:srgbClr val="F28C28"/>
              </a:solidFill>
            </a:ln>
          </p:spPr>
          <p:txBody>
            <a:bodyPr rtlCol="0" anchor="ctr"/>
            <a:lstStyle/>
            <a:p>
              <a:pPr algn="ctr"/>
            </a:p>
          </p:txBody>
        </p:sp>
        <p:sp>
          <p:nvSpPr>
            <p:cNvPr id="9" name="number plate (blank)"/>
            <p:cNvSpPr/>
            <p:nvPr/>
          </p:nvSpPr>
          <p:spPr>
            <a:xfrm>
              <a:off x="2011680" y="2880360"/>
              <a:ext cx="1280160" cy="548640"/>
            </a:xfrm>
            <a:prstGeom prst="roundRect">
              <a:avLst>
                <a:gd name="adj" fmla="val 13333"/>
              </a:avLst>
            </a:prstGeom>
            <a:solidFill>
              <a:srgbClr val="1B1D21"/>
            </a:solidFill>
            <a:ln w="25400">
              <a:solidFill>
                <a:srgbClr val="F28C28"/>
              </a:solidFill>
            </a:ln>
          </p:spPr>
          <p:txBody>
            <a:bodyPr rtlCol="0" anchor="ctr"/>
            <a:lstStyle/>
            <a:p>
              <a:pPr algn="ctr"/>
            </a:p>
          </p:txBody>
        </p:sp>
        <p:sp>
          <p:nvSpPr>
            <p:cNvPr id="10" name="digit bar"/>
            <p:cNvSpPr/>
            <p:nvPr/>
          </p:nvSpPr>
          <p:spPr>
            <a:xfrm>
              <a:off x="2267712" y="3044952"/>
              <a:ext cx="179222" cy="219456"/>
            </a:xfrm>
            <a:prstGeom prst="rect">
              <a:avLst/>
            </a:prstGeom>
            <a:solidFill>
              <a:srgbClr val="A9B0B8"/>
            </a:solidFill>
            <a:ln>
              <a:noFill/>
            </a:ln>
          </p:spPr>
          <p:txBody>
            <a:bodyPr rtlCol="0" anchor="ctr"/>
            <a:lstStyle/>
            <a:p>
              <a:pPr algn="ctr"/>
            </a:p>
          </p:txBody>
        </p:sp>
        <p:sp>
          <p:nvSpPr>
            <p:cNvPr id="11" name="digit bar"/>
            <p:cNvSpPr/>
            <p:nvPr/>
          </p:nvSpPr>
          <p:spPr>
            <a:xfrm>
              <a:off x="2549347" y="3044952"/>
              <a:ext cx="179222" cy="219456"/>
            </a:xfrm>
            <a:prstGeom prst="rect">
              <a:avLst/>
            </a:prstGeom>
            <a:solidFill>
              <a:srgbClr val="A9B0B8"/>
            </a:solidFill>
            <a:ln>
              <a:noFill/>
            </a:ln>
          </p:spPr>
          <p:txBody>
            <a:bodyPr rtlCol="0" anchor="ctr"/>
            <a:lstStyle/>
            <a:p>
              <a:pPr algn="ctr"/>
            </a:p>
          </p:txBody>
        </p:sp>
        <p:sp>
          <p:nvSpPr>
            <p:cNvPr id="12" name="digit bar"/>
            <p:cNvSpPr/>
            <p:nvPr/>
          </p:nvSpPr>
          <p:spPr>
            <a:xfrm>
              <a:off x="2830982" y="3044952"/>
              <a:ext cx="179222" cy="219456"/>
            </a:xfrm>
            <a:prstGeom prst="rect">
              <a:avLst/>
            </a:prstGeom>
            <a:solidFill>
              <a:srgbClr val="A9B0B8"/>
            </a:solidFill>
            <a:ln>
              <a:noFill/>
            </a:ln>
          </p:spPr>
          <p:txBody>
            <a:bodyPr rtlCol="0" anchor="ctr"/>
            <a:lstStyle/>
            <a:p>
              <a:pPr algn="ctr"/>
            </a:p>
          </p:txBody>
        </p:sp>
        <p:sp>
          <p:nvSpPr>
            <p:cNvPr id="13" name="pencil body"/>
            <p:cNvSpPr/>
            <p:nvPr/>
          </p:nvSpPr>
          <p:spPr>
            <a:xfrm>
              <a:off x="2763316" y="2331720"/>
              <a:ext cx="482804" cy="482803"/>
            </a:xfrm>
            <a:custGeom>
              <a:avLst/>
              <a:gdLst/>
              <a:ahLst/>
              <a:cxnLst/>
              <a:rect l="l" t="t" r="r" b="b"/>
              <a:pathLst>
                <a:path w="482804" h="482803">
                  <a:moveTo>
                    <a:pt x="352044" y="0"/>
                  </a:moveTo>
                  <a:lnTo>
                    <a:pt x="482804" y="130759"/>
                  </a:lnTo>
                  <a:lnTo>
                    <a:pt x="130760" y="482803"/>
                  </a:lnTo>
                  <a:lnTo>
                    <a:pt x="0" y="352043"/>
                  </a:lnTo>
                  <a:close/>
                </a:path>
              </a:pathLst>
            </a:custGeom>
            <a:solidFill>
              <a:srgbClr val="F2C14E"/>
            </a:solidFill>
            <a:ln>
              <a:noFill/>
            </a:ln>
          </p:spPr>
          <p:txBody>
            <a:bodyPr rtlCol="0" anchor="ctr"/>
            <a:lstStyle/>
            <a:p>
              <a:pPr algn="ctr"/>
            </a:p>
          </p:txBody>
        </p:sp>
        <p:sp>
          <p:nvSpPr>
            <p:cNvPr id="14" name="pencil tip"/>
            <p:cNvSpPr/>
            <p:nvPr/>
          </p:nvSpPr>
          <p:spPr>
            <a:xfrm>
              <a:off x="2743200" y="2683763"/>
              <a:ext cx="150876" cy="150876"/>
            </a:xfrm>
            <a:custGeom>
              <a:avLst/>
              <a:gdLst/>
              <a:ahLst/>
              <a:cxnLst/>
              <a:rect l="l" t="t" r="r" b="b"/>
              <a:pathLst>
                <a:path w="150876" h="150876">
                  <a:moveTo>
                    <a:pt x="20116" y="0"/>
                  </a:moveTo>
                  <a:lnTo>
                    <a:pt x="150876" y="130760"/>
                  </a:lnTo>
                  <a:lnTo>
                    <a:pt x="0" y="150876"/>
                  </a:lnTo>
                  <a:close/>
                </a:path>
              </a:pathLst>
            </a:custGeom>
            <a:solidFill>
              <a:srgbClr val="F2F2F2"/>
            </a:solidFill>
            <a:ln>
              <a:noFill/>
            </a:ln>
          </p:spPr>
          <p:txBody>
            <a:bodyPr rtlCol="0" anchor="ctr"/>
            <a:lstStyle/>
            <a:p>
              <a:pPr algn="ctr"/>
            </a:p>
          </p:txBody>
        </p:sp>
        <p:sp>
          <p:nvSpPr>
            <p:cNvPr id="15" name="unlock button"/>
            <p:cNvSpPr/>
            <p:nvPr/>
          </p:nvSpPr>
          <p:spPr>
            <a:xfrm>
              <a:off x="1097280" y="4023360"/>
              <a:ext cx="3108960" cy="566928"/>
            </a:xfrm>
            <a:prstGeom prst="roundRect">
              <a:avLst>
                <a:gd name="adj" fmla="val 50000"/>
              </a:avLst>
            </a:prstGeom>
            <a:solidFill>
              <a:srgbClr val="F28C28"/>
            </a:solidFill>
            <a:ln>
              <a:noFill/>
            </a:ln>
          </p:spPr>
          <p:txBody>
            <a:bodyPr rtlCol="0" anchor="ctr" wrap="square" lIns="54864" tIns="27432" rIns="54864" bIns="27432">
              <a:noAutofit/>
            </a:bodyPr>
            <a:lstStyle/>
            <a:p>
              <a:pPr algn="ctr"/>
              <a:r>
                <a:rPr sz="2000" b="1" i="0" lang="en-GB">
                  <a:solidFill>
                    <a:srgbClr val="101418"/>
                  </a:solidFill>
                  <a:latin typeface="Arial"/>
                </a:rPr>
                <a:t>Unlock</a:t>
              </a:r>
            </a:p>
          </p:txBody>
        </p:sp>
        <p:cxnSp>
          <p:nvCxnSpPr>
            <p:cNvPr id="16" name="then arrow"/>
            <p:cNvCxnSpPr/>
            <p:nvPr/>
          </p:nvCxnSpPr>
          <p:spPr>
            <a:xfrm>
              <a:off x="4846320" y="3063240"/>
              <a:ext cx="548640" cy="0"/>
            </a:xfrm>
            <a:prstGeom prst="line">
              <a:avLst/>
            </a:prstGeom>
            <a:ln w="38100">
              <a:solidFill>
                <a:srgbClr val="F28C28"/>
              </a:solidFill>
              <a:tailEnd type="triangle" w="med" len="med"/>
            </a:ln>
          </p:spPr>
        </p:cxnSp>
        <p:sp>
          <p:nvSpPr>
            <p:cNvPr id="17" name="editor panel"/>
            <p:cNvSpPr/>
            <p:nvPr/>
          </p:nvSpPr>
          <p:spPr>
            <a:xfrm>
              <a:off x="5486400" y="1371600"/>
              <a:ext cx="6153912" cy="3383280"/>
            </a:xfrm>
            <a:prstGeom prst="roundRect">
              <a:avLst>
                <a:gd name="adj" fmla="val 3243"/>
              </a:avLst>
            </a:prstGeom>
            <a:solidFill>
              <a:srgbClr val="2B2F36"/>
            </a:solidFill>
            <a:ln w="19050">
              <a:solidFill>
                <a:srgbClr val="4A515B"/>
              </a:solidFill>
            </a:ln>
          </p:spPr>
          <p:txBody>
            <a:bodyPr rtlCol="0" anchor="ctr"/>
            <a:lstStyle/>
            <a:p>
              <a:pPr algn="ctr"/>
            </a:p>
          </p:txBody>
        </p:sp>
        <p:sp>
          <p:nvSpPr>
            <p:cNvPr id="18" name="editor header"/>
            <p:cNvSpPr/>
            <p:nvPr/>
          </p:nvSpPr>
          <p:spPr>
            <a:xfrm>
              <a:off x="5541264" y="1426464"/>
              <a:ext cx="6044184" cy="603504"/>
            </a:xfrm>
            <a:prstGeom prst="roundRect">
              <a:avLst>
                <a:gd name="adj" fmla="val 12121"/>
              </a:avLst>
            </a:prstGeom>
            <a:solidFill>
              <a:srgbClr val="343A43"/>
            </a:solidFill>
            <a:ln>
              <a:noFill/>
            </a:ln>
          </p:spPr>
          <p:txBody>
            <a:bodyPr rtlCol="0" anchor="ctr"/>
            <a:lstStyle/>
            <a:p>
              <a:pPr algn="ctr"/>
            </a:p>
          </p:txBody>
        </p:sp>
        <p:sp>
          <p:nvSpPr>
            <p:cNvPr id="19" name="editor title"/>
            <p:cNvSpPr txBox="1"/>
            <p:nvPr/>
          </p:nvSpPr>
          <p:spPr>
            <a:xfrm>
              <a:off x="5760720" y="1426464"/>
              <a:ext cx="2743200" cy="603504"/>
            </a:xfrm>
            <a:prstGeom prst="rect">
              <a:avLst/>
            </a:prstGeom>
            <a:noFill/>
          </p:spPr>
          <p:txBody>
            <a:bodyPr wrap="square" anchor="ctr" lIns="18288" tIns="9144" rIns="18288" bIns="9144">
              <a:noAutofit/>
            </a:bodyPr>
            <a:lstStyle/>
            <a:p>
              <a:pPr algn="l"/>
              <a:r>
                <a:rPr sz="2000" b="1" i="0" lang="en-GB">
                  <a:solidFill>
                    <a:srgbClr val="F2F2F2"/>
                  </a:solidFill>
                  <a:latin typeface="Arial"/>
                </a:rPr>
                <a:t>Edit number</a:t>
              </a:r>
            </a:p>
          </p:txBody>
        </p:sp>
        <p:sp>
          <p:nvSpPr>
            <p:cNvPr id="20" name="example label"/>
            <p:cNvSpPr txBox="1"/>
            <p:nvPr/>
          </p:nvSpPr>
          <p:spPr>
            <a:xfrm>
              <a:off x="9235440" y="1426464"/>
              <a:ext cx="2194560" cy="603504"/>
            </a:xfrm>
            <a:prstGeom prst="rect">
              <a:avLst/>
            </a:prstGeom>
            <a:noFill/>
          </p:spPr>
          <p:txBody>
            <a:bodyPr wrap="square" anchor="ctr" lIns="18288" tIns="9144" rIns="18288" bIns="9144">
              <a:noAutofit/>
            </a:bodyPr>
            <a:lstStyle/>
            <a:p>
              <a:pPr algn="r"/>
              <a:r>
                <a:rPr sz="1400" b="0" i="0" lang="en-GB">
                  <a:solidFill>
                    <a:srgbClr val="A9B0B8"/>
                  </a:solidFill>
                  <a:latin typeface="Arial"/>
                </a:rPr>
                <a:t>Example only</a:t>
              </a:r>
            </a:p>
          </p:txBody>
        </p:sp>
        <p:sp>
          <p:nvSpPr>
            <p:cNvPr id="21" name="scheme part (locked)"/>
            <p:cNvSpPr/>
            <p:nvPr/>
          </p:nvSpPr>
          <p:spPr>
            <a:xfrm>
              <a:off x="5852160" y="2377440"/>
              <a:ext cx="1920240" cy="1097280"/>
            </a:xfrm>
            <a:prstGeom prst="roundRect">
              <a:avLst>
                <a:gd name="adj" fmla="val 8333"/>
              </a:avLst>
            </a:prstGeom>
            <a:solidFill>
              <a:srgbClr val="3A3F47"/>
            </a:solidFill>
            <a:ln w="25400">
              <a:solidFill>
                <a:srgbClr val="A9B0B8"/>
              </a:solidFill>
              <a:prstDash val="dash"/>
            </a:ln>
          </p:spPr>
          <p:txBody>
            <a:bodyPr rtlCol="0" anchor="ctr" wrap="square" lIns="54864" tIns="27432" rIns="54864" bIns="27432">
              <a:noAutofit/>
            </a:bodyPr>
            <a:lstStyle/>
            <a:p>
              <a:pPr algn="ctr"/>
              <a:r>
                <a:rPr sz="4000" b="1" i="0" lang="en-GB">
                  <a:solidFill>
                    <a:srgbClr val="A9B0B8"/>
                  </a:solidFill>
                  <a:latin typeface="Arial"/>
                </a:rPr>
                <a:t>47</a:t>
              </a:r>
            </a:p>
          </p:txBody>
        </p:sp>
        <p:sp>
          <p:nvSpPr>
            <p:cNvPr id="22" name="padlock shackle"/>
            <p:cNvSpPr/>
            <p:nvPr/>
          </p:nvSpPr>
          <p:spPr>
            <a:xfrm>
              <a:off x="7381219" y="2259665"/>
              <a:ext cx="215433" cy="125090"/>
            </a:xfrm>
            <a:custGeom>
              <a:avLst/>
              <a:gdLst/>
              <a:ahLst/>
              <a:cxnLst/>
              <a:rect l="l" t="t" r="r" b="b"/>
              <a:pathLst>
                <a:path w="215433" h="125090">
                  <a:moveTo>
                    <a:pt x="0" y="125090"/>
                  </a:moveTo>
                  <a:lnTo>
                    <a:pt x="0" y="107716"/>
                  </a:lnTo>
                  <a:lnTo>
                    <a:pt x="2701" y="83747"/>
                  </a:lnTo>
                  <a:lnTo>
                    <a:pt x="10667" y="60980"/>
                  </a:lnTo>
                  <a:lnTo>
                    <a:pt x="23500" y="40556"/>
                  </a:lnTo>
                  <a:lnTo>
                    <a:pt x="40556" y="23500"/>
                  </a:lnTo>
                  <a:lnTo>
                    <a:pt x="60980" y="10667"/>
                  </a:lnTo>
                  <a:lnTo>
                    <a:pt x="83747" y="2700"/>
                  </a:lnTo>
                  <a:lnTo>
                    <a:pt x="107717" y="0"/>
                  </a:lnTo>
                  <a:lnTo>
                    <a:pt x="131686" y="2700"/>
                  </a:lnTo>
                  <a:lnTo>
                    <a:pt x="154453" y="10667"/>
                  </a:lnTo>
                  <a:lnTo>
                    <a:pt x="174877" y="23500"/>
                  </a:lnTo>
                  <a:lnTo>
                    <a:pt x="191933" y="40556"/>
                  </a:lnTo>
                  <a:lnTo>
                    <a:pt x="204766" y="60980"/>
                  </a:lnTo>
                  <a:lnTo>
                    <a:pt x="212732" y="83747"/>
                  </a:lnTo>
                  <a:lnTo>
                    <a:pt x="215433" y="107716"/>
                  </a:lnTo>
                  <a:lnTo>
                    <a:pt x="215433" y="125090"/>
                  </a:lnTo>
                </a:path>
              </a:pathLst>
            </a:custGeom>
            <a:noFill/>
            <a:ln w="31750">
              <a:solidFill>
                <a:srgbClr val="F2C14E"/>
              </a:solidFill>
            </a:ln>
          </p:spPr>
          <p:txBody>
            <a:bodyPr rtlCol="0" anchor="ctr"/>
            <a:lstStyle/>
            <a:p>
              <a:pPr algn="ctr"/>
            </a:p>
          </p:txBody>
        </p:sp>
        <p:sp>
          <p:nvSpPr>
            <p:cNvPr id="23" name="padlock body"/>
            <p:cNvSpPr/>
            <p:nvPr/>
          </p:nvSpPr>
          <p:spPr>
            <a:xfrm>
              <a:off x="7315200" y="2367381"/>
              <a:ext cx="347472" cy="277977"/>
            </a:xfrm>
            <a:prstGeom prst="roundRect">
              <a:avLst>
                <a:gd name="adj" fmla="val 6250"/>
              </a:avLst>
            </a:prstGeom>
            <a:solidFill>
              <a:srgbClr val="F2C14E"/>
            </a:solidFill>
            <a:ln>
              <a:noFill/>
            </a:ln>
          </p:spPr>
          <p:txBody>
            <a:bodyPr rtlCol="0" anchor="ctr"/>
            <a:lstStyle/>
            <a:p>
              <a:pPr algn="ctr"/>
            </a:p>
          </p:txBody>
        </p:sp>
        <p:sp>
          <p:nvSpPr>
            <p:cNvPr id="24" name="padlock keyhole"/>
            <p:cNvSpPr/>
            <p:nvPr/>
          </p:nvSpPr>
          <p:spPr>
            <a:xfrm>
              <a:off x="7464612" y="2454249"/>
              <a:ext cx="48646" cy="48646"/>
            </a:xfrm>
            <a:prstGeom prst="ellipse">
              <a:avLst/>
            </a:prstGeom>
            <a:solidFill>
              <a:srgbClr val="101418"/>
            </a:solidFill>
            <a:ln>
              <a:noFill/>
            </a:ln>
          </p:spPr>
          <p:txBody>
            <a:bodyPr rtlCol="0" anchor="ctr"/>
            <a:lstStyle/>
            <a:p>
              <a:pPr algn="ctr"/>
            </a:p>
          </p:txBody>
        </p:sp>
        <p:sp>
          <p:nvSpPr>
            <p:cNvPr id="25" name="padlock keyhole slot"/>
            <p:cNvSpPr/>
            <p:nvPr/>
          </p:nvSpPr>
          <p:spPr>
            <a:xfrm>
              <a:off x="7478511" y="2488996"/>
              <a:ext cx="20848" cy="69494"/>
            </a:xfrm>
            <a:prstGeom prst="rect">
              <a:avLst/>
            </a:prstGeom>
            <a:solidFill>
              <a:srgbClr val="101418"/>
            </a:solidFill>
            <a:ln>
              <a:noFill/>
            </a:ln>
          </p:spPr>
          <p:txBody>
            <a:bodyPr rtlCol="0" anchor="ctr"/>
            <a:lstStyle/>
            <a:p>
              <a:pPr algn="ctr"/>
            </a:p>
          </p:txBody>
        </p:sp>
        <p:sp>
          <p:nvSpPr>
            <p:cNvPr id="26" name="your digits (editable)"/>
            <p:cNvSpPr/>
            <p:nvPr/>
          </p:nvSpPr>
          <p:spPr>
            <a:xfrm>
              <a:off x="7909560" y="2377440"/>
              <a:ext cx="3383280" cy="1097280"/>
            </a:xfrm>
            <a:prstGeom prst="roundRect">
              <a:avLst>
                <a:gd name="adj" fmla="val 8333"/>
              </a:avLst>
            </a:prstGeom>
            <a:solidFill>
              <a:srgbClr val="1B1D21"/>
            </a:solidFill>
            <a:ln w="38100">
              <a:solidFill>
                <a:srgbClr val="F28C28"/>
              </a:solidFill>
            </a:ln>
          </p:spPr>
          <p:txBody>
            <a:bodyPr rtlCol="0" anchor="ctr" wrap="square" lIns="54864" tIns="27432" rIns="54864" bIns="27432">
              <a:noAutofit/>
            </a:bodyPr>
            <a:lstStyle/>
            <a:p>
              <a:pPr algn="ctr"/>
              <a:r>
                <a:rPr sz="4000" b="1" i="0" lang="en-GB">
                  <a:solidFill>
                    <a:srgbClr val="F2F2F2"/>
                  </a:solidFill>
                  <a:latin typeface="Arial"/>
                </a:rPr>
                <a:t>298</a:t>
              </a:r>
            </a:p>
          </p:txBody>
        </p:sp>
        <p:sp>
          <p:nvSpPr>
            <p:cNvPr id="27" name="text cursor"/>
            <p:cNvSpPr/>
            <p:nvPr/>
          </p:nvSpPr>
          <p:spPr>
            <a:xfrm>
              <a:off x="10287000" y="2578608"/>
              <a:ext cx="45720" cy="694944"/>
            </a:xfrm>
            <a:prstGeom prst="rect">
              <a:avLst/>
            </a:prstGeom>
            <a:solidFill>
              <a:srgbClr val="F28C28"/>
            </a:solidFill>
            <a:ln>
              <a:noFill/>
            </a:ln>
          </p:spPr>
          <p:txBody>
            <a:bodyPr rtlCol="0" anchor="ctr"/>
            <a:lstStyle/>
            <a:p>
              <a:pPr algn="ctr"/>
            </a:p>
          </p:txBody>
        </p:sp>
        <p:sp>
          <p:nvSpPr>
            <p:cNvPr id="28" name="error strip"/>
            <p:cNvSpPr/>
            <p:nvPr/>
          </p:nvSpPr>
          <p:spPr>
            <a:xfrm>
              <a:off x="5852160" y="3703320"/>
              <a:ext cx="5440680" cy="640080"/>
            </a:xfrm>
            <a:prstGeom prst="roundRect">
              <a:avLst>
                <a:gd name="adj" fmla="val 11428"/>
              </a:avLst>
            </a:prstGeom>
            <a:solidFill>
              <a:srgbClr val="4A1E21"/>
            </a:solidFill>
            <a:ln w="25400">
              <a:solidFill>
                <a:srgbClr val="E5484D"/>
              </a:solidFill>
            </a:ln>
          </p:spPr>
          <p:txBody>
            <a:bodyPr rtlCol="0" anchor="ctr"/>
            <a:lstStyle/>
            <a:p>
              <a:pPr algn="ctr"/>
            </a:p>
          </p:txBody>
        </p:sp>
        <p:cxnSp>
          <p:nvCxnSpPr>
            <p:cNvPr id="29" name="cross"/>
            <p:cNvCxnSpPr/>
            <p:nvPr/>
          </p:nvCxnSpPr>
          <p:spPr>
            <a:xfrm>
              <a:off x="6144768" y="3904488"/>
              <a:ext cx="237744" cy="237744"/>
            </a:xfrm>
            <a:prstGeom prst="line">
              <a:avLst/>
            </a:prstGeom>
            <a:ln w="57150">
              <a:solidFill>
                <a:srgbClr val="E5484D"/>
              </a:solidFill>
            </a:ln>
          </p:spPr>
        </p:cxnSp>
        <p:cxnSp>
          <p:nvCxnSpPr>
            <p:cNvPr id="30" name="cross"/>
            <p:cNvCxnSpPr/>
            <p:nvPr/>
          </p:nvCxnSpPr>
          <p:spPr>
            <a:xfrm flipV="1">
              <a:off x="6144768" y="3904488"/>
              <a:ext cx="237744" cy="237744"/>
            </a:xfrm>
            <a:prstGeom prst="line">
              <a:avLst/>
            </a:prstGeom>
            <a:ln w="57150">
              <a:solidFill>
                <a:srgbClr val="E5484D"/>
              </a:solidFill>
            </a:ln>
          </p:spPr>
        </p:cxnSp>
        <p:sp>
          <p:nvSpPr>
            <p:cNvPr id="31" name="error text"/>
            <p:cNvSpPr txBox="1"/>
            <p:nvPr/>
          </p:nvSpPr>
          <p:spPr>
            <a:xfrm>
              <a:off x="6629400" y="3703320"/>
              <a:ext cx="4480560" cy="640080"/>
            </a:xfrm>
            <a:prstGeom prst="rect">
              <a:avLst/>
            </a:prstGeom>
            <a:noFill/>
          </p:spPr>
          <p:txBody>
            <a:bodyPr wrap="square" anchor="ctr" lIns="18288" tIns="9144" rIns="18288" bIns="9144">
              <a:noAutofit/>
            </a:bodyPr>
            <a:lstStyle/>
            <a:p>
              <a:pPr algn="l"/>
              <a:r>
                <a:rPr sz="1800" b="1" i="0" lang="en-GB">
                  <a:solidFill>
                    <a:srgbClr val="F2F2F2"/>
                  </a:solidFill>
                  <a:latin typeface="Arial"/>
                </a:rPr>
                <a:t>Already used</a:t>
              </a:r>
            </a:p>
          </p:txBody>
        </p:sp>
      </p:grpSp>
      <p:sp>
        <p:nvSpPr>
          <p:cNvPr id="32" name="ICHIP"/>
          <p:cNvSpPr/>
          <p:nvPr/>
        </p:nvSpPr>
        <p:spPr>
          <a:xfrm>
            <a:off x="548640" y="5029200"/>
            <a:ext cx="3433064"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Cost and screens: undecided (OQ30)</a:t>
            </a:r>
          </a:p>
        </p:txBody>
      </p:sp>
      <p:sp>
        <p:nvSpPr>
          <p:cNvPr id="3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5"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cheap unlock lets you edit your numbers. Locked parts stay locked.</a:t>
            </a:r>
          </a:p>
        </p:txBody>
      </p:sp>
      <p:sp>
        <p:nvSpPr>
          <p:cNvPr id="3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Numbers in the right place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sp>
        <p:nvSpPr>
          <p:cNvPr id="4" name="CHIP NOTE"/>
          <p:cNvSpPr txBox="1"/>
          <p:nvPr/>
        </p:nvSpPr>
        <p:spPr>
          <a:xfrm>
            <a:off x="9448495" y="932688"/>
            <a:ext cx="219456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Agreed direction</a:t>
            </a:r>
          </a:p>
        </p:txBody>
      </p:sp>
      <p:grpSp>
        <p:nvGrpSpPr>
          <p:cNvPr id="5" name="Number positions on two engines" descr="A tender engine and a tank engine, each with small number marks in different places. The tender engine has marks on the front of the boiler, the cab side and the tender. The tank engine has marks on the tank side and the bunker."/>
          <p:cNvGrpSpPr/>
          <p:nvPr/>
        </p:nvGrpSpPr>
        <p:grpSpPr>
          <a:xfrm>
            <a:off x="548640" y="1280160"/>
            <a:ext cx="10515600" cy="4224528"/>
            <a:chOff x="548640" y="1280160"/>
            <a:chExt cx="10515600" cy="4224528"/>
          </a:xfrm>
        </p:grpSpPr>
        <p:sp>
          <p:nvSpPr>
            <p:cNvPr id="6" name="rail"/>
            <p:cNvSpPr/>
            <p:nvPr/>
          </p:nvSpPr>
          <p:spPr>
            <a:xfrm>
              <a:off x="548640" y="3246120"/>
              <a:ext cx="7040880" cy="64008"/>
            </a:xfrm>
            <a:prstGeom prst="rect">
              <a:avLst/>
            </a:prstGeom>
            <a:solidFill>
              <a:srgbClr val="9AA0A6"/>
            </a:solidFill>
            <a:ln>
              <a:noFill/>
            </a:ln>
          </p:spPr>
          <p:txBody>
            <a:bodyPr rtlCol="0" anchor="ctr"/>
            <a:lstStyle/>
            <a:p>
              <a:pPr algn="ctr"/>
            </a:p>
          </p:txBody>
        </p:sp>
        <p:sp>
          <p:nvSpPr>
            <p:cNvPr id="7" name="tender frame"/>
            <p:cNvSpPr/>
            <p:nvPr/>
          </p:nvSpPr>
          <p:spPr>
            <a:xfrm>
              <a:off x="822960" y="2742285"/>
              <a:ext cx="1424635" cy="156362"/>
            </a:xfrm>
            <a:prstGeom prst="rect">
              <a:avLst/>
            </a:prstGeom>
            <a:solidFill>
              <a:srgbClr val="3A3F47"/>
            </a:solidFill>
            <a:ln w="9525">
              <a:solidFill>
                <a:srgbClr val="9AA0A6"/>
              </a:solidFill>
            </a:ln>
          </p:spPr>
          <p:txBody>
            <a:bodyPr rtlCol="0" anchor="ctr"/>
            <a:lstStyle/>
            <a:p>
              <a:pPr algn="ctr"/>
            </a:p>
          </p:txBody>
        </p:sp>
        <p:sp>
          <p:nvSpPr>
            <p:cNvPr id="8" name="tender body"/>
            <p:cNvSpPr/>
            <p:nvPr/>
          </p:nvSpPr>
          <p:spPr>
            <a:xfrm>
              <a:off x="822960" y="2168956"/>
              <a:ext cx="1424635" cy="573328"/>
            </a:xfrm>
            <a:prstGeom prst="roundRect">
              <a:avLst>
                <a:gd name="adj" fmla="val 3030"/>
              </a:avLst>
            </a:prstGeom>
            <a:solidFill>
              <a:srgbClr val="9AA0A6"/>
            </a:solidFill>
            <a:ln>
              <a:noFill/>
            </a:ln>
          </p:spPr>
          <p:txBody>
            <a:bodyPr rtlCol="0" anchor="ctr"/>
            <a:lstStyle/>
            <a:p>
              <a:pPr algn="ctr"/>
            </a:p>
          </p:txBody>
        </p:sp>
        <p:sp>
          <p:nvSpPr>
            <p:cNvPr id="9" name="tender coal"/>
            <p:cNvSpPr/>
            <p:nvPr/>
          </p:nvSpPr>
          <p:spPr>
            <a:xfrm>
              <a:off x="875080" y="1925726"/>
              <a:ext cx="1320394" cy="243230"/>
            </a:xfrm>
            <a:custGeom>
              <a:avLst/>
              <a:gdLst/>
              <a:ahLst/>
              <a:cxnLst/>
              <a:rect l="l" t="t" r="r" b="b"/>
              <a:pathLst>
                <a:path w="1320394" h="243230">
                  <a:moveTo>
                    <a:pt x="0" y="243230"/>
                  </a:moveTo>
                  <a:lnTo>
                    <a:pt x="260604" y="17374"/>
                  </a:lnTo>
                  <a:lnTo>
                    <a:pt x="781812" y="0"/>
                  </a:lnTo>
                  <a:lnTo>
                    <a:pt x="1320394" y="243230"/>
                  </a:lnTo>
                  <a:close/>
                </a:path>
              </a:pathLst>
            </a:custGeom>
            <a:solidFill>
              <a:srgbClr val="1B1D21"/>
            </a:solidFill>
            <a:ln w="12700">
              <a:solidFill>
                <a:srgbClr val="6B7078"/>
              </a:solidFill>
            </a:ln>
          </p:spPr>
          <p:txBody>
            <a:bodyPr rtlCol="0" anchor="ctr"/>
            <a:lstStyle/>
            <a:p>
              <a:pPr algn="ctr"/>
            </a:p>
          </p:txBody>
        </p:sp>
        <p:sp>
          <p:nvSpPr>
            <p:cNvPr id="10" name="coupling"/>
            <p:cNvSpPr/>
            <p:nvPr/>
          </p:nvSpPr>
          <p:spPr>
            <a:xfrm>
              <a:off x="2247595" y="2533802"/>
              <a:ext cx="121615" cy="52120"/>
            </a:xfrm>
            <a:prstGeom prst="rect">
              <a:avLst/>
            </a:prstGeom>
            <a:solidFill>
              <a:srgbClr val="9AA0A6"/>
            </a:solidFill>
            <a:ln>
              <a:noFill/>
            </a:ln>
          </p:spPr>
          <p:txBody>
            <a:bodyPr rtlCol="0" anchor="ctr"/>
            <a:lstStyle/>
            <a:p>
              <a:pPr algn="ctr"/>
            </a:p>
          </p:txBody>
        </p:sp>
        <p:sp>
          <p:nvSpPr>
            <p:cNvPr id="11" name="wheel"/>
            <p:cNvSpPr/>
            <p:nvPr/>
          </p:nvSpPr>
          <p:spPr>
            <a:xfrm>
              <a:off x="927201" y="2759659"/>
              <a:ext cx="486460" cy="486460"/>
            </a:xfrm>
            <a:prstGeom prst="ellipse">
              <a:avLst/>
            </a:prstGeom>
            <a:solidFill>
              <a:srgbClr val="1B1D21"/>
            </a:solidFill>
            <a:ln w="19050">
              <a:solidFill>
                <a:srgbClr val="9AA0A6"/>
              </a:solidFill>
            </a:ln>
          </p:spPr>
          <p:txBody>
            <a:bodyPr rtlCol="0" anchor="ctr"/>
            <a:lstStyle/>
            <a:p>
              <a:pPr algn="ctr"/>
            </a:p>
          </p:txBody>
        </p:sp>
        <p:sp>
          <p:nvSpPr>
            <p:cNvPr id="12" name="hub"/>
            <p:cNvSpPr/>
            <p:nvPr/>
          </p:nvSpPr>
          <p:spPr>
            <a:xfrm>
              <a:off x="1107192" y="2939649"/>
              <a:ext cx="126479" cy="126479"/>
            </a:xfrm>
            <a:prstGeom prst="ellipse">
              <a:avLst/>
            </a:prstGeom>
            <a:solidFill>
              <a:srgbClr val="9AA0A6"/>
            </a:solidFill>
            <a:ln>
              <a:noFill/>
            </a:ln>
          </p:spPr>
          <p:txBody>
            <a:bodyPr rtlCol="0" anchor="ctr"/>
            <a:lstStyle/>
            <a:p>
              <a:pPr algn="ctr"/>
            </a:p>
          </p:txBody>
        </p:sp>
        <p:sp>
          <p:nvSpPr>
            <p:cNvPr id="13" name="wheel"/>
            <p:cNvSpPr/>
            <p:nvPr/>
          </p:nvSpPr>
          <p:spPr>
            <a:xfrm>
              <a:off x="1656892" y="2759659"/>
              <a:ext cx="486460" cy="486460"/>
            </a:xfrm>
            <a:prstGeom prst="ellipse">
              <a:avLst/>
            </a:prstGeom>
            <a:solidFill>
              <a:srgbClr val="1B1D21"/>
            </a:solidFill>
            <a:ln w="19050">
              <a:solidFill>
                <a:srgbClr val="9AA0A6"/>
              </a:solidFill>
            </a:ln>
          </p:spPr>
          <p:txBody>
            <a:bodyPr rtlCol="0" anchor="ctr"/>
            <a:lstStyle/>
            <a:p>
              <a:pPr algn="ctr"/>
            </a:p>
          </p:txBody>
        </p:sp>
        <p:sp>
          <p:nvSpPr>
            <p:cNvPr id="14" name="hub"/>
            <p:cNvSpPr/>
            <p:nvPr/>
          </p:nvSpPr>
          <p:spPr>
            <a:xfrm>
              <a:off x="1836883" y="2939649"/>
              <a:ext cx="126479" cy="126479"/>
            </a:xfrm>
            <a:prstGeom prst="ellipse">
              <a:avLst/>
            </a:prstGeom>
            <a:solidFill>
              <a:srgbClr val="9AA0A6"/>
            </a:solidFill>
            <a:ln>
              <a:noFill/>
            </a:ln>
          </p:spPr>
          <p:txBody>
            <a:bodyPr rtlCol="0" anchor="ctr"/>
            <a:lstStyle/>
            <a:p>
              <a:pPr algn="ctr"/>
            </a:p>
          </p:txBody>
        </p:sp>
        <p:sp>
          <p:nvSpPr>
            <p:cNvPr id="15" name="frame"/>
            <p:cNvSpPr/>
            <p:nvPr/>
          </p:nvSpPr>
          <p:spPr>
            <a:xfrm>
              <a:off x="2369210" y="2742285"/>
              <a:ext cx="4569256" cy="156362"/>
            </a:xfrm>
            <a:prstGeom prst="rect">
              <a:avLst/>
            </a:prstGeom>
            <a:solidFill>
              <a:srgbClr val="3A3F47"/>
            </a:solidFill>
            <a:ln w="9525">
              <a:solidFill>
                <a:srgbClr val="9AA0A6"/>
              </a:solidFill>
            </a:ln>
          </p:spPr>
          <p:txBody>
            <a:bodyPr rtlCol="0" anchor="ctr"/>
            <a:lstStyle/>
            <a:p>
              <a:pPr algn="ctr"/>
            </a:p>
          </p:txBody>
        </p:sp>
        <p:sp>
          <p:nvSpPr>
            <p:cNvPr id="16" name="cab"/>
            <p:cNvSpPr/>
            <p:nvPr/>
          </p:nvSpPr>
          <p:spPr>
            <a:xfrm>
              <a:off x="2369210" y="1786737"/>
              <a:ext cx="694944" cy="955547"/>
            </a:xfrm>
            <a:prstGeom prst="roundRect">
              <a:avLst>
                <a:gd name="adj" fmla="val 2500"/>
              </a:avLst>
            </a:prstGeom>
            <a:solidFill>
              <a:srgbClr val="9AA0A6"/>
            </a:solidFill>
            <a:ln>
              <a:noFill/>
            </a:ln>
          </p:spPr>
          <p:txBody>
            <a:bodyPr rtlCol="0" anchor="ctr"/>
            <a:lstStyle/>
            <a:p>
              <a:pPr algn="ctr"/>
            </a:p>
          </p:txBody>
        </p:sp>
        <p:sp>
          <p:nvSpPr>
            <p:cNvPr id="17" name="cab roof"/>
            <p:cNvSpPr/>
            <p:nvPr/>
          </p:nvSpPr>
          <p:spPr>
            <a:xfrm>
              <a:off x="2334463" y="1699869"/>
              <a:ext cx="764438" cy="86868"/>
            </a:xfrm>
            <a:prstGeom prst="rect">
              <a:avLst/>
            </a:prstGeom>
            <a:solidFill>
              <a:srgbClr val="3A3F47"/>
            </a:solidFill>
            <a:ln w="9525">
              <a:solidFill>
                <a:srgbClr val="9AA0A6"/>
              </a:solidFill>
            </a:ln>
          </p:spPr>
          <p:txBody>
            <a:bodyPr rtlCol="0" anchor="ctr"/>
            <a:lstStyle/>
            <a:p>
              <a:pPr algn="ctr"/>
            </a:p>
          </p:txBody>
        </p:sp>
        <p:sp>
          <p:nvSpPr>
            <p:cNvPr id="18" name="cab window"/>
            <p:cNvSpPr/>
            <p:nvPr/>
          </p:nvSpPr>
          <p:spPr>
            <a:xfrm>
              <a:off x="2542946" y="1925726"/>
              <a:ext cx="312724" cy="312724"/>
            </a:xfrm>
            <a:prstGeom prst="rect">
              <a:avLst/>
            </a:prstGeom>
            <a:solidFill>
              <a:srgbClr val="1B1D21"/>
            </a:solidFill>
            <a:ln>
              <a:noFill/>
            </a:ln>
          </p:spPr>
          <p:txBody>
            <a:bodyPr rtlCol="0" anchor="ctr"/>
            <a:lstStyle/>
            <a:p>
              <a:pPr algn="ctr"/>
            </a:p>
          </p:txBody>
        </p:sp>
        <p:sp>
          <p:nvSpPr>
            <p:cNvPr id="19" name="boiler"/>
            <p:cNvSpPr/>
            <p:nvPr/>
          </p:nvSpPr>
          <p:spPr>
            <a:xfrm>
              <a:off x="3064154" y="1873605"/>
              <a:ext cx="3526840" cy="694944"/>
            </a:xfrm>
            <a:prstGeom prst="roundRect">
              <a:avLst>
                <a:gd name="adj" fmla="val 25000"/>
              </a:avLst>
            </a:prstGeom>
            <a:solidFill>
              <a:srgbClr val="9AA0A6"/>
            </a:solidFill>
            <a:ln>
              <a:noFill/>
            </a:ln>
          </p:spPr>
          <p:txBody>
            <a:bodyPr rtlCol="0" anchor="ctr"/>
            <a:lstStyle/>
            <a:p>
              <a:pPr algn="ctr"/>
            </a:p>
          </p:txBody>
        </p:sp>
        <p:sp>
          <p:nvSpPr>
            <p:cNvPr id="20" name="boiler band"/>
            <p:cNvSpPr/>
            <p:nvPr/>
          </p:nvSpPr>
          <p:spPr>
            <a:xfrm>
              <a:off x="4122206" y="1873605"/>
              <a:ext cx="24323" cy="694944"/>
            </a:xfrm>
            <a:prstGeom prst="rect">
              <a:avLst/>
            </a:prstGeom>
            <a:solidFill>
              <a:srgbClr val="6E7377"/>
            </a:solidFill>
            <a:ln>
              <a:noFill/>
            </a:ln>
          </p:spPr>
          <p:txBody>
            <a:bodyPr rtlCol="0" anchor="ctr"/>
            <a:lstStyle/>
            <a:p>
              <a:pPr algn="ctr"/>
            </a:p>
          </p:txBody>
        </p:sp>
        <p:sp>
          <p:nvSpPr>
            <p:cNvPr id="21" name="boiler band"/>
            <p:cNvSpPr/>
            <p:nvPr/>
          </p:nvSpPr>
          <p:spPr>
            <a:xfrm>
              <a:off x="5003916" y="1873605"/>
              <a:ext cx="24323" cy="694944"/>
            </a:xfrm>
            <a:prstGeom prst="rect">
              <a:avLst/>
            </a:prstGeom>
            <a:solidFill>
              <a:srgbClr val="6E7377"/>
            </a:solidFill>
            <a:ln>
              <a:noFill/>
            </a:ln>
          </p:spPr>
          <p:txBody>
            <a:bodyPr rtlCol="0" anchor="ctr"/>
            <a:lstStyle/>
            <a:p>
              <a:pPr algn="ctr"/>
            </a:p>
          </p:txBody>
        </p:sp>
        <p:sp>
          <p:nvSpPr>
            <p:cNvPr id="22" name="boiler band"/>
            <p:cNvSpPr/>
            <p:nvPr/>
          </p:nvSpPr>
          <p:spPr>
            <a:xfrm>
              <a:off x="5885627" y="1873605"/>
              <a:ext cx="24323" cy="694944"/>
            </a:xfrm>
            <a:prstGeom prst="rect">
              <a:avLst/>
            </a:prstGeom>
            <a:solidFill>
              <a:srgbClr val="6E7377"/>
            </a:solidFill>
            <a:ln>
              <a:noFill/>
            </a:ln>
          </p:spPr>
          <p:txBody>
            <a:bodyPr rtlCol="0" anchor="ctr"/>
            <a:lstStyle/>
            <a:p>
              <a:pPr algn="ctr"/>
            </a:p>
          </p:txBody>
        </p:sp>
        <p:sp>
          <p:nvSpPr>
            <p:cNvPr id="23" name="smokebox"/>
            <p:cNvSpPr/>
            <p:nvPr/>
          </p:nvSpPr>
          <p:spPr>
            <a:xfrm>
              <a:off x="6590995" y="1873605"/>
              <a:ext cx="347472" cy="694944"/>
            </a:xfrm>
            <a:prstGeom prst="roundRect">
              <a:avLst>
                <a:gd name="adj" fmla="val 12000"/>
              </a:avLst>
            </a:prstGeom>
            <a:solidFill>
              <a:srgbClr val="4A515B"/>
            </a:solidFill>
            <a:ln>
              <a:noFill/>
            </a:ln>
          </p:spPr>
          <p:txBody>
            <a:bodyPr rtlCol="0" anchor="ctr"/>
            <a:lstStyle/>
            <a:p>
              <a:pPr algn="ctr"/>
            </a:p>
          </p:txBody>
        </p:sp>
        <p:sp>
          <p:nvSpPr>
            <p:cNvPr id="24" name="chimney"/>
            <p:cNvSpPr/>
            <p:nvPr/>
          </p:nvSpPr>
          <p:spPr>
            <a:xfrm>
              <a:off x="6660489" y="1508760"/>
              <a:ext cx="208483" cy="364845"/>
            </a:xfrm>
            <a:prstGeom prst="rect">
              <a:avLst/>
            </a:prstGeom>
            <a:solidFill>
              <a:srgbClr val="3A3F47"/>
            </a:solidFill>
            <a:ln w="9525">
              <a:solidFill>
                <a:srgbClr val="9AA0A6"/>
              </a:solidFill>
            </a:ln>
          </p:spPr>
          <p:txBody>
            <a:bodyPr rtlCol="0" anchor="ctr"/>
            <a:lstStyle/>
            <a:p>
              <a:pPr algn="ctr"/>
            </a:p>
          </p:txBody>
        </p:sp>
        <p:sp>
          <p:nvSpPr>
            <p:cNvPr id="25" name="chimney lip"/>
            <p:cNvSpPr/>
            <p:nvPr/>
          </p:nvSpPr>
          <p:spPr>
            <a:xfrm>
              <a:off x="6608368" y="1456639"/>
              <a:ext cx="312724" cy="86868"/>
            </a:xfrm>
            <a:prstGeom prst="rect">
              <a:avLst/>
            </a:prstGeom>
            <a:solidFill>
              <a:srgbClr val="3A3F47"/>
            </a:solidFill>
            <a:ln w="9525">
              <a:solidFill>
                <a:srgbClr val="9AA0A6"/>
              </a:solidFill>
            </a:ln>
          </p:spPr>
          <p:txBody>
            <a:bodyPr rtlCol="0" anchor="ctr"/>
            <a:lstStyle/>
            <a:p>
              <a:pPr algn="ctr"/>
            </a:p>
          </p:txBody>
        </p:sp>
        <p:sp>
          <p:nvSpPr>
            <p:cNvPr id="26" name="dome"/>
            <p:cNvSpPr/>
            <p:nvPr/>
          </p:nvSpPr>
          <p:spPr>
            <a:xfrm>
              <a:off x="4474890" y="1682495"/>
              <a:ext cx="312724" cy="191109"/>
            </a:xfrm>
            <a:prstGeom prst="roundRect">
              <a:avLst>
                <a:gd name="adj" fmla="val 36363"/>
              </a:avLst>
            </a:prstGeom>
            <a:solidFill>
              <a:srgbClr val="9AA0A6"/>
            </a:solidFill>
            <a:ln>
              <a:noFill/>
            </a:ln>
          </p:spPr>
          <p:txBody>
            <a:bodyPr rtlCol="0" anchor="ctr"/>
            <a:lstStyle/>
            <a:p>
              <a:pPr algn="ctr"/>
            </a:p>
          </p:txBody>
        </p:sp>
        <p:sp>
          <p:nvSpPr>
            <p:cNvPr id="27" name="wheel"/>
            <p:cNvSpPr/>
            <p:nvPr/>
          </p:nvSpPr>
          <p:spPr>
            <a:xfrm>
              <a:off x="2421331" y="2551176"/>
              <a:ext cx="694944" cy="694944"/>
            </a:xfrm>
            <a:prstGeom prst="ellipse">
              <a:avLst/>
            </a:prstGeom>
            <a:solidFill>
              <a:srgbClr val="1B1D21"/>
            </a:solidFill>
            <a:ln w="19050">
              <a:solidFill>
                <a:srgbClr val="9AA0A6"/>
              </a:solidFill>
            </a:ln>
          </p:spPr>
          <p:txBody>
            <a:bodyPr rtlCol="0" anchor="ctr"/>
            <a:lstStyle/>
            <a:p>
              <a:pPr algn="ctr"/>
            </a:p>
          </p:txBody>
        </p:sp>
        <p:sp>
          <p:nvSpPr>
            <p:cNvPr id="28" name="hub"/>
            <p:cNvSpPr/>
            <p:nvPr/>
          </p:nvSpPr>
          <p:spPr>
            <a:xfrm>
              <a:off x="2678460" y="2808305"/>
              <a:ext cx="180685" cy="180685"/>
            </a:xfrm>
            <a:prstGeom prst="ellipse">
              <a:avLst/>
            </a:prstGeom>
            <a:solidFill>
              <a:srgbClr val="9AA0A6"/>
            </a:solidFill>
            <a:ln>
              <a:noFill/>
            </a:ln>
          </p:spPr>
          <p:txBody>
            <a:bodyPr rtlCol="0" anchor="ctr"/>
            <a:lstStyle/>
            <a:p>
              <a:pPr algn="ctr"/>
            </a:p>
          </p:txBody>
        </p:sp>
        <p:sp>
          <p:nvSpPr>
            <p:cNvPr id="29" name="wheel"/>
            <p:cNvSpPr/>
            <p:nvPr/>
          </p:nvSpPr>
          <p:spPr>
            <a:xfrm>
              <a:off x="3203143" y="2551176"/>
              <a:ext cx="694944" cy="694944"/>
            </a:xfrm>
            <a:prstGeom prst="ellipse">
              <a:avLst/>
            </a:prstGeom>
            <a:solidFill>
              <a:srgbClr val="1B1D21"/>
            </a:solidFill>
            <a:ln w="19050">
              <a:solidFill>
                <a:srgbClr val="9AA0A6"/>
              </a:solidFill>
            </a:ln>
          </p:spPr>
          <p:txBody>
            <a:bodyPr rtlCol="0" anchor="ctr"/>
            <a:lstStyle/>
            <a:p>
              <a:pPr algn="ctr"/>
            </a:p>
          </p:txBody>
        </p:sp>
        <p:sp>
          <p:nvSpPr>
            <p:cNvPr id="30" name="hub"/>
            <p:cNvSpPr/>
            <p:nvPr/>
          </p:nvSpPr>
          <p:spPr>
            <a:xfrm>
              <a:off x="3460272" y="2808305"/>
              <a:ext cx="180685" cy="180685"/>
            </a:xfrm>
            <a:prstGeom prst="ellipse">
              <a:avLst/>
            </a:prstGeom>
            <a:solidFill>
              <a:srgbClr val="9AA0A6"/>
            </a:solidFill>
            <a:ln>
              <a:noFill/>
            </a:ln>
          </p:spPr>
          <p:txBody>
            <a:bodyPr rtlCol="0" anchor="ctr"/>
            <a:lstStyle/>
            <a:p>
              <a:pPr algn="ctr"/>
            </a:p>
          </p:txBody>
        </p:sp>
        <p:sp>
          <p:nvSpPr>
            <p:cNvPr id="31" name="wheel"/>
            <p:cNvSpPr/>
            <p:nvPr/>
          </p:nvSpPr>
          <p:spPr>
            <a:xfrm>
              <a:off x="3984955" y="2551176"/>
              <a:ext cx="694944" cy="694944"/>
            </a:xfrm>
            <a:prstGeom prst="ellipse">
              <a:avLst/>
            </a:prstGeom>
            <a:solidFill>
              <a:srgbClr val="1B1D21"/>
            </a:solidFill>
            <a:ln w="19050">
              <a:solidFill>
                <a:srgbClr val="9AA0A6"/>
              </a:solidFill>
            </a:ln>
          </p:spPr>
          <p:txBody>
            <a:bodyPr rtlCol="0" anchor="ctr"/>
            <a:lstStyle/>
            <a:p>
              <a:pPr algn="ctr"/>
            </a:p>
          </p:txBody>
        </p:sp>
        <p:sp>
          <p:nvSpPr>
            <p:cNvPr id="32" name="hub"/>
            <p:cNvSpPr/>
            <p:nvPr/>
          </p:nvSpPr>
          <p:spPr>
            <a:xfrm>
              <a:off x="4242084" y="2808305"/>
              <a:ext cx="180685" cy="180685"/>
            </a:xfrm>
            <a:prstGeom prst="ellipse">
              <a:avLst/>
            </a:prstGeom>
            <a:solidFill>
              <a:srgbClr val="9AA0A6"/>
            </a:solidFill>
            <a:ln>
              <a:noFill/>
            </a:ln>
          </p:spPr>
          <p:txBody>
            <a:bodyPr rtlCol="0" anchor="ctr"/>
            <a:lstStyle/>
            <a:p>
              <a:pPr algn="ctr"/>
            </a:p>
          </p:txBody>
        </p:sp>
        <p:sp>
          <p:nvSpPr>
            <p:cNvPr id="33" name="wheel"/>
            <p:cNvSpPr/>
            <p:nvPr/>
          </p:nvSpPr>
          <p:spPr>
            <a:xfrm>
              <a:off x="4766767" y="2551176"/>
              <a:ext cx="694944" cy="694944"/>
            </a:xfrm>
            <a:prstGeom prst="ellipse">
              <a:avLst/>
            </a:prstGeom>
            <a:solidFill>
              <a:srgbClr val="1B1D21"/>
            </a:solidFill>
            <a:ln w="19050">
              <a:solidFill>
                <a:srgbClr val="9AA0A6"/>
              </a:solidFill>
            </a:ln>
          </p:spPr>
          <p:txBody>
            <a:bodyPr rtlCol="0" anchor="ctr"/>
            <a:lstStyle/>
            <a:p>
              <a:pPr algn="ctr"/>
            </a:p>
          </p:txBody>
        </p:sp>
        <p:sp>
          <p:nvSpPr>
            <p:cNvPr id="34" name="hub"/>
            <p:cNvSpPr/>
            <p:nvPr/>
          </p:nvSpPr>
          <p:spPr>
            <a:xfrm>
              <a:off x="5023896" y="2808305"/>
              <a:ext cx="180685" cy="180685"/>
            </a:xfrm>
            <a:prstGeom prst="ellipse">
              <a:avLst/>
            </a:prstGeom>
            <a:solidFill>
              <a:srgbClr val="9AA0A6"/>
            </a:solidFill>
            <a:ln>
              <a:noFill/>
            </a:ln>
          </p:spPr>
          <p:txBody>
            <a:bodyPr rtlCol="0" anchor="ctr"/>
            <a:lstStyle/>
            <a:p>
              <a:pPr algn="ctr"/>
            </a:p>
          </p:txBody>
        </p:sp>
        <p:sp>
          <p:nvSpPr>
            <p:cNvPr id="35" name="wheel"/>
            <p:cNvSpPr/>
            <p:nvPr/>
          </p:nvSpPr>
          <p:spPr>
            <a:xfrm>
              <a:off x="5722315" y="2863900"/>
              <a:ext cx="382219" cy="382219"/>
            </a:xfrm>
            <a:prstGeom prst="ellipse">
              <a:avLst/>
            </a:prstGeom>
            <a:solidFill>
              <a:srgbClr val="1B1D21"/>
            </a:solidFill>
            <a:ln w="19050">
              <a:solidFill>
                <a:srgbClr val="9AA0A6"/>
              </a:solidFill>
            </a:ln>
          </p:spPr>
          <p:txBody>
            <a:bodyPr rtlCol="0" anchor="ctr"/>
            <a:lstStyle/>
            <a:p>
              <a:pPr algn="ctr"/>
            </a:p>
          </p:txBody>
        </p:sp>
        <p:sp>
          <p:nvSpPr>
            <p:cNvPr id="36" name="hub"/>
            <p:cNvSpPr/>
            <p:nvPr/>
          </p:nvSpPr>
          <p:spPr>
            <a:xfrm>
              <a:off x="5863736" y="3005321"/>
              <a:ext cx="99376" cy="99376"/>
            </a:xfrm>
            <a:prstGeom prst="ellipse">
              <a:avLst/>
            </a:prstGeom>
            <a:solidFill>
              <a:srgbClr val="9AA0A6"/>
            </a:solidFill>
            <a:ln>
              <a:noFill/>
            </a:ln>
          </p:spPr>
          <p:txBody>
            <a:bodyPr rtlCol="0" anchor="ctr"/>
            <a:lstStyle/>
            <a:p>
              <a:pPr algn="ctr"/>
            </a:p>
          </p:txBody>
        </p:sp>
        <p:sp>
          <p:nvSpPr>
            <p:cNvPr id="37" name="coupling rod"/>
            <p:cNvSpPr/>
            <p:nvPr/>
          </p:nvSpPr>
          <p:spPr>
            <a:xfrm>
              <a:off x="2768803" y="2700588"/>
              <a:ext cx="2345436" cy="48646"/>
            </a:xfrm>
            <a:prstGeom prst="rect">
              <a:avLst/>
            </a:prstGeom>
            <a:solidFill>
              <a:srgbClr val="D0D4D8"/>
            </a:solidFill>
            <a:ln>
              <a:noFill/>
            </a:ln>
          </p:spPr>
          <p:txBody>
            <a:bodyPr rtlCol="0" anchor="ctr"/>
            <a:lstStyle/>
            <a:p>
              <a:pPr algn="ctr"/>
            </a:p>
          </p:txBody>
        </p:sp>
        <p:sp>
          <p:nvSpPr>
            <p:cNvPr id="38" name="buffer beam"/>
            <p:cNvSpPr/>
            <p:nvPr/>
          </p:nvSpPr>
          <p:spPr>
            <a:xfrm>
              <a:off x="6938467" y="2585923"/>
              <a:ext cx="104241" cy="312724"/>
            </a:xfrm>
            <a:prstGeom prst="rect">
              <a:avLst/>
            </a:prstGeom>
            <a:solidFill>
              <a:srgbClr val="9AA0A6"/>
            </a:solidFill>
            <a:ln>
              <a:noFill/>
            </a:ln>
          </p:spPr>
          <p:txBody>
            <a:bodyPr rtlCol="0" anchor="ctr"/>
            <a:lstStyle/>
            <a:p>
              <a:pPr algn="ctr"/>
            </a:p>
          </p:txBody>
        </p:sp>
        <p:sp>
          <p:nvSpPr>
            <p:cNvPr id="39" name="number plate (blank)"/>
            <p:cNvSpPr/>
            <p:nvPr/>
          </p:nvSpPr>
          <p:spPr>
            <a:xfrm>
              <a:off x="1066190" y="2238451"/>
              <a:ext cx="868680" cy="274320"/>
            </a:xfrm>
            <a:prstGeom prst="roundRect">
              <a:avLst>
                <a:gd name="adj" fmla="val 26666"/>
              </a:avLst>
            </a:prstGeom>
            <a:solidFill>
              <a:srgbClr val="1B1D21"/>
            </a:solidFill>
            <a:ln w="25400">
              <a:solidFill>
                <a:srgbClr val="F28C28"/>
              </a:solidFill>
            </a:ln>
          </p:spPr>
          <p:txBody>
            <a:bodyPr rtlCol="0" anchor="ctr"/>
            <a:lstStyle/>
            <a:p>
              <a:pPr algn="ctr"/>
            </a:p>
          </p:txBody>
        </p:sp>
        <p:sp>
          <p:nvSpPr>
            <p:cNvPr id="40" name="digit bar"/>
            <p:cNvSpPr/>
            <p:nvPr/>
          </p:nvSpPr>
          <p:spPr>
            <a:xfrm>
              <a:off x="1239926" y="2320747"/>
              <a:ext cx="121615" cy="109728"/>
            </a:xfrm>
            <a:prstGeom prst="rect">
              <a:avLst/>
            </a:prstGeom>
            <a:solidFill>
              <a:srgbClr val="A9B0B8"/>
            </a:solidFill>
            <a:ln>
              <a:noFill/>
            </a:ln>
          </p:spPr>
          <p:txBody>
            <a:bodyPr rtlCol="0" anchor="ctr"/>
            <a:lstStyle/>
            <a:p>
              <a:pPr algn="ctr"/>
            </a:p>
          </p:txBody>
        </p:sp>
        <p:sp>
          <p:nvSpPr>
            <p:cNvPr id="41" name="digit bar"/>
            <p:cNvSpPr/>
            <p:nvPr/>
          </p:nvSpPr>
          <p:spPr>
            <a:xfrm>
              <a:off x="1431036" y="2320747"/>
              <a:ext cx="121615" cy="109728"/>
            </a:xfrm>
            <a:prstGeom prst="rect">
              <a:avLst/>
            </a:prstGeom>
            <a:solidFill>
              <a:srgbClr val="A9B0B8"/>
            </a:solidFill>
            <a:ln>
              <a:noFill/>
            </a:ln>
          </p:spPr>
          <p:txBody>
            <a:bodyPr rtlCol="0" anchor="ctr"/>
            <a:lstStyle/>
            <a:p>
              <a:pPr algn="ctr"/>
            </a:p>
          </p:txBody>
        </p:sp>
        <p:sp>
          <p:nvSpPr>
            <p:cNvPr id="42" name="digit bar"/>
            <p:cNvSpPr/>
            <p:nvPr/>
          </p:nvSpPr>
          <p:spPr>
            <a:xfrm>
              <a:off x="1622145" y="2320747"/>
              <a:ext cx="121615" cy="109728"/>
            </a:xfrm>
            <a:prstGeom prst="rect">
              <a:avLst/>
            </a:prstGeom>
            <a:solidFill>
              <a:srgbClr val="A9B0B8"/>
            </a:solidFill>
            <a:ln>
              <a:noFill/>
            </a:ln>
          </p:spPr>
          <p:txBody>
            <a:bodyPr rtlCol="0" anchor="ctr"/>
            <a:lstStyle/>
            <a:p>
              <a:pPr algn="ctr"/>
            </a:p>
          </p:txBody>
        </p:sp>
        <p:sp>
          <p:nvSpPr>
            <p:cNvPr id="43" name="number plate (blank)"/>
            <p:cNvSpPr/>
            <p:nvPr/>
          </p:nvSpPr>
          <p:spPr>
            <a:xfrm>
              <a:off x="2456078" y="2394813"/>
              <a:ext cx="548640" cy="219456"/>
            </a:xfrm>
            <a:prstGeom prst="roundRect">
              <a:avLst>
                <a:gd name="adj" fmla="val 33333"/>
              </a:avLst>
            </a:prstGeom>
            <a:solidFill>
              <a:srgbClr val="1B1D21"/>
            </a:solidFill>
            <a:ln w="25400">
              <a:solidFill>
                <a:srgbClr val="F28C28"/>
              </a:solidFill>
            </a:ln>
          </p:spPr>
          <p:txBody>
            <a:bodyPr rtlCol="0" anchor="ctr"/>
            <a:lstStyle/>
            <a:p>
              <a:pPr algn="ctr"/>
            </a:p>
          </p:txBody>
        </p:sp>
        <p:sp>
          <p:nvSpPr>
            <p:cNvPr id="44" name="digit bar"/>
            <p:cNvSpPr/>
            <p:nvPr/>
          </p:nvSpPr>
          <p:spPr>
            <a:xfrm>
              <a:off x="2565806" y="2460650"/>
              <a:ext cx="76809" cy="87782"/>
            </a:xfrm>
            <a:prstGeom prst="rect">
              <a:avLst/>
            </a:prstGeom>
            <a:solidFill>
              <a:srgbClr val="A9B0B8"/>
            </a:solidFill>
            <a:ln>
              <a:noFill/>
            </a:ln>
          </p:spPr>
          <p:txBody>
            <a:bodyPr rtlCol="0" anchor="ctr"/>
            <a:lstStyle/>
            <a:p>
              <a:pPr algn="ctr"/>
            </a:p>
          </p:txBody>
        </p:sp>
        <p:sp>
          <p:nvSpPr>
            <p:cNvPr id="45" name="digit bar"/>
            <p:cNvSpPr/>
            <p:nvPr/>
          </p:nvSpPr>
          <p:spPr>
            <a:xfrm>
              <a:off x="2686507" y="2460650"/>
              <a:ext cx="76809" cy="87782"/>
            </a:xfrm>
            <a:prstGeom prst="rect">
              <a:avLst/>
            </a:prstGeom>
            <a:solidFill>
              <a:srgbClr val="A9B0B8"/>
            </a:solidFill>
            <a:ln>
              <a:noFill/>
            </a:ln>
          </p:spPr>
          <p:txBody>
            <a:bodyPr rtlCol="0" anchor="ctr"/>
            <a:lstStyle/>
            <a:p>
              <a:pPr algn="ctr"/>
            </a:p>
          </p:txBody>
        </p:sp>
        <p:sp>
          <p:nvSpPr>
            <p:cNvPr id="46" name="digit bar"/>
            <p:cNvSpPr/>
            <p:nvPr/>
          </p:nvSpPr>
          <p:spPr>
            <a:xfrm>
              <a:off x="2807208" y="2460650"/>
              <a:ext cx="76809" cy="87782"/>
            </a:xfrm>
            <a:prstGeom prst="rect">
              <a:avLst/>
            </a:prstGeom>
            <a:solidFill>
              <a:srgbClr val="A9B0B8"/>
            </a:solidFill>
            <a:ln>
              <a:noFill/>
            </a:ln>
          </p:spPr>
          <p:txBody>
            <a:bodyPr rtlCol="0" anchor="ctr"/>
            <a:lstStyle/>
            <a:p>
              <a:pPr algn="ctr"/>
            </a:p>
          </p:txBody>
        </p:sp>
        <p:sp>
          <p:nvSpPr>
            <p:cNvPr id="47" name="front mark"/>
            <p:cNvSpPr/>
            <p:nvPr/>
          </p:nvSpPr>
          <p:spPr>
            <a:xfrm>
              <a:off x="6921093" y="2029967"/>
              <a:ext cx="91440" cy="457200"/>
            </a:xfrm>
            <a:prstGeom prst="rect">
              <a:avLst/>
            </a:prstGeom>
            <a:solidFill>
              <a:srgbClr val="F28C28"/>
            </a:solidFill>
            <a:ln>
              <a:noFill/>
            </a:ln>
          </p:spPr>
          <p:txBody>
            <a:bodyPr rtlCol="0" anchor="ctr"/>
            <a:lstStyle/>
            <a:p>
              <a:pPr algn="ctr"/>
            </a:p>
          </p:txBody>
        </p:sp>
        <p:sp>
          <p:nvSpPr>
            <p:cNvPr id="48" name="mark label"/>
            <p:cNvSpPr txBox="1"/>
            <p:nvPr/>
          </p:nvSpPr>
          <p:spPr>
            <a:xfrm>
              <a:off x="1020470" y="1280160"/>
              <a:ext cx="1005840" cy="310896"/>
            </a:xfrm>
            <a:prstGeom prst="rect">
              <a:avLst/>
            </a:prstGeom>
            <a:noFill/>
          </p:spPr>
          <p:txBody>
            <a:bodyPr wrap="square" anchor="ctr" lIns="18288" tIns="9144" rIns="18288" bIns="9144">
              <a:noAutofit/>
            </a:bodyPr>
            <a:lstStyle/>
            <a:p>
              <a:pPr algn="ctr"/>
              <a:r>
                <a:rPr sz="1400" b="1" i="0" lang="en-GB">
                  <a:solidFill>
                    <a:srgbClr val="F2F2F2"/>
                  </a:solidFill>
                  <a:latin typeface="Arial"/>
                </a:rPr>
                <a:t>Tender</a:t>
              </a:r>
            </a:p>
          </p:txBody>
        </p:sp>
        <p:cxnSp>
          <p:nvCxnSpPr>
            <p:cNvPr id="49" name="leader"/>
            <p:cNvCxnSpPr/>
            <p:nvPr/>
          </p:nvCxnSpPr>
          <p:spPr>
            <a:xfrm>
              <a:off x="1477670" y="1609344"/>
              <a:ext cx="0" cy="647395"/>
            </a:xfrm>
            <a:prstGeom prst="line">
              <a:avLst/>
            </a:prstGeom>
            <a:ln w="22225">
              <a:solidFill>
                <a:srgbClr val="F28C28"/>
              </a:solidFill>
            </a:ln>
          </p:spPr>
        </p:cxnSp>
        <p:sp>
          <p:nvSpPr>
            <p:cNvPr id="50" name="leader dot"/>
            <p:cNvSpPr/>
            <p:nvPr/>
          </p:nvSpPr>
          <p:spPr>
            <a:xfrm>
              <a:off x="1422806" y="2201875"/>
              <a:ext cx="109728" cy="109728"/>
            </a:xfrm>
            <a:prstGeom prst="ellipse">
              <a:avLst/>
            </a:prstGeom>
            <a:solidFill>
              <a:srgbClr val="F28C28"/>
            </a:solidFill>
            <a:ln>
              <a:noFill/>
            </a:ln>
          </p:spPr>
          <p:txBody>
            <a:bodyPr rtlCol="0" anchor="ctr"/>
            <a:lstStyle/>
            <a:p>
              <a:pPr algn="ctr"/>
            </a:p>
          </p:txBody>
        </p:sp>
        <p:sp>
          <p:nvSpPr>
            <p:cNvPr id="51" name="mark label"/>
            <p:cNvSpPr txBox="1"/>
            <p:nvPr/>
          </p:nvSpPr>
          <p:spPr>
            <a:xfrm>
              <a:off x="2227478" y="1280160"/>
              <a:ext cx="1005840" cy="310896"/>
            </a:xfrm>
            <a:prstGeom prst="rect">
              <a:avLst/>
            </a:prstGeom>
            <a:noFill/>
          </p:spPr>
          <p:txBody>
            <a:bodyPr wrap="square" anchor="ctr" lIns="18288" tIns="9144" rIns="18288" bIns="9144">
              <a:noAutofit/>
            </a:bodyPr>
            <a:lstStyle/>
            <a:p>
              <a:pPr algn="ctr"/>
              <a:r>
                <a:rPr sz="1400" b="1" i="0" lang="en-GB">
                  <a:solidFill>
                    <a:srgbClr val="F2F2F2"/>
                  </a:solidFill>
                  <a:latin typeface="Arial"/>
                </a:rPr>
                <a:t>Cab side</a:t>
              </a:r>
            </a:p>
          </p:txBody>
        </p:sp>
        <p:cxnSp>
          <p:nvCxnSpPr>
            <p:cNvPr id="52" name="leader"/>
            <p:cNvCxnSpPr/>
            <p:nvPr/>
          </p:nvCxnSpPr>
          <p:spPr>
            <a:xfrm>
              <a:off x="2730398" y="1609344"/>
              <a:ext cx="0" cy="803757"/>
            </a:xfrm>
            <a:prstGeom prst="line">
              <a:avLst/>
            </a:prstGeom>
            <a:ln w="22225">
              <a:solidFill>
                <a:srgbClr val="F28C28"/>
              </a:solidFill>
            </a:ln>
          </p:spPr>
        </p:cxnSp>
        <p:sp>
          <p:nvSpPr>
            <p:cNvPr id="53" name="leader dot"/>
            <p:cNvSpPr/>
            <p:nvPr/>
          </p:nvSpPr>
          <p:spPr>
            <a:xfrm>
              <a:off x="2675534" y="2358237"/>
              <a:ext cx="109728" cy="109728"/>
            </a:xfrm>
            <a:prstGeom prst="ellipse">
              <a:avLst/>
            </a:prstGeom>
            <a:solidFill>
              <a:srgbClr val="F28C28"/>
            </a:solidFill>
            <a:ln>
              <a:noFill/>
            </a:ln>
          </p:spPr>
          <p:txBody>
            <a:bodyPr rtlCol="0" anchor="ctr"/>
            <a:lstStyle/>
            <a:p>
              <a:pPr algn="ctr"/>
            </a:p>
          </p:txBody>
        </p:sp>
        <p:sp>
          <p:nvSpPr>
            <p:cNvPr id="54" name="mark label"/>
            <p:cNvSpPr txBox="1"/>
            <p:nvPr/>
          </p:nvSpPr>
          <p:spPr>
            <a:xfrm>
              <a:off x="7454188" y="2011679"/>
              <a:ext cx="1737360" cy="493776"/>
            </a:xfrm>
            <a:prstGeom prst="rect">
              <a:avLst/>
            </a:prstGeom>
            <a:noFill/>
          </p:spPr>
          <p:txBody>
            <a:bodyPr wrap="square" anchor="ctr" lIns="18288" tIns="9144" rIns="18288" bIns="9144">
              <a:noAutofit/>
            </a:bodyPr>
            <a:lstStyle/>
            <a:p>
              <a:pPr algn="l"/>
              <a:r>
                <a:rPr sz="1400" b="1" i="0" lang="en-GB">
                  <a:solidFill>
                    <a:srgbClr val="F2F2F2"/>
                  </a:solidFill>
                  <a:latin typeface="Arial"/>
                </a:rPr>
                <a:t>Front of the boiler</a:t>
              </a:r>
            </a:p>
          </p:txBody>
        </p:sp>
        <p:cxnSp>
          <p:nvCxnSpPr>
            <p:cNvPr id="55" name="leader"/>
            <p:cNvCxnSpPr/>
            <p:nvPr/>
          </p:nvCxnSpPr>
          <p:spPr>
            <a:xfrm flipH="1">
              <a:off x="6955840" y="2258568"/>
              <a:ext cx="452628" cy="0"/>
            </a:xfrm>
            <a:prstGeom prst="line">
              <a:avLst/>
            </a:prstGeom>
            <a:ln w="22225">
              <a:solidFill>
                <a:srgbClr val="F28C28"/>
              </a:solidFill>
            </a:ln>
          </p:spPr>
        </p:cxnSp>
        <p:sp>
          <p:nvSpPr>
            <p:cNvPr id="56" name="leader dot"/>
            <p:cNvSpPr/>
            <p:nvPr/>
          </p:nvSpPr>
          <p:spPr>
            <a:xfrm>
              <a:off x="6900976" y="2203703"/>
              <a:ext cx="109728" cy="109728"/>
            </a:xfrm>
            <a:prstGeom prst="ellipse">
              <a:avLst/>
            </a:prstGeom>
            <a:solidFill>
              <a:srgbClr val="F28C28"/>
            </a:solidFill>
            <a:ln>
              <a:noFill/>
            </a:ln>
          </p:spPr>
          <p:txBody>
            <a:bodyPr rtlCol="0" anchor="ctr"/>
            <a:lstStyle/>
            <a:p>
              <a:pPr algn="ctr"/>
            </a:p>
          </p:txBody>
        </p:sp>
        <p:sp>
          <p:nvSpPr>
            <p:cNvPr id="57" name="rail"/>
            <p:cNvSpPr/>
            <p:nvPr/>
          </p:nvSpPr>
          <p:spPr>
            <a:xfrm>
              <a:off x="5577840" y="5440680"/>
              <a:ext cx="5486400" cy="64008"/>
            </a:xfrm>
            <a:prstGeom prst="rect">
              <a:avLst/>
            </a:prstGeom>
            <a:solidFill>
              <a:srgbClr val="9AA0A6"/>
            </a:solidFill>
            <a:ln>
              <a:noFill/>
            </a:ln>
          </p:spPr>
          <p:txBody>
            <a:bodyPr rtlCol="0" anchor="ctr"/>
            <a:lstStyle/>
            <a:p>
              <a:pPr algn="ctr"/>
            </a:p>
          </p:txBody>
        </p:sp>
        <p:sp>
          <p:nvSpPr>
            <p:cNvPr id="58" name="frame"/>
            <p:cNvSpPr/>
            <p:nvPr/>
          </p:nvSpPr>
          <p:spPr>
            <a:xfrm>
              <a:off x="5852160" y="4936845"/>
              <a:ext cx="4551883" cy="156362"/>
            </a:xfrm>
            <a:prstGeom prst="rect">
              <a:avLst/>
            </a:prstGeom>
            <a:solidFill>
              <a:srgbClr val="3A3F47"/>
            </a:solidFill>
            <a:ln w="9525">
              <a:solidFill>
                <a:srgbClr val="9AA0A6"/>
              </a:solidFill>
            </a:ln>
          </p:spPr>
          <p:txBody>
            <a:bodyPr rtlCol="0" anchor="ctr"/>
            <a:lstStyle/>
            <a:p>
              <a:pPr algn="ctr"/>
            </a:p>
          </p:txBody>
        </p:sp>
        <p:sp>
          <p:nvSpPr>
            <p:cNvPr id="59" name="bunker"/>
            <p:cNvSpPr/>
            <p:nvPr/>
          </p:nvSpPr>
          <p:spPr>
            <a:xfrm>
              <a:off x="5852160" y="4259275"/>
              <a:ext cx="590702" cy="677570"/>
            </a:xfrm>
            <a:prstGeom prst="roundRect">
              <a:avLst>
                <a:gd name="adj" fmla="val 2941"/>
              </a:avLst>
            </a:prstGeom>
            <a:solidFill>
              <a:srgbClr val="9AA0A6"/>
            </a:solidFill>
            <a:ln>
              <a:noFill/>
            </a:ln>
          </p:spPr>
          <p:txBody>
            <a:bodyPr rtlCol="0" anchor="ctr"/>
            <a:lstStyle/>
            <a:p>
              <a:pPr algn="ctr"/>
            </a:p>
          </p:txBody>
        </p:sp>
        <p:sp>
          <p:nvSpPr>
            <p:cNvPr id="60" name="bunker coal"/>
            <p:cNvSpPr/>
            <p:nvPr/>
          </p:nvSpPr>
          <p:spPr>
            <a:xfrm>
              <a:off x="5886907" y="4085539"/>
              <a:ext cx="521208" cy="173736"/>
            </a:xfrm>
            <a:custGeom>
              <a:avLst/>
              <a:gdLst/>
              <a:ahLst/>
              <a:cxnLst/>
              <a:rect l="l" t="t" r="r" b="b"/>
              <a:pathLst>
                <a:path w="521208" h="173736">
                  <a:moveTo>
                    <a:pt x="0" y="173736"/>
                  </a:moveTo>
                  <a:lnTo>
                    <a:pt x="138989" y="17373"/>
                  </a:lnTo>
                  <a:lnTo>
                    <a:pt x="347472" y="0"/>
                  </a:lnTo>
                  <a:lnTo>
                    <a:pt x="521208" y="173736"/>
                  </a:lnTo>
                  <a:close/>
                </a:path>
              </a:pathLst>
            </a:custGeom>
            <a:solidFill>
              <a:srgbClr val="1B1D21"/>
            </a:solidFill>
            <a:ln w="12700">
              <a:solidFill>
                <a:srgbClr val="6B7078"/>
              </a:solidFill>
            </a:ln>
          </p:spPr>
          <p:txBody>
            <a:bodyPr rtlCol="0" anchor="ctr"/>
            <a:lstStyle/>
            <a:p>
              <a:pPr algn="ctr"/>
            </a:p>
          </p:txBody>
        </p:sp>
        <p:sp>
          <p:nvSpPr>
            <p:cNvPr id="61" name="cab"/>
            <p:cNvSpPr/>
            <p:nvPr/>
          </p:nvSpPr>
          <p:spPr>
            <a:xfrm>
              <a:off x="6442862" y="3981297"/>
              <a:ext cx="694944" cy="955547"/>
            </a:xfrm>
            <a:prstGeom prst="roundRect">
              <a:avLst>
                <a:gd name="adj" fmla="val 2500"/>
              </a:avLst>
            </a:prstGeom>
            <a:solidFill>
              <a:srgbClr val="9AA0A6"/>
            </a:solidFill>
            <a:ln>
              <a:noFill/>
            </a:ln>
          </p:spPr>
          <p:txBody>
            <a:bodyPr rtlCol="0" anchor="ctr"/>
            <a:lstStyle/>
            <a:p>
              <a:pPr algn="ctr"/>
            </a:p>
          </p:txBody>
        </p:sp>
        <p:sp>
          <p:nvSpPr>
            <p:cNvPr id="62" name="cab roof"/>
            <p:cNvSpPr/>
            <p:nvPr/>
          </p:nvSpPr>
          <p:spPr>
            <a:xfrm>
              <a:off x="6408115" y="3894429"/>
              <a:ext cx="764438" cy="86868"/>
            </a:xfrm>
            <a:prstGeom prst="rect">
              <a:avLst/>
            </a:prstGeom>
            <a:solidFill>
              <a:srgbClr val="3A3F47"/>
            </a:solidFill>
            <a:ln w="9525">
              <a:solidFill>
                <a:srgbClr val="9AA0A6"/>
              </a:solidFill>
            </a:ln>
          </p:spPr>
          <p:txBody>
            <a:bodyPr rtlCol="0" anchor="ctr"/>
            <a:lstStyle/>
            <a:p>
              <a:pPr algn="ctr"/>
            </a:p>
          </p:txBody>
        </p:sp>
        <p:sp>
          <p:nvSpPr>
            <p:cNvPr id="63" name="cab window"/>
            <p:cNvSpPr/>
            <p:nvPr/>
          </p:nvSpPr>
          <p:spPr>
            <a:xfrm>
              <a:off x="6616598" y="4120286"/>
              <a:ext cx="312724" cy="312724"/>
            </a:xfrm>
            <a:prstGeom prst="rect">
              <a:avLst/>
            </a:prstGeom>
            <a:solidFill>
              <a:srgbClr val="1B1D21"/>
            </a:solidFill>
            <a:ln>
              <a:noFill/>
            </a:ln>
          </p:spPr>
          <p:txBody>
            <a:bodyPr rtlCol="0" anchor="ctr"/>
            <a:lstStyle/>
            <a:p>
              <a:pPr algn="ctr"/>
            </a:p>
          </p:txBody>
        </p:sp>
        <p:sp>
          <p:nvSpPr>
            <p:cNvPr id="64" name="boiler"/>
            <p:cNvSpPr/>
            <p:nvPr/>
          </p:nvSpPr>
          <p:spPr>
            <a:xfrm>
              <a:off x="7137806" y="4068165"/>
              <a:ext cx="2918764" cy="694944"/>
            </a:xfrm>
            <a:prstGeom prst="roundRect">
              <a:avLst>
                <a:gd name="adj" fmla="val 25000"/>
              </a:avLst>
            </a:prstGeom>
            <a:solidFill>
              <a:srgbClr val="9AA0A6"/>
            </a:solidFill>
            <a:ln>
              <a:noFill/>
            </a:ln>
          </p:spPr>
          <p:txBody>
            <a:bodyPr rtlCol="0" anchor="ctr"/>
            <a:lstStyle/>
            <a:p>
              <a:pPr algn="ctr"/>
            </a:p>
          </p:txBody>
        </p:sp>
        <p:sp>
          <p:nvSpPr>
            <p:cNvPr id="65" name="side tank"/>
            <p:cNvSpPr/>
            <p:nvPr/>
          </p:nvSpPr>
          <p:spPr>
            <a:xfrm>
              <a:off x="7137806" y="4311396"/>
              <a:ext cx="2745028" cy="608076"/>
            </a:xfrm>
            <a:prstGeom prst="roundRect">
              <a:avLst>
                <a:gd name="adj" fmla="val 14285"/>
              </a:avLst>
            </a:prstGeom>
            <a:solidFill>
              <a:srgbClr val="6E7377"/>
            </a:solidFill>
            <a:ln>
              <a:noFill/>
            </a:ln>
          </p:spPr>
          <p:txBody>
            <a:bodyPr rtlCol="0" anchor="ctr"/>
            <a:lstStyle/>
            <a:p>
              <a:pPr algn="ctr"/>
            </a:p>
          </p:txBody>
        </p:sp>
        <p:sp>
          <p:nvSpPr>
            <p:cNvPr id="66" name="smokebox"/>
            <p:cNvSpPr/>
            <p:nvPr/>
          </p:nvSpPr>
          <p:spPr>
            <a:xfrm>
              <a:off x="10056571" y="4068165"/>
              <a:ext cx="347472" cy="694944"/>
            </a:xfrm>
            <a:prstGeom prst="roundRect">
              <a:avLst>
                <a:gd name="adj" fmla="val 12000"/>
              </a:avLst>
            </a:prstGeom>
            <a:solidFill>
              <a:srgbClr val="4A515B"/>
            </a:solidFill>
            <a:ln>
              <a:noFill/>
            </a:ln>
          </p:spPr>
          <p:txBody>
            <a:bodyPr rtlCol="0" anchor="ctr"/>
            <a:lstStyle/>
            <a:p>
              <a:pPr algn="ctr"/>
            </a:p>
          </p:txBody>
        </p:sp>
        <p:sp>
          <p:nvSpPr>
            <p:cNvPr id="67" name="chimney"/>
            <p:cNvSpPr/>
            <p:nvPr/>
          </p:nvSpPr>
          <p:spPr>
            <a:xfrm>
              <a:off x="10126065" y="3703320"/>
              <a:ext cx="208483" cy="364845"/>
            </a:xfrm>
            <a:prstGeom prst="rect">
              <a:avLst/>
            </a:prstGeom>
            <a:solidFill>
              <a:srgbClr val="3A3F47"/>
            </a:solidFill>
            <a:ln w="9525">
              <a:solidFill>
                <a:srgbClr val="9AA0A6"/>
              </a:solidFill>
            </a:ln>
          </p:spPr>
          <p:txBody>
            <a:bodyPr rtlCol="0" anchor="ctr"/>
            <a:lstStyle/>
            <a:p>
              <a:pPr algn="ctr"/>
            </a:p>
          </p:txBody>
        </p:sp>
        <p:sp>
          <p:nvSpPr>
            <p:cNvPr id="68" name="chimney lip"/>
            <p:cNvSpPr/>
            <p:nvPr/>
          </p:nvSpPr>
          <p:spPr>
            <a:xfrm>
              <a:off x="10073944" y="3651199"/>
              <a:ext cx="312724" cy="86868"/>
            </a:xfrm>
            <a:prstGeom prst="rect">
              <a:avLst/>
            </a:prstGeom>
            <a:solidFill>
              <a:srgbClr val="3A3F47"/>
            </a:solidFill>
            <a:ln w="9525">
              <a:solidFill>
                <a:srgbClr val="9AA0A6"/>
              </a:solidFill>
            </a:ln>
          </p:spPr>
          <p:txBody>
            <a:bodyPr rtlCol="0" anchor="ctr"/>
            <a:lstStyle/>
            <a:p>
              <a:pPr algn="ctr"/>
            </a:p>
          </p:txBody>
        </p:sp>
        <p:sp>
          <p:nvSpPr>
            <p:cNvPr id="69" name="dome"/>
            <p:cNvSpPr/>
            <p:nvPr/>
          </p:nvSpPr>
          <p:spPr>
            <a:xfrm>
              <a:off x="8363687" y="3877056"/>
              <a:ext cx="312724" cy="191109"/>
            </a:xfrm>
            <a:prstGeom prst="roundRect">
              <a:avLst>
                <a:gd name="adj" fmla="val 36363"/>
              </a:avLst>
            </a:prstGeom>
            <a:solidFill>
              <a:srgbClr val="9AA0A6"/>
            </a:solidFill>
            <a:ln>
              <a:noFill/>
            </a:ln>
          </p:spPr>
          <p:txBody>
            <a:bodyPr rtlCol="0" anchor="ctr"/>
            <a:lstStyle/>
            <a:p>
              <a:pPr algn="ctr"/>
            </a:p>
          </p:txBody>
        </p:sp>
        <p:sp>
          <p:nvSpPr>
            <p:cNvPr id="70" name="wheel"/>
            <p:cNvSpPr/>
            <p:nvPr/>
          </p:nvSpPr>
          <p:spPr>
            <a:xfrm>
              <a:off x="6825081" y="4815230"/>
              <a:ext cx="625449" cy="625449"/>
            </a:xfrm>
            <a:prstGeom prst="ellipse">
              <a:avLst/>
            </a:prstGeom>
            <a:solidFill>
              <a:srgbClr val="1B1D21"/>
            </a:solidFill>
            <a:ln w="19050">
              <a:solidFill>
                <a:srgbClr val="9AA0A6"/>
              </a:solidFill>
            </a:ln>
          </p:spPr>
          <p:txBody>
            <a:bodyPr rtlCol="0" anchor="ctr"/>
            <a:lstStyle/>
            <a:p>
              <a:pPr algn="ctr"/>
            </a:p>
          </p:txBody>
        </p:sp>
        <p:sp>
          <p:nvSpPr>
            <p:cNvPr id="71" name="hub"/>
            <p:cNvSpPr/>
            <p:nvPr/>
          </p:nvSpPr>
          <p:spPr>
            <a:xfrm>
              <a:off x="7056497" y="5046646"/>
              <a:ext cx="162616" cy="162616"/>
            </a:xfrm>
            <a:prstGeom prst="ellipse">
              <a:avLst/>
            </a:prstGeom>
            <a:solidFill>
              <a:srgbClr val="9AA0A6"/>
            </a:solidFill>
            <a:ln>
              <a:noFill/>
            </a:ln>
          </p:spPr>
          <p:txBody>
            <a:bodyPr rtlCol="0" anchor="ctr"/>
            <a:lstStyle/>
            <a:p>
              <a:pPr algn="ctr"/>
            </a:p>
          </p:txBody>
        </p:sp>
        <p:sp>
          <p:nvSpPr>
            <p:cNvPr id="72" name="wheel"/>
            <p:cNvSpPr/>
            <p:nvPr/>
          </p:nvSpPr>
          <p:spPr>
            <a:xfrm>
              <a:off x="7520025" y="4815230"/>
              <a:ext cx="625449" cy="625449"/>
            </a:xfrm>
            <a:prstGeom prst="ellipse">
              <a:avLst/>
            </a:prstGeom>
            <a:solidFill>
              <a:srgbClr val="1B1D21"/>
            </a:solidFill>
            <a:ln w="19050">
              <a:solidFill>
                <a:srgbClr val="9AA0A6"/>
              </a:solidFill>
            </a:ln>
          </p:spPr>
          <p:txBody>
            <a:bodyPr rtlCol="0" anchor="ctr"/>
            <a:lstStyle/>
            <a:p>
              <a:pPr algn="ctr"/>
            </a:p>
          </p:txBody>
        </p:sp>
        <p:sp>
          <p:nvSpPr>
            <p:cNvPr id="73" name="hub"/>
            <p:cNvSpPr/>
            <p:nvPr/>
          </p:nvSpPr>
          <p:spPr>
            <a:xfrm>
              <a:off x="7751441" y="5046646"/>
              <a:ext cx="162616" cy="162616"/>
            </a:xfrm>
            <a:prstGeom prst="ellipse">
              <a:avLst/>
            </a:prstGeom>
            <a:solidFill>
              <a:srgbClr val="9AA0A6"/>
            </a:solidFill>
            <a:ln>
              <a:noFill/>
            </a:ln>
          </p:spPr>
          <p:txBody>
            <a:bodyPr rtlCol="0" anchor="ctr"/>
            <a:lstStyle/>
            <a:p>
              <a:pPr algn="ctr"/>
            </a:p>
          </p:txBody>
        </p:sp>
        <p:sp>
          <p:nvSpPr>
            <p:cNvPr id="74" name="wheel"/>
            <p:cNvSpPr/>
            <p:nvPr/>
          </p:nvSpPr>
          <p:spPr>
            <a:xfrm>
              <a:off x="8214969" y="4815230"/>
              <a:ext cx="625449" cy="625449"/>
            </a:xfrm>
            <a:prstGeom prst="ellipse">
              <a:avLst/>
            </a:prstGeom>
            <a:solidFill>
              <a:srgbClr val="1B1D21"/>
            </a:solidFill>
            <a:ln w="19050">
              <a:solidFill>
                <a:srgbClr val="9AA0A6"/>
              </a:solidFill>
            </a:ln>
          </p:spPr>
          <p:txBody>
            <a:bodyPr rtlCol="0" anchor="ctr"/>
            <a:lstStyle/>
            <a:p>
              <a:pPr algn="ctr"/>
            </a:p>
          </p:txBody>
        </p:sp>
        <p:sp>
          <p:nvSpPr>
            <p:cNvPr id="75" name="hub"/>
            <p:cNvSpPr/>
            <p:nvPr/>
          </p:nvSpPr>
          <p:spPr>
            <a:xfrm>
              <a:off x="8446385" y="5046646"/>
              <a:ext cx="162616" cy="162616"/>
            </a:xfrm>
            <a:prstGeom prst="ellipse">
              <a:avLst/>
            </a:prstGeom>
            <a:solidFill>
              <a:srgbClr val="9AA0A6"/>
            </a:solidFill>
            <a:ln>
              <a:noFill/>
            </a:ln>
          </p:spPr>
          <p:txBody>
            <a:bodyPr rtlCol="0" anchor="ctr"/>
            <a:lstStyle/>
            <a:p>
              <a:pPr algn="ctr"/>
            </a:p>
          </p:txBody>
        </p:sp>
        <p:sp>
          <p:nvSpPr>
            <p:cNvPr id="76" name="wheel"/>
            <p:cNvSpPr/>
            <p:nvPr/>
          </p:nvSpPr>
          <p:spPr>
            <a:xfrm>
              <a:off x="8909913" y="4815230"/>
              <a:ext cx="625449" cy="625449"/>
            </a:xfrm>
            <a:prstGeom prst="ellipse">
              <a:avLst/>
            </a:prstGeom>
            <a:solidFill>
              <a:srgbClr val="1B1D21"/>
            </a:solidFill>
            <a:ln w="19050">
              <a:solidFill>
                <a:srgbClr val="9AA0A6"/>
              </a:solidFill>
            </a:ln>
          </p:spPr>
          <p:txBody>
            <a:bodyPr rtlCol="0" anchor="ctr"/>
            <a:lstStyle/>
            <a:p>
              <a:pPr algn="ctr"/>
            </a:p>
          </p:txBody>
        </p:sp>
        <p:sp>
          <p:nvSpPr>
            <p:cNvPr id="77" name="hub"/>
            <p:cNvSpPr/>
            <p:nvPr/>
          </p:nvSpPr>
          <p:spPr>
            <a:xfrm>
              <a:off x="9141329" y="5046646"/>
              <a:ext cx="162616" cy="162616"/>
            </a:xfrm>
            <a:prstGeom prst="ellipse">
              <a:avLst/>
            </a:prstGeom>
            <a:solidFill>
              <a:srgbClr val="9AA0A6"/>
            </a:solidFill>
            <a:ln>
              <a:noFill/>
            </a:ln>
          </p:spPr>
          <p:txBody>
            <a:bodyPr rtlCol="0" anchor="ctr"/>
            <a:lstStyle/>
            <a:p>
              <a:pPr algn="ctr"/>
            </a:p>
          </p:txBody>
        </p:sp>
        <p:sp>
          <p:nvSpPr>
            <p:cNvPr id="78" name="coupling rod"/>
            <p:cNvSpPr/>
            <p:nvPr/>
          </p:nvSpPr>
          <p:spPr>
            <a:xfrm>
              <a:off x="7137806" y="4947269"/>
              <a:ext cx="2084832" cy="48646"/>
            </a:xfrm>
            <a:prstGeom prst="rect">
              <a:avLst/>
            </a:prstGeom>
            <a:solidFill>
              <a:srgbClr val="D0D4D8"/>
            </a:solidFill>
            <a:ln>
              <a:noFill/>
            </a:ln>
          </p:spPr>
          <p:txBody>
            <a:bodyPr rtlCol="0" anchor="ctr"/>
            <a:lstStyle/>
            <a:p>
              <a:pPr algn="ctr"/>
            </a:p>
          </p:txBody>
        </p:sp>
        <p:sp>
          <p:nvSpPr>
            <p:cNvPr id="79" name="buffer beam"/>
            <p:cNvSpPr/>
            <p:nvPr/>
          </p:nvSpPr>
          <p:spPr>
            <a:xfrm>
              <a:off x="10404043" y="4780483"/>
              <a:ext cx="104241" cy="312724"/>
            </a:xfrm>
            <a:prstGeom prst="rect">
              <a:avLst/>
            </a:prstGeom>
            <a:solidFill>
              <a:srgbClr val="9AA0A6"/>
            </a:solidFill>
            <a:ln>
              <a:noFill/>
            </a:ln>
          </p:spPr>
          <p:txBody>
            <a:bodyPr rtlCol="0" anchor="ctr"/>
            <a:lstStyle/>
            <a:p>
              <a:pPr algn="ctr"/>
            </a:p>
          </p:txBody>
        </p:sp>
        <p:sp>
          <p:nvSpPr>
            <p:cNvPr id="80" name="number plate (blank)"/>
            <p:cNvSpPr/>
            <p:nvPr/>
          </p:nvSpPr>
          <p:spPr>
            <a:xfrm>
              <a:off x="5939028" y="4433011"/>
              <a:ext cx="502920" cy="237744"/>
            </a:xfrm>
            <a:prstGeom prst="roundRect">
              <a:avLst>
                <a:gd name="adj" fmla="val 30769"/>
              </a:avLst>
            </a:prstGeom>
            <a:solidFill>
              <a:srgbClr val="1B1D21"/>
            </a:solidFill>
            <a:ln w="25400">
              <a:solidFill>
                <a:srgbClr val="F28C28"/>
              </a:solidFill>
            </a:ln>
          </p:spPr>
          <p:txBody>
            <a:bodyPr rtlCol="0" anchor="ctr"/>
            <a:lstStyle/>
            <a:p>
              <a:pPr algn="ctr"/>
            </a:p>
          </p:txBody>
        </p:sp>
        <p:sp>
          <p:nvSpPr>
            <p:cNvPr id="81" name="digit bar"/>
            <p:cNvSpPr/>
            <p:nvPr/>
          </p:nvSpPr>
          <p:spPr>
            <a:xfrm>
              <a:off x="6039612" y="4504334"/>
              <a:ext cx="70408" cy="95097"/>
            </a:xfrm>
            <a:prstGeom prst="rect">
              <a:avLst/>
            </a:prstGeom>
            <a:solidFill>
              <a:srgbClr val="A9B0B8"/>
            </a:solidFill>
            <a:ln>
              <a:noFill/>
            </a:ln>
          </p:spPr>
          <p:txBody>
            <a:bodyPr rtlCol="0" anchor="ctr"/>
            <a:lstStyle/>
            <a:p>
              <a:pPr algn="ctr"/>
            </a:p>
          </p:txBody>
        </p:sp>
        <p:sp>
          <p:nvSpPr>
            <p:cNvPr id="82" name="digit bar"/>
            <p:cNvSpPr/>
            <p:nvPr/>
          </p:nvSpPr>
          <p:spPr>
            <a:xfrm>
              <a:off x="6150254" y="4504334"/>
              <a:ext cx="70408" cy="95097"/>
            </a:xfrm>
            <a:prstGeom prst="rect">
              <a:avLst/>
            </a:prstGeom>
            <a:solidFill>
              <a:srgbClr val="A9B0B8"/>
            </a:solidFill>
            <a:ln>
              <a:noFill/>
            </a:ln>
          </p:spPr>
          <p:txBody>
            <a:bodyPr rtlCol="0" anchor="ctr"/>
            <a:lstStyle/>
            <a:p>
              <a:pPr algn="ctr"/>
            </a:p>
          </p:txBody>
        </p:sp>
        <p:sp>
          <p:nvSpPr>
            <p:cNvPr id="83" name="digit bar"/>
            <p:cNvSpPr/>
            <p:nvPr/>
          </p:nvSpPr>
          <p:spPr>
            <a:xfrm>
              <a:off x="6260896" y="4504334"/>
              <a:ext cx="70408" cy="95097"/>
            </a:xfrm>
            <a:prstGeom prst="rect">
              <a:avLst/>
            </a:prstGeom>
            <a:solidFill>
              <a:srgbClr val="A9B0B8"/>
            </a:solidFill>
            <a:ln>
              <a:noFill/>
            </a:ln>
          </p:spPr>
          <p:txBody>
            <a:bodyPr rtlCol="0" anchor="ctr"/>
            <a:lstStyle/>
            <a:p>
              <a:pPr algn="ctr"/>
            </a:p>
          </p:txBody>
        </p:sp>
        <p:sp>
          <p:nvSpPr>
            <p:cNvPr id="84" name="number plate (blank)"/>
            <p:cNvSpPr/>
            <p:nvPr/>
          </p:nvSpPr>
          <p:spPr>
            <a:xfrm>
              <a:off x="7902244" y="4433011"/>
              <a:ext cx="1005840" cy="274320"/>
            </a:xfrm>
            <a:prstGeom prst="roundRect">
              <a:avLst>
                <a:gd name="adj" fmla="val 26666"/>
              </a:avLst>
            </a:prstGeom>
            <a:solidFill>
              <a:srgbClr val="1B1D21"/>
            </a:solidFill>
            <a:ln w="25400">
              <a:solidFill>
                <a:srgbClr val="F28C28"/>
              </a:solidFill>
            </a:ln>
          </p:spPr>
          <p:txBody>
            <a:bodyPr rtlCol="0" anchor="ctr"/>
            <a:lstStyle/>
            <a:p>
              <a:pPr algn="ctr"/>
            </a:p>
          </p:txBody>
        </p:sp>
        <p:sp>
          <p:nvSpPr>
            <p:cNvPr id="85" name="digit bar"/>
            <p:cNvSpPr/>
            <p:nvPr/>
          </p:nvSpPr>
          <p:spPr>
            <a:xfrm>
              <a:off x="8103412" y="4515307"/>
              <a:ext cx="140817" cy="109728"/>
            </a:xfrm>
            <a:prstGeom prst="rect">
              <a:avLst/>
            </a:prstGeom>
            <a:solidFill>
              <a:srgbClr val="A9B0B8"/>
            </a:solidFill>
            <a:ln>
              <a:noFill/>
            </a:ln>
          </p:spPr>
          <p:txBody>
            <a:bodyPr rtlCol="0" anchor="ctr"/>
            <a:lstStyle/>
            <a:p>
              <a:pPr algn="ctr"/>
            </a:p>
          </p:txBody>
        </p:sp>
        <p:sp>
          <p:nvSpPr>
            <p:cNvPr id="86" name="digit bar"/>
            <p:cNvSpPr/>
            <p:nvPr/>
          </p:nvSpPr>
          <p:spPr>
            <a:xfrm>
              <a:off x="8324697" y="4515307"/>
              <a:ext cx="140817" cy="109728"/>
            </a:xfrm>
            <a:prstGeom prst="rect">
              <a:avLst/>
            </a:prstGeom>
            <a:solidFill>
              <a:srgbClr val="A9B0B8"/>
            </a:solidFill>
            <a:ln>
              <a:noFill/>
            </a:ln>
          </p:spPr>
          <p:txBody>
            <a:bodyPr rtlCol="0" anchor="ctr"/>
            <a:lstStyle/>
            <a:p>
              <a:pPr algn="ctr"/>
            </a:p>
          </p:txBody>
        </p:sp>
        <p:sp>
          <p:nvSpPr>
            <p:cNvPr id="87" name="digit bar"/>
            <p:cNvSpPr/>
            <p:nvPr/>
          </p:nvSpPr>
          <p:spPr>
            <a:xfrm>
              <a:off x="8545982" y="4515307"/>
              <a:ext cx="140817" cy="109728"/>
            </a:xfrm>
            <a:prstGeom prst="rect">
              <a:avLst/>
            </a:prstGeom>
            <a:solidFill>
              <a:srgbClr val="A9B0B8"/>
            </a:solidFill>
            <a:ln>
              <a:noFill/>
            </a:ln>
          </p:spPr>
          <p:txBody>
            <a:bodyPr rtlCol="0" anchor="ctr"/>
            <a:lstStyle/>
            <a:p>
              <a:pPr algn="ctr"/>
            </a:p>
          </p:txBody>
        </p:sp>
        <p:sp>
          <p:nvSpPr>
            <p:cNvPr id="88" name="mark label"/>
            <p:cNvSpPr txBox="1"/>
            <p:nvPr/>
          </p:nvSpPr>
          <p:spPr>
            <a:xfrm>
              <a:off x="5710428" y="3493008"/>
              <a:ext cx="1005840" cy="310896"/>
            </a:xfrm>
            <a:prstGeom prst="rect">
              <a:avLst/>
            </a:prstGeom>
            <a:noFill/>
          </p:spPr>
          <p:txBody>
            <a:bodyPr wrap="square" anchor="ctr" lIns="18288" tIns="9144" rIns="18288" bIns="9144">
              <a:noAutofit/>
            </a:bodyPr>
            <a:lstStyle/>
            <a:p>
              <a:pPr algn="ctr"/>
              <a:r>
                <a:rPr sz="1400" b="1" i="0" lang="en-GB">
                  <a:solidFill>
                    <a:srgbClr val="F2F2F2"/>
                  </a:solidFill>
                  <a:latin typeface="Arial"/>
                </a:rPr>
                <a:t>Bunker</a:t>
              </a:r>
            </a:p>
          </p:txBody>
        </p:sp>
        <p:cxnSp>
          <p:nvCxnSpPr>
            <p:cNvPr id="89" name="leader"/>
            <p:cNvCxnSpPr/>
            <p:nvPr/>
          </p:nvCxnSpPr>
          <p:spPr>
            <a:xfrm>
              <a:off x="6195060" y="3822191"/>
              <a:ext cx="0" cy="629108"/>
            </a:xfrm>
            <a:prstGeom prst="line">
              <a:avLst/>
            </a:prstGeom>
            <a:ln w="22225">
              <a:solidFill>
                <a:srgbClr val="F28C28"/>
              </a:solidFill>
            </a:ln>
          </p:spPr>
        </p:cxnSp>
        <p:sp>
          <p:nvSpPr>
            <p:cNvPr id="90" name="leader dot"/>
            <p:cNvSpPr/>
            <p:nvPr/>
          </p:nvSpPr>
          <p:spPr>
            <a:xfrm>
              <a:off x="6140196" y="4396435"/>
              <a:ext cx="109728" cy="109728"/>
            </a:xfrm>
            <a:prstGeom prst="ellipse">
              <a:avLst/>
            </a:prstGeom>
            <a:solidFill>
              <a:srgbClr val="F28C28"/>
            </a:solidFill>
            <a:ln>
              <a:noFill/>
            </a:ln>
          </p:spPr>
          <p:txBody>
            <a:bodyPr rtlCol="0" anchor="ctr"/>
            <a:lstStyle/>
            <a:p>
              <a:pPr algn="ctr"/>
            </a:p>
          </p:txBody>
        </p:sp>
        <p:sp>
          <p:nvSpPr>
            <p:cNvPr id="91" name="mark label"/>
            <p:cNvSpPr txBox="1"/>
            <p:nvPr/>
          </p:nvSpPr>
          <p:spPr>
            <a:xfrm>
              <a:off x="7902244" y="3493008"/>
              <a:ext cx="1280160" cy="310896"/>
            </a:xfrm>
            <a:prstGeom prst="rect">
              <a:avLst/>
            </a:prstGeom>
            <a:noFill/>
          </p:spPr>
          <p:txBody>
            <a:bodyPr wrap="square" anchor="ctr" lIns="18288" tIns="9144" rIns="18288" bIns="9144">
              <a:noAutofit/>
            </a:bodyPr>
            <a:lstStyle/>
            <a:p>
              <a:pPr algn="ctr"/>
              <a:r>
                <a:rPr sz="1400" b="1" i="0" lang="en-GB">
                  <a:solidFill>
                    <a:srgbClr val="F2F2F2"/>
                  </a:solidFill>
                  <a:latin typeface="Arial"/>
                </a:rPr>
                <a:t>Tank side</a:t>
              </a:r>
            </a:p>
          </p:txBody>
        </p:sp>
        <p:cxnSp>
          <p:nvCxnSpPr>
            <p:cNvPr id="92" name="leader"/>
            <p:cNvCxnSpPr/>
            <p:nvPr/>
          </p:nvCxnSpPr>
          <p:spPr>
            <a:xfrm>
              <a:off x="8405164" y="3822191"/>
              <a:ext cx="0" cy="629108"/>
            </a:xfrm>
            <a:prstGeom prst="line">
              <a:avLst/>
            </a:prstGeom>
            <a:ln w="22225">
              <a:solidFill>
                <a:srgbClr val="F28C28"/>
              </a:solidFill>
            </a:ln>
          </p:spPr>
        </p:cxnSp>
        <p:sp>
          <p:nvSpPr>
            <p:cNvPr id="93" name="leader dot"/>
            <p:cNvSpPr/>
            <p:nvPr/>
          </p:nvSpPr>
          <p:spPr>
            <a:xfrm>
              <a:off x="8350300" y="4396435"/>
              <a:ext cx="109728" cy="109728"/>
            </a:xfrm>
            <a:prstGeom prst="ellipse">
              <a:avLst/>
            </a:prstGeom>
            <a:solidFill>
              <a:srgbClr val="F28C28"/>
            </a:solidFill>
            <a:ln>
              <a:noFill/>
            </a:ln>
          </p:spPr>
          <p:txBody>
            <a:bodyPr rtlCol="0" anchor="ctr"/>
            <a:lstStyle/>
            <a:p>
              <a:pPr algn="ctr"/>
            </a:p>
          </p:txBody>
        </p:sp>
      </p:grpSp>
      <p:sp>
        <p:nvSpPr>
          <p:cNvPr id="9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95"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96"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Each engine shows its number where real ones did. There is no single decal spot.</a:t>
            </a:r>
          </a:p>
        </p:txBody>
      </p:sp>
      <p:sp>
        <p:nvSpPr>
          <p:cNvPr id="97"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Find any engine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sp>
        <p:nvSpPr>
          <p:cNvPr id="4" name="CHIP NOTE"/>
          <p:cNvSpPr txBox="1"/>
          <p:nvPr/>
        </p:nvSpPr>
        <p:spPr>
          <a:xfrm>
            <a:off x="9448495" y="932688"/>
            <a:ext cx="219456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Agreed direction</a:t>
            </a:r>
          </a:p>
        </p:txBody>
      </p:sp>
      <p:grpSp>
        <p:nvGrpSpPr>
          <p:cNvPr id="5" name="Fleet search mock-up" descr="A mock map of a rail network with engine dots. Dots that match the search are bright orange and the rest are dimmed. Beside it are two search boxes, one with the class 9F and one with the number 92214, and a list that shows only the matches. All examples only."/>
          <p:cNvGrpSpPr/>
          <p:nvPr/>
        </p:nvGrpSpPr>
        <p:grpSpPr>
          <a:xfrm>
            <a:off x="548640" y="1371600"/>
            <a:ext cx="11091672" cy="3703320"/>
            <a:chOff x="548640" y="1371600"/>
            <a:chExt cx="11091672" cy="3703320"/>
          </a:xfrm>
        </p:grpSpPr>
        <p:sp>
          <p:nvSpPr>
            <p:cNvPr id="6" name="map panel"/>
            <p:cNvSpPr/>
            <p:nvPr/>
          </p:nvSpPr>
          <p:spPr>
            <a:xfrm>
              <a:off x="548640" y="1371600"/>
              <a:ext cx="6949440" cy="3703320"/>
            </a:xfrm>
            <a:prstGeom prst="roundRect">
              <a:avLst>
                <a:gd name="adj" fmla="val 2469"/>
              </a:avLst>
            </a:prstGeom>
            <a:solidFill>
              <a:srgbClr val="1B1D21"/>
            </a:solidFill>
            <a:ln w="19050">
              <a:solidFill>
                <a:srgbClr val="4A515B"/>
              </a:solidFill>
            </a:ln>
          </p:spPr>
          <p:txBody>
            <a:bodyPr rtlCol="0" anchor="ctr"/>
            <a:lstStyle/>
            <a:p>
              <a:pPr algn="ctr"/>
            </a:p>
          </p:txBody>
        </p:sp>
        <p:sp>
          <p:nvSpPr>
            <p:cNvPr id="7" name="track"/>
            <p:cNvSpPr/>
            <p:nvPr/>
          </p:nvSpPr>
          <p:spPr>
            <a:xfrm>
              <a:off x="822960" y="1920240"/>
              <a:ext cx="6400800" cy="822960"/>
            </a:xfrm>
            <a:custGeom>
              <a:avLst/>
              <a:gdLst/>
              <a:ahLst/>
              <a:cxnLst/>
              <a:rect l="l" t="t" r="r" b="b"/>
              <a:pathLst>
                <a:path w="6400800" h="822960">
                  <a:moveTo>
                    <a:pt x="0" y="822960"/>
                  </a:moveTo>
                  <a:lnTo>
                    <a:pt x="1920240" y="822960"/>
                  </a:lnTo>
                  <a:lnTo>
                    <a:pt x="3017520" y="0"/>
                  </a:lnTo>
                  <a:lnTo>
                    <a:pt x="6400800" y="0"/>
                  </a:lnTo>
                </a:path>
              </a:pathLst>
            </a:custGeom>
            <a:noFill/>
            <a:ln w="38100">
              <a:solidFill>
                <a:srgbClr val="5B636E"/>
              </a:solidFill>
            </a:ln>
          </p:spPr>
          <p:txBody>
            <a:bodyPr rtlCol="0" anchor="ctr"/>
            <a:lstStyle/>
            <a:p>
              <a:pPr algn="ctr"/>
            </a:p>
          </p:txBody>
        </p:sp>
        <p:sp>
          <p:nvSpPr>
            <p:cNvPr id="8" name="track"/>
            <p:cNvSpPr/>
            <p:nvPr/>
          </p:nvSpPr>
          <p:spPr>
            <a:xfrm>
              <a:off x="2743200" y="2743200"/>
              <a:ext cx="4480560" cy="1097280"/>
            </a:xfrm>
            <a:custGeom>
              <a:avLst/>
              <a:gdLst/>
              <a:ahLst/>
              <a:cxnLst/>
              <a:rect l="l" t="t" r="r" b="b"/>
              <a:pathLst>
                <a:path w="4480560" h="1097280">
                  <a:moveTo>
                    <a:pt x="0" y="0"/>
                  </a:moveTo>
                  <a:lnTo>
                    <a:pt x="1280160" y="1097280"/>
                  </a:lnTo>
                  <a:lnTo>
                    <a:pt x="4480560" y="1097280"/>
                  </a:lnTo>
                </a:path>
              </a:pathLst>
            </a:custGeom>
            <a:noFill/>
            <a:ln w="38100">
              <a:solidFill>
                <a:srgbClr val="5B636E"/>
              </a:solidFill>
            </a:ln>
          </p:spPr>
          <p:txBody>
            <a:bodyPr rtlCol="0" anchor="ctr"/>
            <a:lstStyle/>
            <a:p>
              <a:pPr algn="ctr"/>
            </a:p>
          </p:txBody>
        </p:sp>
        <p:sp>
          <p:nvSpPr>
            <p:cNvPr id="9" name="track"/>
            <p:cNvSpPr/>
            <p:nvPr/>
          </p:nvSpPr>
          <p:spPr>
            <a:xfrm>
              <a:off x="822960" y="3840480"/>
              <a:ext cx="3200400" cy="640080"/>
            </a:xfrm>
            <a:custGeom>
              <a:avLst/>
              <a:gdLst/>
              <a:ahLst/>
              <a:cxnLst/>
              <a:rect l="l" t="t" r="r" b="b"/>
              <a:pathLst>
                <a:path w="3200400" h="640080">
                  <a:moveTo>
                    <a:pt x="0" y="640080"/>
                  </a:moveTo>
                  <a:lnTo>
                    <a:pt x="1371600" y="640080"/>
                  </a:lnTo>
                  <a:lnTo>
                    <a:pt x="3200400" y="0"/>
                  </a:lnTo>
                </a:path>
              </a:pathLst>
            </a:custGeom>
            <a:noFill/>
            <a:ln w="38100">
              <a:solidFill>
                <a:srgbClr val="5B636E"/>
              </a:solidFill>
            </a:ln>
          </p:spPr>
          <p:txBody>
            <a:bodyPr rtlCol="0" anchor="ctr"/>
            <a:lstStyle/>
            <a:p>
              <a:pPr algn="ctr"/>
            </a:p>
          </p:txBody>
        </p:sp>
        <p:sp>
          <p:nvSpPr>
            <p:cNvPr id="10" name="track"/>
            <p:cNvSpPr/>
            <p:nvPr/>
          </p:nvSpPr>
          <p:spPr>
            <a:xfrm>
              <a:off x="5303520" y="1920240"/>
              <a:ext cx="1920240" cy="1005840"/>
            </a:xfrm>
            <a:custGeom>
              <a:avLst/>
              <a:gdLst/>
              <a:ahLst/>
              <a:cxnLst/>
              <a:rect l="l" t="t" r="r" b="b"/>
              <a:pathLst>
                <a:path w="1920240" h="1005840">
                  <a:moveTo>
                    <a:pt x="0" y="0"/>
                  </a:moveTo>
                  <a:lnTo>
                    <a:pt x="822960" y="1005840"/>
                  </a:lnTo>
                  <a:lnTo>
                    <a:pt x="1920240" y="1005840"/>
                  </a:lnTo>
                </a:path>
              </a:pathLst>
            </a:custGeom>
            <a:noFill/>
            <a:ln w="38100">
              <a:solidFill>
                <a:srgbClr val="5B636E"/>
              </a:solidFill>
            </a:ln>
          </p:spPr>
          <p:txBody>
            <a:bodyPr rtlCol="0" anchor="ctr"/>
            <a:lstStyle/>
            <a:p>
              <a:pPr algn="ctr"/>
            </a:p>
          </p:txBody>
        </p:sp>
        <p:sp>
          <p:nvSpPr>
            <p:cNvPr id="11" name="station"/>
            <p:cNvSpPr/>
            <p:nvPr/>
          </p:nvSpPr>
          <p:spPr>
            <a:xfrm>
              <a:off x="2651760" y="2651760"/>
              <a:ext cx="182880" cy="182880"/>
            </a:xfrm>
            <a:prstGeom prst="rect">
              <a:avLst/>
            </a:prstGeom>
            <a:solidFill>
              <a:srgbClr val="9AA0A6"/>
            </a:solidFill>
            <a:ln>
              <a:noFill/>
            </a:ln>
          </p:spPr>
          <p:txBody>
            <a:bodyPr rtlCol="0" anchor="ctr"/>
            <a:lstStyle/>
            <a:p>
              <a:pPr algn="ctr"/>
            </a:p>
          </p:txBody>
        </p:sp>
        <p:sp>
          <p:nvSpPr>
            <p:cNvPr id="12" name="station"/>
            <p:cNvSpPr/>
            <p:nvPr/>
          </p:nvSpPr>
          <p:spPr>
            <a:xfrm>
              <a:off x="3749040" y="1828800"/>
              <a:ext cx="182880" cy="182880"/>
            </a:xfrm>
            <a:prstGeom prst="rect">
              <a:avLst/>
            </a:prstGeom>
            <a:solidFill>
              <a:srgbClr val="9AA0A6"/>
            </a:solidFill>
            <a:ln>
              <a:noFill/>
            </a:ln>
          </p:spPr>
          <p:txBody>
            <a:bodyPr rtlCol="0" anchor="ctr"/>
            <a:lstStyle/>
            <a:p>
              <a:pPr algn="ctr"/>
            </a:p>
          </p:txBody>
        </p:sp>
        <p:sp>
          <p:nvSpPr>
            <p:cNvPr id="13" name="station"/>
            <p:cNvSpPr/>
            <p:nvPr/>
          </p:nvSpPr>
          <p:spPr>
            <a:xfrm>
              <a:off x="3931920" y="3749040"/>
              <a:ext cx="182880" cy="182880"/>
            </a:xfrm>
            <a:prstGeom prst="rect">
              <a:avLst/>
            </a:prstGeom>
            <a:solidFill>
              <a:srgbClr val="9AA0A6"/>
            </a:solidFill>
            <a:ln>
              <a:noFill/>
            </a:ln>
          </p:spPr>
          <p:txBody>
            <a:bodyPr rtlCol="0" anchor="ctr"/>
            <a:lstStyle/>
            <a:p>
              <a:pPr algn="ctr"/>
            </a:p>
          </p:txBody>
        </p:sp>
        <p:sp>
          <p:nvSpPr>
            <p:cNvPr id="14" name="station"/>
            <p:cNvSpPr/>
            <p:nvPr/>
          </p:nvSpPr>
          <p:spPr>
            <a:xfrm>
              <a:off x="6035040" y="2834640"/>
              <a:ext cx="182880" cy="182880"/>
            </a:xfrm>
            <a:prstGeom prst="rect">
              <a:avLst/>
            </a:prstGeom>
            <a:solidFill>
              <a:srgbClr val="9AA0A6"/>
            </a:solidFill>
            <a:ln>
              <a:noFill/>
            </a:ln>
          </p:spPr>
          <p:txBody>
            <a:bodyPr rtlCol="0" anchor="ctr"/>
            <a:lstStyle/>
            <a:p>
              <a:pPr algn="ctr"/>
            </a:p>
          </p:txBody>
        </p:sp>
        <p:sp>
          <p:nvSpPr>
            <p:cNvPr id="15" name="station"/>
            <p:cNvSpPr/>
            <p:nvPr/>
          </p:nvSpPr>
          <p:spPr>
            <a:xfrm>
              <a:off x="5212080" y="1828800"/>
              <a:ext cx="182880" cy="182880"/>
            </a:xfrm>
            <a:prstGeom prst="rect">
              <a:avLst/>
            </a:prstGeom>
            <a:solidFill>
              <a:srgbClr val="9AA0A6"/>
            </a:solidFill>
            <a:ln>
              <a:noFill/>
            </a:ln>
          </p:spPr>
          <p:txBody>
            <a:bodyPr rtlCol="0" anchor="ctr"/>
            <a:lstStyle/>
            <a:p>
              <a:pPr algn="ctr"/>
            </a:p>
          </p:txBody>
        </p:sp>
        <p:sp>
          <p:nvSpPr>
            <p:cNvPr id="16" name="dim dot"/>
            <p:cNvSpPr/>
            <p:nvPr/>
          </p:nvSpPr>
          <p:spPr>
            <a:xfrm>
              <a:off x="1271016" y="2642616"/>
              <a:ext cx="201168" cy="201168"/>
            </a:xfrm>
            <a:prstGeom prst="ellipse">
              <a:avLst/>
            </a:prstGeom>
            <a:solidFill>
              <a:srgbClr val="444B55"/>
            </a:solidFill>
            <a:ln>
              <a:noFill/>
            </a:ln>
          </p:spPr>
          <p:txBody>
            <a:bodyPr rtlCol="0" anchor="ctr"/>
            <a:lstStyle/>
            <a:p>
              <a:pPr algn="ctr"/>
            </a:p>
          </p:txBody>
        </p:sp>
        <p:sp>
          <p:nvSpPr>
            <p:cNvPr id="17" name="match dot"/>
            <p:cNvSpPr/>
            <p:nvPr/>
          </p:nvSpPr>
          <p:spPr>
            <a:xfrm>
              <a:off x="1938527" y="2578608"/>
              <a:ext cx="329184" cy="329184"/>
            </a:xfrm>
            <a:prstGeom prst="ellipse">
              <a:avLst/>
            </a:prstGeom>
            <a:solidFill>
              <a:srgbClr val="F28C28"/>
            </a:solidFill>
            <a:ln w="25400">
              <a:solidFill>
                <a:srgbClr val="F2F2F2"/>
              </a:solidFill>
            </a:ln>
          </p:spPr>
          <p:txBody>
            <a:bodyPr rtlCol="0" anchor="ctr"/>
            <a:lstStyle/>
            <a:p>
              <a:pPr algn="ctr"/>
            </a:p>
          </p:txBody>
        </p:sp>
        <p:sp>
          <p:nvSpPr>
            <p:cNvPr id="18" name="dim dot"/>
            <p:cNvSpPr/>
            <p:nvPr/>
          </p:nvSpPr>
          <p:spPr>
            <a:xfrm>
              <a:off x="3282696" y="2231136"/>
              <a:ext cx="201168" cy="201168"/>
            </a:xfrm>
            <a:prstGeom prst="ellipse">
              <a:avLst/>
            </a:prstGeom>
            <a:solidFill>
              <a:srgbClr val="444B55"/>
            </a:solidFill>
            <a:ln>
              <a:noFill/>
            </a:ln>
          </p:spPr>
          <p:txBody>
            <a:bodyPr rtlCol="0" anchor="ctr"/>
            <a:lstStyle/>
            <a:p>
              <a:pPr algn="ctr"/>
            </a:p>
          </p:txBody>
        </p:sp>
        <p:sp>
          <p:nvSpPr>
            <p:cNvPr id="19" name="match dot"/>
            <p:cNvSpPr/>
            <p:nvPr/>
          </p:nvSpPr>
          <p:spPr>
            <a:xfrm>
              <a:off x="4590288" y="1755648"/>
              <a:ext cx="329184" cy="329184"/>
            </a:xfrm>
            <a:prstGeom prst="ellipse">
              <a:avLst/>
            </a:prstGeom>
            <a:solidFill>
              <a:srgbClr val="F28C28"/>
            </a:solidFill>
            <a:ln w="25400">
              <a:solidFill>
                <a:srgbClr val="F2F2F2"/>
              </a:solidFill>
            </a:ln>
          </p:spPr>
          <p:txBody>
            <a:bodyPr rtlCol="0" anchor="ctr"/>
            <a:lstStyle/>
            <a:p>
              <a:pPr algn="ctr"/>
            </a:p>
          </p:txBody>
        </p:sp>
        <p:sp>
          <p:nvSpPr>
            <p:cNvPr id="20" name="dim dot"/>
            <p:cNvSpPr/>
            <p:nvPr/>
          </p:nvSpPr>
          <p:spPr>
            <a:xfrm>
              <a:off x="6208776" y="1819656"/>
              <a:ext cx="201168" cy="201168"/>
            </a:xfrm>
            <a:prstGeom prst="ellipse">
              <a:avLst/>
            </a:prstGeom>
            <a:solidFill>
              <a:srgbClr val="444B55"/>
            </a:solidFill>
            <a:ln>
              <a:noFill/>
            </a:ln>
          </p:spPr>
          <p:txBody>
            <a:bodyPr rtlCol="0" anchor="ctr"/>
            <a:lstStyle/>
            <a:p>
              <a:pPr algn="ctr"/>
            </a:p>
          </p:txBody>
        </p:sp>
        <p:sp>
          <p:nvSpPr>
            <p:cNvPr id="21" name="dim dot"/>
            <p:cNvSpPr/>
            <p:nvPr/>
          </p:nvSpPr>
          <p:spPr>
            <a:xfrm>
              <a:off x="3282696" y="3191256"/>
              <a:ext cx="201168" cy="201168"/>
            </a:xfrm>
            <a:prstGeom prst="ellipse">
              <a:avLst/>
            </a:prstGeom>
            <a:solidFill>
              <a:srgbClr val="444B55"/>
            </a:solidFill>
            <a:ln>
              <a:noFill/>
            </a:ln>
          </p:spPr>
          <p:txBody>
            <a:bodyPr rtlCol="0" anchor="ctr"/>
            <a:lstStyle/>
            <a:p>
              <a:pPr algn="ctr"/>
            </a:p>
          </p:txBody>
        </p:sp>
        <p:sp>
          <p:nvSpPr>
            <p:cNvPr id="22" name="match dot"/>
            <p:cNvSpPr/>
            <p:nvPr/>
          </p:nvSpPr>
          <p:spPr>
            <a:xfrm>
              <a:off x="4590288" y="3675888"/>
              <a:ext cx="329184" cy="329184"/>
            </a:xfrm>
            <a:prstGeom prst="ellipse">
              <a:avLst/>
            </a:prstGeom>
            <a:solidFill>
              <a:srgbClr val="F28C28"/>
            </a:solidFill>
            <a:ln w="25400">
              <a:solidFill>
                <a:srgbClr val="F2F2F2"/>
              </a:solidFill>
            </a:ln>
          </p:spPr>
          <p:txBody>
            <a:bodyPr rtlCol="0" anchor="ctr"/>
            <a:lstStyle/>
            <a:p>
              <a:pPr algn="ctr"/>
            </a:p>
          </p:txBody>
        </p:sp>
        <p:sp>
          <p:nvSpPr>
            <p:cNvPr id="23" name="dim dot"/>
            <p:cNvSpPr/>
            <p:nvPr/>
          </p:nvSpPr>
          <p:spPr>
            <a:xfrm>
              <a:off x="6300216" y="3739896"/>
              <a:ext cx="201168" cy="201168"/>
            </a:xfrm>
            <a:prstGeom prst="ellipse">
              <a:avLst/>
            </a:prstGeom>
            <a:solidFill>
              <a:srgbClr val="444B55"/>
            </a:solidFill>
            <a:ln>
              <a:noFill/>
            </a:ln>
          </p:spPr>
          <p:txBody>
            <a:bodyPr rtlCol="0" anchor="ctr"/>
            <a:lstStyle/>
            <a:p>
              <a:pPr algn="ctr"/>
            </a:p>
          </p:txBody>
        </p:sp>
        <p:sp>
          <p:nvSpPr>
            <p:cNvPr id="24" name="dim dot"/>
            <p:cNvSpPr/>
            <p:nvPr/>
          </p:nvSpPr>
          <p:spPr>
            <a:xfrm>
              <a:off x="1362456" y="4379976"/>
              <a:ext cx="201168" cy="201168"/>
            </a:xfrm>
            <a:prstGeom prst="ellipse">
              <a:avLst/>
            </a:prstGeom>
            <a:solidFill>
              <a:srgbClr val="444B55"/>
            </a:solidFill>
            <a:ln>
              <a:noFill/>
            </a:ln>
          </p:spPr>
          <p:txBody>
            <a:bodyPr rtlCol="0" anchor="ctr"/>
            <a:lstStyle/>
            <a:p>
              <a:pPr algn="ctr"/>
            </a:p>
          </p:txBody>
        </p:sp>
        <p:sp>
          <p:nvSpPr>
            <p:cNvPr id="25" name="dim dot"/>
            <p:cNvSpPr/>
            <p:nvPr/>
          </p:nvSpPr>
          <p:spPr>
            <a:xfrm>
              <a:off x="5660136" y="2414016"/>
              <a:ext cx="201168" cy="201168"/>
            </a:xfrm>
            <a:prstGeom prst="ellipse">
              <a:avLst/>
            </a:prstGeom>
            <a:solidFill>
              <a:srgbClr val="444B55"/>
            </a:solidFill>
            <a:ln>
              <a:noFill/>
            </a:ln>
          </p:spPr>
          <p:txBody>
            <a:bodyPr rtlCol="0" anchor="ctr"/>
            <a:lstStyle/>
            <a:p>
              <a:pPr algn="ctr"/>
            </a:p>
          </p:txBody>
        </p:sp>
        <p:sp>
          <p:nvSpPr>
            <p:cNvPr id="26" name="dim dot"/>
            <p:cNvSpPr/>
            <p:nvPr/>
          </p:nvSpPr>
          <p:spPr>
            <a:xfrm>
              <a:off x="6665976" y="2825496"/>
              <a:ext cx="201168" cy="201168"/>
            </a:xfrm>
            <a:prstGeom prst="ellipse">
              <a:avLst/>
            </a:prstGeom>
            <a:solidFill>
              <a:srgbClr val="444B55"/>
            </a:solidFill>
            <a:ln>
              <a:noFill/>
            </a:ln>
          </p:spPr>
          <p:txBody>
            <a:bodyPr rtlCol="0" anchor="ctr"/>
            <a:lstStyle/>
            <a:p>
              <a:pPr algn="ctr"/>
            </a:p>
          </p:txBody>
        </p:sp>
        <p:sp>
          <p:nvSpPr>
            <p:cNvPr id="27" name="dim dot"/>
            <p:cNvSpPr/>
            <p:nvPr/>
          </p:nvSpPr>
          <p:spPr>
            <a:xfrm>
              <a:off x="1819656" y="4379976"/>
              <a:ext cx="201168" cy="201168"/>
            </a:xfrm>
            <a:prstGeom prst="ellipse">
              <a:avLst/>
            </a:prstGeom>
            <a:solidFill>
              <a:srgbClr val="444B55"/>
            </a:solidFill>
            <a:ln>
              <a:noFill/>
            </a:ln>
          </p:spPr>
          <p:txBody>
            <a:bodyPr rtlCol="0" anchor="ctr"/>
            <a:lstStyle/>
            <a:p>
              <a:pPr algn="ctr"/>
            </a:p>
          </p:txBody>
        </p:sp>
        <p:sp>
          <p:nvSpPr>
            <p:cNvPr id="28" name="example label"/>
            <p:cNvSpPr txBox="1"/>
            <p:nvPr/>
          </p:nvSpPr>
          <p:spPr>
            <a:xfrm>
              <a:off x="731520" y="4663440"/>
              <a:ext cx="1828800" cy="274320"/>
            </a:xfrm>
            <a:prstGeom prst="rect">
              <a:avLst/>
            </a:prstGeom>
            <a:noFill/>
          </p:spPr>
          <p:txBody>
            <a:bodyPr wrap="square" anchor="ctr" lIns="18288" tIns="9144" rIns="18288" bIns="9144">
              <a:noAutofit/>
            </a:bodyPr>
            <a:lstStyle/>
            <a:p>
              <a:pPr algn="l"/>
              <a:r>
                <a:rPr sz="1400" b="0" i="0" lang="en-GB">
                  <a:solidFill>
                    <a:srgbClr val="A9B0B8"/>
                  </a:solidFill>
                  <a:latin typeface="Arial"/>
                </a:rPr>
                <a:t>Example only</a:t>
              </a:r>
            </a:p>
          </p:txBody>
        </p:sp>
        <p:sp>
          <p:nvSpPr>
            <p:cNvPr id="29" name="search box"/>
            <p:cNvSpPr/>
            <p:nvPr/>
          </p:nvSpPr>
          <p:spPr>
            <a:xfrm>
              <a:off x="7772400" y="1371600"/>
              <a:ext cx="3867912" cy="640080"/>
            </a:xfrm>
            <a:prstGeom prst="roundRect">
              <a:avLst>
                <a:gd name="adj" fmla="val 14285"/>
              </a:avLst>
            </a:prstGeom>
            <a:solidFill>
              <a:srgbClr val="343A43"/>
            </a:solidFill>
            <a:ln w="31750">
              <a:solidFill>
                <a:srgbClr val="F28C28"/>
              </a:solidFill>
            </a:ln>
          </p:spPr>
          <p:txBody>
            <a:bodyPr rtlCol="0" anchor="ctr"/>
            <a:lstStyle/>
            <a:p>
              <a:pPr algn="ctr"/>
            </a:p>
          </p:txBody>
        </p:sp>
        <p:sp>
          <p:nvSpPr>
            <p:cNvPr id="30" name="magnifier lens"/>
            <p:cNvSpPr/>
            <p:nvPr/>
          </p:nvSpPr>
          <p:spPr>
            <a:xfrm>
              <a:off x="7955279" y="1508760"/>
              <a:ext cx="241401" cy="241401"/>
            </a:xfrm>
            <a:prstGeom prst="ellipse">
              <a:avLst/>
            </a:prstGeom>
            <a:noFill/>
            <a:ln w="31750">
              <a:solidFill>
                <a:srgbClr val="F2F2F2"/>
              </a:solidFill>
            </a:ln>
          </p:spPr>
          <p:txBody>
            <a:bodyPr rtlCol="0" anchor="ctr"/>
            <a:lstStyle/>
            <a:p>
              <a:pPr algn="ctr"/>
            </a:p>
          </p:txBody>
        </p:sp>
        <p:cxnSp>
          <p:nvCxnSpPr>
            <p:cNvPr id="31" name="magnifier handle"/>
            <p:cNvCxnSpPr/>
            <p:nvPr/>
          </p:nvCxnSpPr>
          <p:spPr>
            <a:xfrm>
              <a:off x="8160471" y="1713951"/>
              <a:ext cx="160569" cy="160568"/>
            </a:xfrm>
            <a:prstGeom prst="line">
              <a:avLst/>
            </a:prstGeom>
            <a:ln w="47625">
              <a:solidFill>
                <a:srgbClr val="F2F2F2"/>
              </a:solidFill>
            </a:ln>
          </p:spPr>
        </p:cxnSp>
        <p:sp>
          <p:nvSpPr>
            <p:cNvPr id="32" name="search text"/>
            <p:cNvSpPr txBox="1"/>
            <p:nvPr/>
          </p:nvSpPr>
          <p:spPr>
            <a:xfrm>
              <a:off x="8503920" y="1371600"/>
              <a:ext cx="1737360" cy="640080"/>
            </a:xfrm>
            <a:prstGeom prst="rect">
              <a:avLst/>
            </a:prstGeom>
            <a:noFill/>
          </p:spPr>
          <p:txBody>
            <a:bodyPr wrap="square" anchor="ctr" lIns="18288" tIns="9144" rIns="18288" bIns="9144">
              <a:noAutofit/>
            </a:bodyPr>
            <a:lstStyle/>
            <a:p>
              <a:pPr algn="l"/>
              <a:r>
                <a:rPr sz="2400" b="1" i="0" lang="en-GB">
                  <a:solidFill>
                    <a:srgbClr val="F2F2F2"/>
                  </a:solidFill>
                  <a:latin typeface="Arial"/>
                </a:rPr>
                <a:t>9F</a:t>
              </a:r>
            </a:p>
          </p:txBody>
        </p:sp>
        <p:sp>
          <p:nvSpPr>
            <p:cNvPr id="33" name="search kind"/>
            <p:cNvSpPr txBox="1"/>
            <p:nvPr/>
          </p:nvSpPr>
          <p:spPr>
            <a:xfrm>
              <a:off x="10241280" y="1371600"/>
              <a:ext cx="1280160" cy="640080"/>
            </a:xfrm>
            <a:prstGeom prst="rect">
              <a:avLst/>
            </a:prstGeom>
            <a:noFill/>
          </p:spPr>
          <p:txBody>
            <a:bodyPr wrap="square" anchor="ctr" lIns="18288" tIns="9144" rIns="18288" bIns="9144">
              <a:noAutofit/>
            </a:bodyPr>
            <a:lstStyle/>
            <a:p>
              <a:pPr algn="r"/>
              <a:r>
                <a:rPr sz="1400" b="0" i="0" lang="en-GB">
                  <a:solidFill>
                    <a:srgbClr val="A9B0B8"/>
                  </a:solidFill>
                  <a:latin typeface="Arial"/>
                </a:rPr>
                <a:t>Class</a:t>
              </a:r>
            </a:p>
          </p:txBody>
        </p:sp>
        <p:sp>
          <p:nvSpPr>
            <p:cNvPr id="34" name="search box"/>
            <p:cNvSpPr/>
            <p:nvPr/>
          </p:nvSpPr>
          <p:spPr>
            <a:xfrm>
              <a:off x="7772400" y="2121408"/>
              <a:ext cx="3867912" cy="640080"/>
            </a:xfrm>
            <a:prstGeom prst="roundRect">
              <a:avLst>
                <a:gd name="adj" fmla="val 14285"/>
              </a:avLst>
            </a:prstGeom>
            <a:solidFill>
              <a:srgbClr val="343A43"/>
            </a:solidFill>
            <a:ln w="19050">
              <a:solidFill>
                <a:srgbClr val="9AA0A6"/>
              </a:solidFill>
            </a:ln>
          </p:spPr>
          <p:txBody>
            <a:bodyPr rtlCol="0" anchor="ctr"/>
            <a:lstStyle/>
            <a:p>
              <a:pPr algn="ctr"/>
            </a:p>
          </p:txBody>
        </p:sp>
        <p:sp>
          <p:nvSpPr>
            <p:cNvPr id="35" name="magnifier lens"/>
            <p:cNvSpPr/>
            <p:nvPr/>
          </p:nvSpPr>
          <p:spPr>
            <a:xfrm>
              <a:off x="7955279" y="2258568"/>
              <a:ext cx="241401" cy="241401"/>
            </a:xfrm>
            <a:prstGeom prst="ellipse">
              <a:avLst/>
            </a:prstGeom>
            <a:noFill/>
            <a:ln w="31750">
              <a:solidFill>
                <a:srgbClr val="F2F2F2"/>
              </a:solidFill>
            </a:ln>
          </p:spPr>
          <p:txBody>
            <a:bodyPr rtlCol="0" anchor="ctr"/>
            <a:lstStyle/>
            <a:p>
              <a:pPr algn="ctr"/>
            </a:p>
          </p:txBody>
        </p:sp>
        <p:cxnSp>
          <p:nvCxnSpPr>
            <p:cNvPr id="36" name="magnifier handle"/>
            <p:cNvCxnSpPr/>
            <p:nvPr/>
          </p:nvCxnSpPr>
          <p:spPr>
            <a:xfrm>
              <a:off x="8160471" y="2463759"/>
              <a:ext cx="160569" cy="160568"/>
            </a:xfrm>
            <a:prstGeom prst="line">
              <a:avLst/>
            </a:prstGeom>
            <a:ln w="47625">
              <a:solidFill>
                <a:srgbClr val="F2F2F2"/>
              </a:solidFill>
            </a:ln>
          </p:spPr>
        </p:cxnSp>
        <p:sp>
          <p:nvSpPr>
            <p:cNvPr id="37" name="search text"/>
            <p:cNvSpPr txBox="1"/>
            <p:nvPr/>
          </p:nvSpPr>
          <p:spPr>
            <a:xfrm>
              <a:off x="8503920" y="2121408"/>
              <a:ext cx="1737360" cy="640080"/>
            </a:xfrm>
            <a:prstGeom prst="rect">
              <a:avLst/>
            </a:prstGeom>
            <a:noFill/>
          </p:spPr>
          <p:txBody>
            <a:bodyPr wrap="square" anchor="ctr" lIns="18288" tIns="9144" rIns="18288" bIns="9144">
              <a:noAutofit/>
            </a:bodyPr>
            <a:lstStyle/>
            <a:p>
              <a:pPr algn="l"/>
              <a:r>
                <a:rPr sz="2400" b="1" i="0" lang="en-GB">
                  <a:solidFill>
                    <a:srgbClr val="F2F2F2"/>
                  </a:solidFill>
                  <a:latin typeface="Arial"/>
                </a:rPr>
                <a:t>92214</a:t>
              </a:r>
            </a:p>
          </p:txBody>
        </p:sp>
        <p:sp>
          <p:nvSpPr>
            <p:cNvPr id="38" name="search kind"/>
            <p:cNvSpPr txBox="1"/>
            <p:nvPr/>
          </p:nvSpPr>
          <p:spPr>
            <a:xfrm>
              <a:off x="10241280" y="2121408"/>
              <a:ext cx="1280160" cy="640080"/>
            </a:xfrm>
            <a:prstGeom prst="rect">
              <a:avLst/>
            </a:prstGeom>
            <a:noFill/>
          </p:spPr>
          <p:txBody>
            <a:bodyPr wrap="square" anchor="ctr" lIns="18288" tIns="9144" rIns="18288" bIns="9144">
              <a:noAutofit/>
            </a:bodyPr>
            <a:lstStyle/>
            <a:p>
              <a:pPr algn="r"/>
              <a:r>
                <a:rPr sz="1400" b="0" i="0" lang="en-GB">
                  <a:solidFill>
                    <a:srgbClr val="A9B0B8"/>
                  </a:solidFill>
                  <a:latin typeface="Arial"/>
                </a:rPr>
                <a:t>Number</a:t>
              </a:r>
            </a:p>
          </p:txBody>
        </p:sp>
        <p:sp>
          <p:nvSpPr>
            <p:cNvPr id="39" name="list heading"/>
            <p:cNvSpPr txBox="1"/>
            <p:nvPr/>
          </p:nvSpPr>
          <p:spPr>
            <a:xfrm>
              <a:off x="7772400" y="3017520"/>
              <a:ext cx="3867912" cy="365760"/>
            </a:xfrm>
            <a:prstGeom prst="rect">
              <a:avLst/>
            </a:prstGeom>
            <a:noFill/>
          </p:spPr>
          <p:txBody>
            <a:bodyPr wrap="square" anchor="ctr" lIns="18288" tIns="9144" rIns="18288" bIns="9144">
              <a:noAutofit/>
            </a:bodyPr>
            <a:lstStyle/>
            <a:p>
              <a:pPr algn="l"/>
              <a:r>
                <a:rPr sz="1800" b="1" i="0" lang="en-GB">
                  <a:solidFill>
                    <a:srgbClr val="F2F2F2"/>
                  </a:solidFill>
                  <a:latin typeface="Arial"/>
                </a:rPr>
                <a:t>Matches only</a:t>
              </a:r>
            </a:p>
          </p:txBody>
        </p:sp>
        <p:sp>
          <p:nvSpPr>
            <p:cNvPr id="40" name="list row"/>
            <p:cNvSpPr/>
            <p:nvPr/>
          </p:nvSpPr>
          <p:spPr>
            <a:xfrm>
              <a:off x="7772400" y="3429000"/>
              <a:ext cx="3867912" cy="457200"/>
            </a:xfrm>
            <a:prstGeom prst="roundRect">
              <a:avLst>
                <a:gd name="adj" fmla="val 12000"/>
              </a:avLst>
            </a:prstGeom>
            <a:solidFill>
              <a:srgbClr val="2B2F36"/>
            </a:solidFill>
            <a:ln w="12700">
              <a:solidFill>
                <a:srgbClr val="4A515B"/>
              </a:solidFill>
            </a:ln>
          </p:spPr>
          <p:txBody>
            <a:bodyPr rtlCol="0" anchor="ctr"/>
            <a:lstStyle/>
            <a:p>
              <a:pPr algn="ctr"/>
            </a:p>
          </p:txBody>
        </p:sp>
        <p:sp>
          <p:nvSpPr>
            <p:cNvPr id="41" name="match marker"/>
            <p:cNvSpPr/>
            <p:nvPr/>
          </p:nvSpPr>
          <p:spPr>
            <a:xfrm>
              <a:off x="7936992" y="3557016"/>
              <a:ext cx="201168" cy="201168"/>
            </a:xfrm>
            <a:prstGeom prst="ellipse">
              <a:avLst/>
            </a:prstGeom>
            <a:solidFill>
              <a:srgbClr val="F28C28"/>
            </a:solidFill>
            <a:ln>
              <a:noFill/>
            </a:ln>
          </p:spPr>
          <p:txBody>
            <a:bodyPr rtlCol="0" anchor="ctr"/>
            <a:lstStyle/>
            <a:p>
              <a:pPr algn="ctr"/>
            </a:p>
          </p:txBody>
        </p:sp>
        <p:sp>
          <p:nvSpPr>
            <p:cNvPr id="42" name="skeleton line"/>
            <p:cNvSpPr/>
            <p:nvPr/>
          </p:nvSpPr>
          <p:spPr>
            <a:xfrm>
              <a:off x="8366760" y="3602736"/>
              <a:ext cx="1737360" cy="109728"/>
            </a:xfrm>
            <a:prstGeom prst="roundRect">
              <a:avLst>
                <a:gd name="adj" fmla="val 50000"/>
              </a:avLst>
            </a:prstGeom>
            <a:solidFill>
              <a:srgbClr val="4A515B"/>
            </a:solidFill>
            <a:ln>
              <a:noFill/>
            </a:ln>
          </p:spPr>
          <p:txBody>
            <a:bodyPr rtlCol="0" anchor="ctr"/>
            <a:lstStyle/>
            <a:p>
              <a:pPr algn="ctr"/>
            </a:p>
          </p:txBody>
        </p:sp>
        <p:sp>
          <p:nvSpPr>
            <p:cNvPr id="43" name="skeleton line"/>
            <p:cNvSpPr/>
            <p:nvPr/>
          </p:nvSpPr>
          <p:spPr>
            <a:xfrm>
              <a:off x="10424160" y="3602736"/>
              <a:ext cx="822960" cy="109728"/>
            </a:xfrm>
            <a:prstGeom prst="roundRect">
              <a:avLst>
                <a:gd name="adj" fmla="val 50000"/>
              </a:avLst>
            </a:prstGeom>
            <a:solidFill>
              <a:srgbClr val="4A515B"/>
            </a:solidFill>
            <a:ln>
              <a:noFill/>
            </a:ln>
          </p:spPr>
          <p:txBody>
            <a:bodyPr rtlCol="0" anchor="ctr"/>
            <a:lstStyle/>
            <a:p>
              <a:pPr algn="ctr"/>
            </a:p>
          </p:txBody>
        </p:sp>
        <p:sp>
          <p:nvSpPr>
            <p:cNvPr id="44" name="list row"/>
            <p:cNvSpPr/>
            <p:nvPr/>
          </p:nvSpPr>
          <p:spPr>
            <a:xfrm>
              <a:off x="7772400" y="3959352"/>
              <a:ext cx="3867912" cy="457200"/>
            </a:xfrm>
            <a:prstGeom prst="roundRect">
              <a:avLst>
                <a:gd name="adj" fmla="val 12000"/>
              </a:avLst>
            </a:prstGeom>
            <a:solidFill>
              <a:srgbClr val="2B2F36"/>
            </a:solidFill>
            <a:ln w="12700">
              <a:solidFill>
                <a:srgbClr val="4A515B"/>
              </a:solidFill>
            </a:ln>
          </p:spPr>
          <p:txBody>
            <a:bodyPr rtlCol="0" anchor="ctr"/>
            <a:lstStyle/>
            <a:p>
              <a:pPr algn="ctr"/>
            </a:p>
          </p:txBody>
        </p:sp>
        <p:sp>
          <p:nvSpPr>
            <p:cNvPr id="45" name="match marker"/>
            <p:cNvSpPr/>
            <p:nvPr/>
          </p:nvSpPr>
          <p:spPr>
            <a:xfrm>
              <a:off x="7936992" y="4087368"/>
              <a:ext cx="201168" cy="201168"/>
            </a:xfrm>
            <a:prstGeom prst="ellipse">
              <a:avLst/>
            </a:prstGeom>
            <a:solidFill>
              <a:srgbClr val="F28C28"/>
            </a:solidFill>
            <a:ln>
              <a:noFill/>
            </a:ln>
          </p:spPr>
          <p:txBody>
            <a:bodyPr rtlCol="0" anchor="ctr"/>
            <a:lstStyle/>
            <a:p>
              <a:pPr algn="ctr"/>
            </a:p>
          </p:txBody>
        </p:sp>
        <p:sp>
          <p:nvSpPr>
            <p:cNvPr id="46" name="skeleton line"/>
            <p:cNvSpPr/>
            <p:nvPr/>
          </p:nvSpPr>
          <p:spPr>
            <a:xfrm>
              <a:off x="8366760" y="4133088"/>
              <a:ext cx="1554480" cy="109728"/>
            </a:xfrm>
            <a:prstGeom prst="roundRect">
              <a:avLst>
                <a:gd name="adj" fmla="val 50000"/>
              </a:avLst>
            </a:prstGeom>
            <a:solidFill>
              <a:srgbClr val="4A515B"/>
            </a:solidFill>
            <a:ln>
              <a:noFill/>
            </a:ln>
          </p:spPr>
          <p:txBody>
            <a:bodyPr rtlCol="0" anchor="ctr"/>
            <a:lstStyle/>
            <a:p>
              <a:pPr algn="ctr"/>
            </a:p>
          </p:txBody>
        </p:sp>
        <p:sp>
          <p:nvSpPr>
            <p:cNvPr id="47" name="skeleton line"/>
            <p:cNvSpPr/>
            <p:nvPr/>
          </p:nvSpPr>
          <p:spPr>
            <a:xfrm>
              <a:off x="10424160" y="4133088"/>
              <a:ext cx="822960" cy="109728"/>
            </a:xfrm>
            <a:prstGeom prst="roundRect">
              <a:avLst>
                <a:gd name="adj" fmla="val 50000"/>
              </a:avLst>
            </a:prstGeom>
            <a:solidFill>
              <a:srgbClr val="4A515B"/>
            </a:solidFill>
            <a:ln>
              <a:noFill/>
            </a:ln>
          </p:spPr>
          <p:txBody>
            <a:bodyPr rtlCol="0" anchor="ctr"/>
            <a:lstStyle/>
            <a:p>
              <a:pPr algn="ctr"/>
            </a:p>
          </p:txBody>
        </p:sp>
        <p:sp>
          <p:nvSpPr>
            <p:cNvPr id="48" name="list row"/>
            <p:cNvSpPr/>
            <p:nvPr/>
          </p:nvSpPr>
          <p:spPr>
            <a:xfrm>
              <a:off x="7772400" y="4489704"/>
              <a:ext cx="3867912" cy="457200"/>
            </a:xfrm>
            <a:prstGeom prst="roundRect">
              <a:avLst>
                <a:gd name="adj" fmla="val 12000"/>
              </a:avLst>
            </a:prstGeom>
            <a:solidFill>
              <a:srgbClr val="2B2F36"/>
            </a:solidFill>
            <a:ln w="12700">
              <a:solidFill>
                <a:srgbClr val="4A515B"/>
              </a:solidFill>
            </a:ln>
          </p:spPr>
          <p:txBody>
            <a:bodyPr rtlCol="0" anchor="ctr"/>
            <a:lstStyle/>
            <a:p>
              <a:pPr algn="ctr"/>
            </a:p>
          </p:txBody>
        </p:sp>
        <p:sp>
          <p:nvSpPr>
            <p:cNvPr id="49" name="match marker"/>
            <p:cNvSpPr/>
            <p:nvPr/>
          </p:nvSpPr>
          <p:spPr>
            <a:xfrm>
              <a:off x="7936992" y="4617720"/>
              <a:ext cx="201168" cy="201168"/>
            </a:xfrm>
            <a:prstGeom prst="ellipse">
              <a:avLst/>
            </a:prstGeom>
            <a:solidFill>
              <a:srgbClr val="F28C28"/>
            </a:solidFill>
            <a:ln>
              <a:noFill/>
            </a:ln>
          </p:spPr>
          <p:txBody>
            <a:bodyPr rtlCol="0" anchor="ctr"/>
            <a:lstStyle/>
            <a:p>
              <a:pPr algn="ctr"/>
            </a:p>
          </p:txBody>
        </p:sp>
        <p:sp>
          <p:nvSpPr>
            <p:cNvPr id="50" name="skeleton line"/>
            <p:cNvSpPr/>
            <p:nvPr/>
          </p:nvSpPr>
          <p:spPr>
            <a:xfrm>
              <a:off x="8366760" y="4663440"/>
              <a:ext cx="1371600" cy="109728"/>
            </a:xfrm>
            <a:prstGeom prst="roundRect">
              <a:avLst>
                <a:gd name="adj" fmla="val 50000"/>
              </a:avLst>
            </a:prstGeom>
            <a:solidFill>
              <a:srgbClr val="4A515B"/>
            </a:solidFill>
            <a:ln>
              <a:noFill/>
            </a:ln>
          </p:spPr>
          <p:txBody>
            <a:bodyPr rtlCol="0" anchor="ctr"/>
            <a:lstStyle/>
            <a:p>
              <a:pPr algn="ctr"/>
            </a:p>
          </p:txBody>
        </p:sp>
        <p:sp>
          <p:nvSpPr>
            <p:cNvPr id="51" name="skeleton line"/>
            <p:cNvSpPr/>
            <p:nvPr/>
          </p:nvSpPr>
          <p:spPr>
            <a:xfrm>
              <a:off x="10424160" y="4663440"/>
              <a:ext cx="822960" cy="109728"/>
            </a:xfrm>
            <a:prstGeom prst="roundRect">
              <a:avLst>
                <a:gd name="adj" fmla="val 50000"/>
              </a:avLst>
            </a:prstGeom>
            <a:solidFill>
              <a:srgbClr val="4A515B"/>
            </a:solidFill>
            <a:ln>
              <a:noFill/>
            </a:ln>
          </p:spPr>
          <p:txBody>
            <a:bodyPr rtlCol="0" anchor="ctr"/>
            <a:lstStyle/>
            <a:p>
              <a:pPr algn="ctr"/>
            </a:p>
          </p:txBody>
        </p:sp>
      </p:grpSp>
      <p:sp>
        <p:nvSpPr>
          <p:cNvPr id="52" name="ICHIP"/>
          <p:cNvSpPr/>
          <p:nvPr/>
        </p:nvSpPr>
        <p:spPr>
          <a:xfrm>
            <a:off x="8997555" y="5138928"/>
            <a:ext cx="2642756" cy="310896"/>
          </a:xfrm>
          <a:prstGeom prst="roundRect">
            <a:avLst>
              <a:gd name="adj" fmla="val 35294"/>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Screens: undecided (OQ30)</a:t>
            </a:r>
          </a:p>
        </p:txBody>
      </p:sp>
      <p:sp>
        <p:nvSpPr>
          <p:cNvPr id="5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54"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55"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Type a number or a class. Matches stand out on the map.</a:t>
            </a:r>
          </a:p>
        </p:txBody>
      </p:sp>
      <p:sp>
        <p:nvSpPr>
          <p:cNvPr id="56"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Researched, not copied</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rtlCol="0" anchor="ctr" wrap="square" lIns="54864" tIns="0" rIns="54864" bIns="0">
            <a:noAutofit/>
          </a:bodyPr>
          <a:lstStyle/>
          <a:p>
            <a:pPr algn="ctr"/>
            <a:r>
              <a:rPr sz="1400" b="1" i="0" lang="en-GB">
                <a:solidFill>
                  <a:srgbClr val="101418"/>
                </a:solidFill>
                <a:latin typeface="Arial"/>
              </a:rPr>
              <a:t>AGREED</a:t>
            </a:r>
          </a:p>
        </p:txBody>
      </p:sp>
      <p:grpSp>
        <p:nvGrpSpPr>
          <p:cNvPr id="4" name="Each region researched on its own" descr="Three region cards, each with a magnifying glass and the words Own rules. Crossed arrows from the British card to the other two cards show that British rules are not reused elsewhere."/>
          <p:cNvGrpSpPr/>
          <p:nvPr/>
        </p:nvGrpSpPr>
        <p:grpSpPr>
          <a:xfrm>
            <a:off x="548640" y="1216152"/>
            <a:ext cx="11091672" cy="3995928"/>
            <a:chOff x="548640" y="1216152"/>
            <a:chExt cx="11091672" cy="3995928"/>
          </a:xfrm>
        </p:grpSpPr>
        <p:sp>
          <p:nvSpPr>
            <p:cNvPr id="5" name="region card"/>
            <p:cNvSpPr/>
            <p:nvPr/>
          </p:nvSpPr>
          <p:spPr>
            <a:xfrm>
              <a:off x="548640" y="2697480"/>
              <a:ext cx="3447288" cy="2514600"/>
            </a:xfrm>
            <a:prstGeom prst="roundRect">
              <a:avLst>
                <a:gd name="adj" fmla="val 3636"/>
              </a:avLst>
            </a:prstGeom>
            <a:solidFill>
              <a:srgbClr val="2B2F36"/>
            </a:solidFill>
            <a:ln w="19050">
              <a:solidFill>
                <a:srgbClr val="4A515B"/>
              </a:solidFill>
            </a:ln>
          </p:spPr>
          <p:txBody>
            <a:bodyPr rtlCol="0" anchor="ctr"/>
            <a:lstStyle/>
            <a:p>
              <a:pPr algn="ctr"/>
            </a:p>
          </p:txBody>
        </p:sp>
        <p:sp>
          <p:nvSpPr>
            <p:cNvPr id="6" name="region name"/>
            <p:cNvSpPr txBox="1"/>
            <p:nvPr/>
          </p:nvSpPr>
          <p:spPr>
            <a:xfrm>
              <a:off x="548640" y="2788920"/>
              <a:ext cx="3447288" cy="457200"/>
            </a:xfrm>
            <a:prstGeom prst="rect">
              <a:avLst/>
            </a:prstGeom>
            <a:noFill/>
          </p:spPr>
          <p:txBody>
            <a:bodyPr wrap="square" anchor="ctr" lIns="18288" tIns="9144" rIns="18288" bIns="9144">
              <a:noAutofit/>
            </a:bodyPr>
            <a:lstStyle/>
            <a:p>
              <a:pPr algn="ctr"/>
              <a:r>
                <a:rPr sz="2000" b="1" i="0" lang="en-GB">
                  <a:solidFill>
                    <a:srgbClr val="F2F2F2"/>
                  </a:solidFill>
                  <a:latin typeface="Arial"/>
                </a:rPr>
                <a:t>British</a:t>
              </a:r>
            </a:p>
          </p:txBody>
        </p:sp>
        <p:sp>
          <p:nvSpPr>
            <p:cNvPr id="7" name="magnifier lens"/>
            <p:cNvSpPr/>
            <p:nvPr/>
          </p:nvSpPr>
          <p:spPr>
            <a:xfrm>
              <a:off x="1815084" y="3337560"/>
              <a:ext cx="603504" cy="603504"/>
            </a:xfrm>
            <a:prstGeom prst="ellipse">
              <a:avLst/>
            </a:prstGeom>
            <a:noFill/>
            <a:ln w="63500">
              <a:solidFill>
                <a:srgbClr val="F28C28"/>
              </a:solidFill>
            </a:ln>
          </p:spPr>
          <p:txBody>
            <a:bodyPr rtlCol="0" anchor="ctr"/>
            <a:lstStyle/>
            <a:p>
              <a:pPr algn="ctr"/>
            </a:p>
          </p:txBody>
        </p:sp>
        <p:cxnSp>
          <p:nvCxnSpPr>
            <p:cNvPr id="8" name="magnifier handle"/>
            <p:cNvCxnSpPr/>
            <p:nvPr/>
          </p:nvCxnSpPr>
          <p:spPr>
            <a:xfrm>
              <a:off x="2328062" y="3850538"/>
              <a:ext cx="401422" cy="401422"/>
            </a:xfrm>
            <a:prstGeom prst="line">
              <a:avLst/>
            </a:prstGeom>
            <a:ln w="95250">
              <a:solidFill>
                <a:srgbClr val="F28C28"/>
              </a:solidFill>
            </a:ln>
          </p:spPr>
        </p:cxnSp>
        <p:sp>
          <p:nvSpPr>
            <p:cNvPr id="9" name="own rules"/>
            <p:cNvSpPr txBox="1"/>
            <p:nvPr/>
          </p:nvSpPr>
          <p:spPr>
            <a:xfrm>
              <a:off x="548640" y="4526280"/>
              <a:ext cx="3447288" cy="457200"/>
            </a:xfrm>
            <a:prstGeom prst="rect">
              <a:avLst/>
            </a:prstGeom>
            <a:noFill/>
          </p:spPr>
          <p:txBody>
            <a:bodyPr wrap="square" anchor="ctr" lIns="18288" tIns="9144" rIns="18288" bIns="9144">
              <a:noAutofit/>
            </a:bodyPr>
            <a:lstStyle/>
            <a:p>
              <a:pPr algn="ctr"/>
              <a:r>
                <a:rPr sz="2000" b="1" i="0" lang="en-GB">
                  <a:solidFill>
                    <a:srgbClr val="F2F2F2"/>
                  </a:solidFill>
                  <a:latin typeface="Arial"/>
                </a:rPr>
                <a:t>Own rules</a:t>
              </a:r>
            </a:p>
          </p:txBody>
        </p:sp>
        <p:sp>
          <p:nvSpPr>
            <p:cNvPr id="10" name="region card"/>
            <p:cNvSpPr/>
            <p:nvPr/>
          </p:nvSpPr>
          <p:spPr>
            <a:xfrm>
              <a:off x="4370832" y="2697480"/>
              <a:ext cx="3447288" cy="2514600"/>
            </a:xfrm>
            <a:prstGeom prst="roundRect">
              <a:avLst>
                <a:gd name="adj" fmla="val 3636"/>
              </a:avLst>
            </a:prstGeom>
            <a:solidFill>
              <a:srgbClr val="2B2F36"/>
            </a:solidFill>
            <a:ln w="19050">
              <a:solidFill>
                <a:srgbClr val="4A515B"/>
              </a:solidFill>
            </a:ln>
          </p:spPr>
          <p:txBody>
            <a:bodyPr rtlCol="0" anchor="ctr"/>
            <a:lstStyle/>
            <a:p>
              <a:pPr algn="ctr"/>
            </a:p>
          </p:txBody>
        </p:sp>
        <p:sp>
          <p:nvSpPr>
            <p:cNvPr id="11" name="region name"/>
            <p:cNvSpPr txBox="1"/>
            <p:nvPr/>
          </p:nvSpPr>
          <p:spPr>
            <a:xfrm>
              <a:off x="4370832" y="2788920"/>
              <a:ext cx="3447288" cy="457200"/>
            </a:xfrm>
            <a:prstGeom prst="rect">
              <a:avLst/>
            </a:prstGeom>
            <a:noFill/>
          </p:spPr>
          <p:txBody>
            <a:bodyPr wrap="square" anchor="ctr" lIns="18288" tIns="9144" rIns="18288" bIns="9144">
              <a:noAutofit/>
            </a:bodyPr>
            <a:lstStyle/>
            <a:p>
              <a:pPr algn="ctr"/>
              <a:r>
                <a:rPr sz="2000" b="1" i="0" lang="en-GB">
                  <a:solidFill>
                    <a:srgbClr val="F2F2F2"/>
                  </a:solidFill>
                  <a:latin typeface="Arial"/>
                </a:rPr>
                <a:t>North American</a:t>
              </a:r>
            </a:p>
          </p:txBody>
        </p:sp>
        <p:sp>
          <p:nvSpPr>
            <p:cNvPr id="12" name="magnifier lens"/>
            <p:cNvSpPr/>
            <p:nvPr/>
          </p:nvSpPr>
          <p:spPr>
            <a:xfrm>
              <a:off x="5637276" y="3337560"/>
              <a:ext cx="603504" cy="603504"/>
            </a:xfrm>
            <a:prstGeom prst="ellipse">
              <a:avLst/>
            </a:prstGeom>
            <a:noFill/>
            <a:ln w="63500">
              <a:solidFill>
                <a:srgbClr val="F28C28"/>
              </a:solidFill>
            </a:ln>
          </p:spPr>
          <p:txBody>
            <a:bodyPr rtlCol="0" anchor="ctr"/>
            <a:lstStyle/>
            <a:p>
              <a:pPr algn="ctr"/>
            </a:p>
          </p:txBody>
        </p:sp>
        <p:cxnSp>
          <p:nvCxnSpPr>
            <p:cNvPr id="13" name="magnifier handle"/>
            <p:cNvCxnSpPr/>
            <p:nvPr/>
          </p:nvCxnSpPr>
          <p:spPr>
            <a:xfrm>
              <a:off x="6150254" y="3850538"/>
              <a:ext cx="401422" cy="401422"/>
            </a:xfrm>
            <a:prstGeom prst="line">
              <a:avLst/>
            </a:prstGeom>
            <a:ln w="95250">
              <a:solidFill>
                <a:srgbClr val="F28C28"/>
              </a:solidFill>
            </a:ln>
          </p:spPr>
        </p:cxnSp>
        <p:sp>
          <p:nvSpPr>
            <p:cNvPr id="14" name="own rules"/>
            <p:cNvSpPr txBox="1"/>
            <p:nvPr/>
          </p:nvSpPr>
          <p:spPr>
            <a:xfrm>
              <a:off x="4370832" y="4526280"/>
              <a:ext cx="3447288" cy="457200"/>
            </a:xfrm>
            <a:prstGeom prst="rect">
              <a:avLst/>
            </a:prstGeom>
            <a:noFill/>
          </p:spPr>
          <p:txBody>
            <a:bodyPr wrap="square" anchor="ctr" lIns="18288" tIns="9144" rIns="18288" bIns="9144">
              <a:noAutofit/>
            </a:bodyPr>
            <a:lstStyle/>
            <a:p>
              <a:pPr algn="ctr"/>
              <a:r>
                <a:rPr sz="2000" b="1" i="0" lang="en-GB">
                  <a:solidFill>
                    <a:srgbClr val="F2F2F2"/>
                  </a:solidFill>
                  <a:latin typeface="Arial"/>
                </a:rPr>
                <a:t>Own rules</a:t>
              </a:r>
            </a:p>
          </p:txBody>
        </p:sp>
        <p:sp>
          <p:nvSpPr>
            <p:cNvPr id="15" name="region card"/>
            <p:cNvSpPr/>
            <p:nvPr/>
          </p:nvSpPr>
          <p:spPr>
            <a:xfrm>
              <a:off x="8193024" y="2697480"/>
              <a:ext cx="3447288" cy="2514600"/>
            </a:xfrm>
            <a:prstGeom prst="roundRect">
              <a:avLst>
                <a:gd name="adj" fmla="val 3636"/>
              </a:avLst>
            </a:prstGeom>
            <a:solidFill>
              <a:srgbClr val="2B2F36"/>
            </a:solidFill>
            <a:ln w="19050">
              <a:solidFill>
                <a:srgbClr val="4A515B"/>
              </a:solidFill>
            </a:ln>
          </p:spPr>
          <p:txBody>
            <a:bodyPr rtlCol="0" anchor="ctr"/>
            <a:lstStyle/>
            <a:p>
              <a:pPr algn="ctr"/>
            </a:p>
          </p:txBody>
        </p:sp>
        <p:sp>
          <p:nvSpPr>
            <p:cNvPr id="16" name="region name"/>
            <p:cNvSpPr txBox="1"/>
            <p:nvPr/>
          </p:nvSpPr>
          <p:spPr>
            <a:xfrm>
              <a:off x="8193024" y="2788920"/>
              <a:ext cx="3447288" cy="457200"/>
            </a:xfrm>
            <a:prstGeom prst="rect">
              <a:avLst/>
            </a:prstGeom>
            <a:noFill/>
          </p:spPr>
          <p:txBody>
            <a:bodyPr wrap="square" anchor="ctr" lIns="18288" tIns="9144" rIns="18288" bIns="9144">
              <a:noAutofit/>
            </a:bodyPr>
            <a:lstStyle/>
            <a:p>
              <a:pPr algn="ctr"/>
              <a:r>
                <a:rPr sz="2000" b="1" i="0" lang="en-GB">
                  <a:solidFill>
                    <a:srgbClr val="F2F2F2"/>
                  </a:solidFill>
                  <a:latin typeface="Arial"/>
                </a:rPr>
                <a:t>Continental European</a:t>
              </a:r>
            </a:p>
          </p:txBody>
        </p:sp>
        <p:sp>
          <p:nvSpPr>
            <p:cNvPr id="17" name="magnifier lens"/>
            <p:cNvSpPr/>
            <p:nvPr/>
          </p:nvSpPr>
          <p:spPr>
            <a:xfrm>
              <a:off x="9459468" y="3337560"/>
              <a:ext cx="603504" cy="603504"/>
            </a:xfrm>
            <a:prstGeom prst="ellipse">
              <a:avLst/>
            </a:prstGeom>
            <a:noFill/>
            <a:ln w="63500">
              <a:solidFill>
                <a:srgbClr val="F28C28"/>
              </a:solidFill>
            </a:ln>
          </p:spPr>
          <p:txBody>
            <a:bodyPr rtlCol="0" anchor="ctr"/>
            <a:lstStyle/>
            <a:p>
              <a:pPr algn="ctr"/>
            </a:p>
          </p:txBody>
        </p:sp>
        <p:cxnSp>
          <p:nvCxnSpPr>
            <p:cNvPr id="18" name="magnifier handle"/>
            <p:cNvCxnSpPr/>
            <p:nvPr/>
          </p:nvCxnSpPr>
          <p:spPr>
            <a:xfrm>
              <a:off x="9972446" y="3850538"/>
              <a:ext cx="401422" cy="401422"/>
            </a:xfrm>
            <a:prstGeom prst="line">
              <a:avLst/>
            </a:prstGeom>
            <a:ln w="95250">
              <a:solidFill>
                <a:srgbClr val="F28C28"/>
              </a:solidFill>
            </a:ln>
          </p:spPr>
        </p:cxnSp>
        <p:sp>
          <p:nvSpPr>
            <p:cNvPr id="19" name="own rules"/>
            <p:cNvSpPr txBox="1"/>
            <p:nvPr/>
          </p:nvSpPr>
          <p:spPr>
            <a:xfrm>
              <a:off x="8193024" y="4526280"/>
              <a:ext cx="3447288" cy="457200"/>
            </a:xfrm>
            <a:prstGeom prst="rect">
              <a:avLst/>
            </a:prstGeom>
            <a:noFill/>
          </p:spPr>
          <p:txBody>
            <a:bodyPr wrap="square" anchor="ctr" lIns="18288" tIns="9144" rIns="18288" bIns="9144">
              <a:noAutofit/>
            </a:bodyPr>
            <a:lstStyle/>
            <a:p>
              <a:pPr algn="ctr"/>
              <a:r>
                <a:rPr sz="2000" b="1" i="0" lang="en-GB">
                  <a:solidFill>
                    <a:srgbClr val="F2F2F2"/>
                  </a:solidFill>
                  <a:latin typeface="Arial"/>
                </a:rPr>
                <a:t>Own rules</a:t>
              </a:r>
            </a:p>
          </p:txBody>
        </p:sp>
        <p:sp>
          <p:nvSpPr>
            <p:cNvPr id="20" name="blocked arrow"/>
            <p:cNvSpPr/>
            <p:nvPr/>
          </p:nvSpPr>
          <p:spPr>
            <a:xfrm>
              <a:off x="3003804" y="2194560"/>
              <a:ext cx="3090672" cy="475488"/>
            </a:xfrm>
            <a:custGeom>
              <a:avLst/>
              <a:gdLst/>
              <a:ahLst/>
              <a:cxnLst/>
              <a:rect l="l" t="t" r="r" b="b"/>
              <a:pathLst>
                <a:path w="3090672" h="475488">
                  <a:moveTo>
                    <a:pt x="0" y="475488"/>
                  </a:moveTo>
                  <a:lnTo>
                    <a:pt x="0" y="0"/>
                  </a:lnTo>
                  <a:lnTo>
                    <a:pt x="3090672" y="0"/>
                  </a:lnTo>
                  <a:lnTo>
                    <a:pt x="3090672" y="457200"/>
                  </a:lnTo>
                </a:path>
              </a:pathLst>
            </a:custGeom>
            <a:noFill/>
            <a:ln w="38100">
              <a:solidFill>
                <a:srgbClr val="F28C28"/>
              </a:solidFill>
              <a:tailEnd type="triangle" w="med" len="med"/>
            </a:ln>
          </p:spPr>
          <p:txBody>
            <a:bodyPr rtlCol="0" anchor="ctr"/>
            <a:lstStyle/>
            <a:p>
              <a:pPr algn="ctr"/>
            </a:p>
          </p:txBody>
        </p:sp>
        <p:sp>
          <p:nvSpPr>
            <p:cNvPr id="21" name="blocked arrow"/>
            <p:cNvSpPr/>
            <p:nvPr/>
          </p:nvSpPr>
          <p:spPr>
            <a:xfrm>
              <a:off x="1540763" y="1645920"/>
              <a:ext cx="8375905" cy="1024128"/>
            </a:xfrm>
            <a:custGeom>
              <a:avLst/>
              <a:gdLst/>
              <a:ahLst/>
              <a:cxnLst/>
              <a:rect l="l" t="t" r="r" b="b"/>
              <a:pathLst>
                <a:path w="8375905" h="1024128">
                  <a:moveTo>
                    <a:pt x="0" y="1024128"/>
                  </a:moveTo>
                  <a:lnTo>
                    <a:pt x="0" y="0"/>
                  </a:lnTo>
                  <a:lnTo>
                    <a:pt x="8375905" y="0"/>
                  </a:lnTo>
                  <a:lnTo>
                    <a:pt x="8375905" y="1005840"/>
                  </a:lnTo>
                </a:path>
              </a:pathLst>
            </a:custGeom>
            <a:noFill/>
            <a:ln w="38100">
              <a:solidFill>
                <a:srgbClr val="F28C28"/>
              </a:solidFill>
              <a:tailEnd type="triangle" w="med" len="med"/>
            </a:ln>
          </p:spPr>
          <p:txBody>
            <a:bodyPr rtlCol="0" anchor="ctr"/>
            <a:lstStyle/>
            <a:p>
              <a:pPr algn="ctr"/>
            </a:p>
          </p:txBody>
        </p:sp>
        <p:sp>
          <p:nvSpPr>
            <p:cNvPr id="22" name="cross disc"/>
            <p:cNvSpPr/>
            <p:nvPr/>
          </p:nvSpPr>
          <p:spPr>
            <a:xfrm>
              <a:off x="4274820" y="1920240"/>
              <a:ext cx="548640" cy="548640"/>
            </a:xfrm>
            <a:prstGeom prst="ellipse">
              <a:avLst/>
            </a:prstGeom>
            <a:solidFill>
              <a:srgbClr val="1E2126"/>
            </a:solidFill>
            <a:ln w="38100">
              <a:solidFill>
                <a:srgbClr val="E5484D"/>
              </a:solidFill>
            </a:ln>
          </p:spPr>
          <p:txBody>
            <a:bodyPr rtlCol="0" anchor="ctr"/>
            <a:lstStyle/>
            <a:p>
              <a:pPr algn="ctr"/>
            </a:p>
          </p:txBody>
        </p:sp>
        <p:cxnSp>
          <p:nvCxnSpPr>
            <p:cNvPr id="23" name="cross"/>
            <p:cNvCxnSpPr/>
            <p:nvPr/>
          </p:nvCxnSpPr>
          <p:spPr>
            <a:xfrm>
              <a:off x="4411980" y="2057400"/>
              <a:ext cx="274320" cy="274320"/>
            </a:xfrm>
            <a:prstGeom prst="line">
              <a:avLst/>
            </a:prstGeom>
            <a:ln w="63500">
              <a:solidFill>
                <a:srgbClr val="E5484D"/>
              </a:solidFill>
            </a:ln>
          </p:spPr>
        </p:cxnSp>
        <p:cxnSp>
          <p:nvCxnSpPr>
            <p:cNvPr id="24" name="cross"/>
            <p:cNvCxnSpPr/>
            <p:nvPr/>
          </p:nvCxnSpPr>
          <p:spPr>
            <a:xfrm flipV="1">
              <a:off x="4411980" y="2057400"/>
              <a:ext cx="274320" cy="274320"/>
            </a:xfrm>
            <a:prstGeom prst="line">
              <a:avLst/>
            </a:prstGeom>
            <a:ln w="63500">
              <a:solidFill>
                <a:srgbClr val="E5484D"/>
              </a:solidFill>
            </a:ln>
          </p:spPr>
        </p:cxnSp>
        <p:sp>
          <p:nvSpPr>
            <p:cNvPr id="25" name="cross disc"/>
            <p:cNvSpPr/>
            <p:nvPr/>
          </p:nvSpPr>
          <p:spPr>
            <a:xfrm>
              <a:off x="5454396" y="1371600"/>
              <a:ext cx="548640" cy="548640"/>
            </a:xfrm>
            <a:prstGeom prst="ellipse">
              <a:avLst/>
            </a:prstGeom>
            <a:solidFill>
              <a:srgbClr val="1E2126"/>
            </a:solidFill>
            <a:ln w="38100">
              <a:solidFill>
                <a:srgbClr val="E5484D"/>
              </a:solidFill>
            </a:ln>
          </p:spPr>
          <p:txBody>
            <a:bodyPr rtlCol="0" anchor="ctr"/>
            <a:lstStyle/>
            <a:p>
              <a:pPr algn="ctr"/>
            </a:p>
          </p:txBody>
        </p:sp>
        <p:cxnSp>
          <p:nvCxnSpPr>
            <p:cNvPr id="26" name="cross"/>
            <p:cNvCxnSpPr/>
            <p:nvPr/>
          </p:nvCxnSpPr>
          <p:spPr>
            <a:xfrm>
              <a:off x="5591556" y="1508760"/>
              <a:ext cx="274320" cy="274320"/>
            </a:xfrm>
            <a:prstGeom prst="line">
              <a:avLst/>
            </a:prstGeom>
            <a:ln w="63500">
              <a:solidFill>
                <a:srgbClr val="E5484D"/>
              </a:solidFill>
            </a:ln>
          </p:spPr>
        </p:cxnSp>
        <p:cxnSp>
          <p:nvCxnSpPr>
            <p:cNvPr id="27" name="cross"/>
            <p:cNvCxnSpPr/>
            <p:nvPr/>
          </p:nvCxnSpPr>
          <p:spPr>
            <a:xfrm flipV="1">
              <a:off x="5591556" y="1508760"/>
              <a:ext cx="274320" cy="274320"/>
            </a:xfrm>
            <a:prstGeom prst="line">
              <a:avLst/>
            </a:prstGeom>
            <a:ln w="63500">
              <a:solidFill>
                <a:srgbClr val="E5484D"/>
              </a:solidFill>
            </a:ln>
          </p:spPr>
        </p:cxnSp>
        <p:sp>
          <p:nvSpPr>
            <p:cNvPr id="28" name="blocked label"/>
            <p:cNvSpPr txBox="1"/>
            <p:nvPr/>
          </p:nvSpPr>
          <p:spPr>
            <a:xfrm>
              <a:off x="7040880" y="1216152"/>
              <a:ext cx="2011680" cy="310896"/>
            </a:xfrm>
            <a:prstGeom prst="rect">
              <a:avLst/>
            </a:prstGeom>
            <a:noFill/>
          </p:spPr>
          <p:txBody>
            <a:bodyPr wrap="square" anchor="ctr" lIns="18288" tIns="9144" rIns="18288" bIns="9144">
              <a:noAutofit/>
            </a:bodyPr>
            <a:lstStyle/>
            <a:p>
              <a:pPr algn="l"/>
              <a:r>
                <a:rPr sz="1400" b="1" i="0" lang="en-GB">
                  <a:solidFill>
                    <a:srgbClr val="F2F2F2"/>
                  </a:solidFill>
                  <a:latin typeface="Arial"/>
                </a:rPr>
                <a:t>Not reused</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1"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Each region's numbering is researched on its own. British rules are not reused elsewhere.</a:t>
            </a:r>
          </a:p>
        </p:txBody>
      </p:sp>
      <p:sp>
        <p:nvSpPr>
          <p:cNvPr id="32"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A note on the build card</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grpSp>
        <p:nvGrpSpPr>
          <p:cNvPr id="4" name="Mock build card with a numbering note" descr="A mock build card with a picture of an engine, placeholder text lines and a small secondary line that reads Numbering note, example only. The note is a suggestion."/>
          <p:cNvGrpSpPr/>
          <p:nvPr/>
        </p:nvGrpSpPr>
        <p:grpSpPr>
          <a:xfrm>
            <a:off x="3108960" y="1417320"/>
            <a:ext cx="5943600" cy="3749039"/>
            <a:chOff x="3108960" y="1417320"/>
            <a:chExt cx="5943600" cy="3749039"/>
          </a:xfrm>
        </p:grpSpPr>
        <p:sp>
          <p:nvSpPr>
            <p:cNvPr id="5" name="build card"/>
            <p:cNvSpPr/>
            <p:nvPr/>
          </p:nvSpPr>
          <p:spPr>
            <a:xfrm>
              <a:off x="3108960" y="1417320"/>
              <a:ext cx="5943600" cy="3749039"/>
            </a:xfrm>
            <a:prstGeom prst="roundRect">
              <a:avLst>
                <a:gd name="adj" fmla="val 2926"/>
              </a:avLst>
            </a:prstGeom>
            <a:solidFill>
              <a:srgbClr val="2B2F36"/>
            </a:solidFill>
            <a:ln w="22225">
              <a:solidFill>
                <a:srgbClr val="4A515B"/>
              </a:solidFill>
            </a:ln>
          </p:spPr>
          <p:txBody>
            <a:bodyPr rtlCol="0" anchor="ctr"/>
            <a:lstStyle/>
            <a:p>
              <a:pPr algn="ctr"/>
            </a:p>
          </p:txBody>
        </p:sp>
        <p:sp>
          <p:nvSpPr>
            <p:cNvPr id="6" name="card picture"/>
            <p:cNvSpPr/>
            <p:nvPr/>
          </p:nvSpPr>
          <p:spPr>
            <a:xfrm>
              <a:off x="3383280" y="1691640"/>
              <a:ext cx="1828800" cy="1463040"/>
            </a:xfrm>
            <a:prstGeom prst="roundRect">
              <a:avLst>
                <a:gd name="adj" fmla="val 5000"/>
              </a:avLst>
            </a:prstGeom>
            <a:solidFill>
              <a:srgbClr val="1B1D21"/>
            </a:solidFill>
            <a:ln w="19050">
              <a:solidFill>
                <a:srgbClr val="4A515B"/>
              </a:solidFill>
            </a:ln>
          </p:spPr>
          <p:txBody>
            <a:bodyPr rtlCol="0" anchor="ctr"/>
            <a:lstStyle/>
            <a:p>
              <a:pPr algn="ctr"/>
            </a:p>
          </p:txBody>
        </p:sp>
        <p:sp>
          <p:nvSpPr>
            <p:cNvPr id="7" name="rail"/>
            <p:cNvSpPr/>
            <p:nvPr/>
          </p:nvSpPr>
          <p:spPr>
            <a:xfrm>
              <a:off x="3474720" y="2834640"/>
              <a:ext cx="1645920" cy="36576"/>
            </a:xfrm>
            <a:prstGeom prst="rect">
              <a:avLst/>
            </a:prstGeom>
            <a:solidFill>
              <a:srgbClr val="9AA0A6"/>
            </a:solidFill>
            <a:ln>
              <a:noFill/>
            </a:ln>
          </p:spPr>
          <p:txBody>
            <a:bodyPr rtlCol="0" anchor="ctr"/>
            <a:lstStyle/>
            <a:p>
              <a:pPr algn="ctr"/>
            </a:p>
          </p:txBody>
        </p:sp>
        <p:sp>
          <p:nvSpPr>
            <p:cNvPr id="8" name="frame"/>
            <p:cNvSpPr/>
            <p:nvPr/>
          </p:nvSpPr>
          <p:spPr>
            <a:xfrm>
              <a:off x="3611880" y="2715310"/>
              <a:ext cx="913485" cy="37033"/>
            </a:xfrm>
            <a:prstGeom prst="rect">
              <a:avLst/>
            </a:prstGeom>
            <a:solidFill>
              <a:srgbClr val="3A3F47"/>
            </a:solidFill>
            <a:ln w="9525">
              <a:solidFill>
                <a:srgbClr val="9AA0A6"/>
              </a:solidFill>
            </a:ln>
          </p:spPr>
          <p:txBody>
            <a:bodyPr rtlCol="0" anchor="ctr"/>
            <a:lstStyle/>
            <a:p>
              <a:pPr algn="ctr"/>
            </a:p>
          </p:txBody>
        </p:sp>
        <p:sp>
          <p:nvSpPr>
            <p:cNvPr id="9" name="bunker"/>
            <p:cNvSpPr/>
            <p:nvPr/>
          </p:nvSpPr>
          <p:spPr>
            <a:xfrm>
              <a:off x="3611880" y="2554833"/>
              <a:ext cx="139903" cy="160477"/>
            </a:xfrm>
            <a:prstGeom prst="roundRect">
              <a:avLst>
                <a:gd name="adj" fmla="val 2941"/>
              </a:avLst>
            </a:prstGeom>
            <a:solidFill>
              <a:srgbClr val="F28C28"/>
            </a:solidFill>
            <a:ln>
              <a:noFill/>
            </a:ln>
          </p:spPr>
          <p:txBody>
            <a:bodyPr rtlCol="0" anchor="ctr"/>
            <a:lstStyle/>
            <a:p>
              <a:pPr algn="ctr"/>
            </a:p>
          </p:txBody>
        </p:sp>
        <p:sp>
          <p:nvSpPr>
            <p:cNvPr id="10" name="bunker coal"/>
            <p:cNvSpPr/>
            <p:nvPr/>
          </p:nvSpPr>
          <p:spPr>
            <a:xfrm>
              <a:off x="3620109" y="2513685"/>
              <a:ext cx="123444" cy="41148"/>
            </a:xfrm>
            <a:custGeom>
              <a:avLst/>
              <a:gdLst/>
              <a:ahLst/>
              <a:cxnLst/>
              <a:rect l="l" t="t" r="r" b="b"/>
              <a:pathLst>
                <a:path w="123444" h="41148">
                  <a:moveTo>
                    <a:pt x="0" y="41148"/>
                  </a:moveTo>
                  <a:lnTo>
                    <a:pt x="32919" y="4115"/>
                  </a:lnTo>
                  <a:lnTo>
                    <a:pt x="82296" y="0"/>
                  </a:lnTo>
                  <a:lnTo>
                    <a:pt x="123444" y="41148"/>
                  </a:lnTo>
                  <a:close/>
                </a:path>
              </a:pathLst>
            </a:custGeom>
            <a:solidFill>
              <a:srgbClr val="1B1D21"/>
            </a:solidFill>
            <a:ln w="12700">
              <a:solidFill>
                <a:srgbClr val="6B7078"/>
              </a:solidFill>
            </a:ln>
          </p:spPr>
          <p:txBody>
            <a:bodyPr rtlCol="0" anchor="ctr"/>
            <a:lstStyle/>
            <a:p>
              <a:pPr algn="ctr"/>
            </a:p>
          </p:txBody>
        </p:sp>
        <p:sp>
          <p:nvSpPr>
            <p:cNvPr id="11" name="cab"/>
            <p:cNvSpPr/>
            <p:nvPr/>
          </p:nvSpPr>
          <p:spPr>
            <a:xfrm>
              <a:off x="3751783" y="2488996"/>
              <a:ext cx="164592" cy="226314"/>
            </a:xfrm>
            <a:prstGeom prst="roundRect">
              <a:avLst>
                <a:gd name="adj" fmla="val 2500"/>
              </a:avLst>
            </a:prstGeom>
            <a:solidFill>
              <a:srgbClr val="F28C28"/>
            </a:solidFill>
            <a:ln>
              <a:noFill/>
            </a:ln>
          </p:spPr>
          <p:txBody>
            <a:bodyPr rtlCol="0" anchor="ctr"/>
            <a:lstStyle/>
            <a:p>
              <a:pPr algn="ctr"/>
            </a:p>
          </p:txBody>
        </p:sp>
        <p:sp>
          <p:nvSpPr>
            <p:cNvPr id="12" name="cab roof"/>
            <p:cNvSpPr/>
            <p:nvPr/>
          </p:nvSpPr>
          <p:spPr>
            <a:xfrm>
              <a:off x="3743553" y="2468422"/>
              <a:ext cx="181051" cy="20574"/>
            </a:xfrm>
            <a:prstGeom prst="rect">
              <a:avLst/>
            </a:prstGeom>
            <a:solidFill>
              <a:srgbClr val="3A3F47"/>
            </a:solidFill>
            <a:ln w="9525">
              <a:solidFill>
                <a:srgbClr val="9AA0A6"/>
              </a:solidFill>
            </a:ln>
          </p:spPr>
          <p:txBody>
            <a:bodyPr rtlCol="0" anchor="ctr"/>
            <a:lstStyle/>
            <a:p>
              <a:pPr algn="ctr"/>
            </a:p>
          </p:txBody>
        </p:sp>
        <p:sp>
          <p:nvSpPr>
            <p:cNvPr id="13" name="cab window"/>
            <p:cNvSpPr/>
            <p:nvPr/>
          </p:nvSpPr>
          <p:spPr>
            <a:xfrm>
              <a:off x="3792931" y="2521915"/>
              <a:ext cx="74066" cy="74066"/>
            </a:xfrm>
            <a:prstGeom prst="rect">
              <a:avLst/>
            </a:prstGeom>
            <a:solidFill>
              <a:srgbClr val="1B1D21"/>
            </a:solidFill>
            <a:ln>
              <a:noFill/>
            </a:ln>
          </p:spPr>
          <p:txBody>
            <a:bodyPr rtlCol="0" anchor="ctr"/>
            <a:lstStyle/>
            <a:p>
              <a:pPr algn="ctr"/>
            </a:p>
          </p:txBody>
        </p:sp>
        <p:sp>
          <p:nvSpPr>
            <p:cNvPr id="14" name="boiler"/>
            <p:cNvSpPr/>
            <p:nvPr/>
          </p:nvSpPr>
          <p:spPr>
            <a:xfrm>
              <a:off x="3916375" y="2509570"/>
              <a:ext cx="526694" cy="164592"/>
            </a:xfrm>
            <a:prstGeom prst="roundRect">
              <a:avLst>
                <a:gd name="adj" fmla="val 25000"/>
              </a:avLst>
            </a:prstGeom>
            <a:solidFill>
              <a:srgbClr val="F28C28"/>
            </a:solidFill>
            <a:ln>
              <a:noFill/>
            </a:ln>
          </p:spPr>
          <p:txBody>
            <a:bodyPr rtlCol="0" anchor="ctr"/>
            <a:lstStyle/>
            <a:p>
              <a:pPr algn="ctr"/>
            </a:p>
          </p:txBody>
        </p:sp>
        <p:sp>
          <p:nvSpPr>
            <p:cNvPr id="15" name="side tank"/>
            <p:cNvSpPr/>
            <p:nvPr/>
          </p:nvSpPr>
          <p:spPr>
            <a:xfrm>
              <a:off x="3916375" y="2567178"/>
              <a:ext cx="485546" cy="144018"/>
            </a:xfrm>
            <a:prstGeom prst="roundRect">
              <a:avLst>
                <a:gd name="adj" fmla="val 14285"/>
              </a:avLst>
            </a:prstGeom>
            <a:solidFill>
              <a:srgbClr val="AE641C"/>
            </a:solidFill>
            <a:ln>
              <a:noFill/>
            </a:ln>
          </p:spPr>
          <p:txBody>
            <a:bodyPr rtlCol="0" anchor="ctr"/>
            <a:lstStyle/>
            <a:p>
              <a:pPr algn="ctr"/>
            </a:p>
          </p:txBody>
        </p:sp>
        <p:sp>
          <p:nvSpPr>
            <p:cNvPr id="16" name="smokebox"/>
            <p:cNvSpPr/>
            <p:nvPr/>
          </p:nvSpPr>
          <p:spPr>
            <a:xfrm>
              <a:off x="4443069" y="2509570"/>
              <a:ext cx="82296" cy="164592"/>
            </a:xfrm>
            <a:prstGeom prst="roundRect">
              <a:avLst>
                <a:gd name="adj" fmla="val 12000"/>
              </a:avLst>
            </a:prstGeom>
            <a:solidFill>
              <a:srgbClr val="4A515B"/>
            </a:solidFill>
            <a:ln>
              <a:noFill/>
            </a:ln>
          </p:spPr>
          <p:txBody>
            <a:bodyPr rtlCol="0" anchor="ctr"/>
            <a:lstStyle/>
            <a:p>
              <a:pPr algn="ctr"/>
            </a:p>
          </p:txBody>
        </p:sp>
        <p:sp>
          <p:nvSpPr>
            <p:cNvPr id="17" name="chimney"/>
            <p:cNvSpPr/>
            <p:nvPr/>
          </p:nvSpPr>
          <p:spPr>
            <a:xfrm>
              <a:off x="4459528" y="2423160"/>
              <a:ext cx="49377" cy="86410"/>
            </a:xfrm>
            <a:prstGeom prst="rect">
              <a:avLst/>
            </a:prstGeom>
            <a:solidFill>
              <a:srgbClr val="3A3F47"/>
            </a:solidFill>
            <a:ln w="9525">
              <a:solidFill>
                <a:srgbClr val="9AA0A6"/>
              </a:solidFill>
            </a:ln>
          </p:spPr>
          <p:txBody>
            <a:bodyPr rtlCol="0" anchor="ctr"/>
            <a:lstStyle/>
            <a:p>
              <a:pPr algn="ctr"/>
            </a:p>
          </p:txBody>
        </p:sp>
        <p:sp>
          <p:nvSpPr>
            <p:cNvPr id="18" name="chimney lip"/>
            <p:cNvSpPr/>
            <p:nvPr/>
          </p:nvSpPr>
          <p:spPr>
            <a:xfrm>
              <a:off x="4447184" y="2410815"/>
              <a:ext cx="74066" cy="20574"/>
            </a:xfrm>
            <a:prstGeom prst="rect">
              <a:avLst/>
            </a:prstGeom>
            <a:solidFill>
              <a:srgbClr val="3A3F47"/>
            </a:solidFill>
            <a:ln w="9525">
              <a:solidFill>
                <a:srgbClr val="9AA0A6"/>
              </a:solidFill>
            </a:ln>
          </p:spPr>
          <p:txBody>
            <a:bodyPr rtlCol="0" anchor="ctr"/>
            <a:lstStyle/>
            <a:p>
              <a:pPr algn="ctr"/>
            </a:p>
          </p:txBody>
        </p:sp>
        <p:sp>
          <p:nvSpPr>
            <p:cNvPr id="19" name="dome"/>
            <p:cNvSpPr/>
            <p:nvPr/>
          </p:nvSpPr>
          <p:spPr>
            <a:xfrm>
              <a:off x="4137586" y="2464308"/>
              <a:ext cx="74066" cy="45262"/>
            </a:xfrm>
            <a:prstGeom prst="roundRect">
              <a:avLst>
                <a:gd name="adj" fmla="val 36363"/>
              </a:avLst>
            </a:prstGeom>
            <a:solidFill>
              <a:srgbClr val="F28C28"/>
            </a:solidFill>
            <a:ln>
              <a:noFill/>
            </a:ln>
          </p:spPr>
          <p:txBody>
            <a:bodyPr rtlCol="0" anchor="ctr"/>
            <a:lstStyle/>
            <a:p>
              <a:pPr algn="ctr"/>
            </a:p>
          </p:txBody>
        </p:sp>
        <p:sp>
          <p:nvSpPr>
            <p:cNvPr id="20" name="wheel"/>
            <p:cNvSpPr/>
            <p:nvPr/>
          </p:nvSpPr>
          <p:spPr>
            <a:xfrm>
              <a:off x="3842308" y="2686507"/>
              <a:ext cx="148132" cy="148132"/>
            </a:xfrm>
            <a:prstGeom prst="ellipse">
              <a:avLst/>
            </a:prstGeom>
            <a:solidFill>
              <a:srgbClr val="1B1D21"/>
            </a:solidFill>
            <a:ln w="19050">
              <a:solidFill>
                <a:srgbClr val="9AA0A6"/>
              </a:solidFill>
            </a:ln>
          </p:spPr>
          <p:txBody>
            <a:bodyPr rtlCol="0" anchor="ctr"/>
            <a:lstStyle/>
            <a:p>
              <a:pPr algn="ctr"/>
            </a:p>
          </p:txBody>
        </p:sp>
        <p:sp>
          <p:nvSpPr>
            <p:cNvPr id="21" name="hub"/>
            <p:cNvSpPr/>
            <p:nvPr/>
          </p:nvSpPr>
          <p:spPr>
            <a:xfrm>
              <a:off x="3897117" y="2741316"/>
              <a:ext cx="38514" cy="38514"/>
            </a:xfrm>
            <a:prstGeom prst="ellipse">
              <a:avLst/>
            </a:prstGeom>
            <a:solidFill>
              <a:srgbClr val="9AA0A6"/>
            </a:solidFill>
            <a:ln>
              <a:noFill/>
            </a:ln>
          </p:spPr>
          <p:txBody>
            <a:bodyPr rtlCol="0" anchor="ctr"/>
            <a:lstStyle/>
            <a:p>
              <a:pPr algn="ctr"/>
            </a:p>
          </p:txBody>
        </p:sp>
        <p:sp>
          <p:nvSpPr>
            <p:cNvPr id="22" name="wheel"/>
            <p:cNvSpPr/>
            <p:nvPr/>
          </p:nvSpPr>
          <p:spPr>
            <a:xfrm>
              <a:off x="4006900" y="2686507"/>
              <a:ext cx="148132" cy="148132"/>
            </a:xfrm>
            <a:prstGeom prst="ellipse">
              <a:avLst/>
            </a:prstGeom>
            <a:solidFill>
              <a:srgbClr val="1B1D21"/>
            </a:solidFill>
            <a:ln w="19050">
              <a:solidFill>
                <a:srgbClr val="9AA0A6"/>
              </a:solidFill>
            </a:ln>
          </p:spPr>
          <p:txBody>
            <a:bodyPr rtlCol="0" anchor="ctr"/>
            <a:lstStyle/>
            <a:p>
              <a:pPr algn="ctr"/>
            </a:p>
          </p:txBody>
        </p:sp>
        <p:sp>
          <p:nvSpPr>
            <p:cNvPr id="23" name="hub"/>
            <p:cNvSpPr/>
            <p:nvPr/>
          </p:nvSpPr>
          <p:spPr>
            <a:xfrm>
              <a:off x="4061709" y="2741316"/>
              <a:ext cx="38514" cy="38514"/>
            </a:xfrm>
            <a:prstGeom prst="ellipse">
              <a:avLst/>
            </a:prstGeom>
            <a:solidFill>
              <a:srgbClr val="9AA0A6"/>
            </a:solidFill>
            <a:ln>
              <a:noFill/>
            </a:ln>
          </p:spPr>
          <p:txBody>
            <a:bodyPr rtlCol="0" anchor="ctr"/>
            <a:lstStyle/>
            <a:p>
              <a:pPr algn="ctr"/>
            </a:p>
          </p:txBody>
        </p:sp>
        <p:sp>
          <p:nvSpPr>
            <p:cNvPr id="24" name="wheel"/>
            <p:cNvSpPr/>
            <p:nvPr/>
          </p:nvSpPr>
          <p:spPr>
            <a:xfrm>
              <a:off x="4171492" y="2686507"/>
              <a:ext cx="148132" cy="148132"/>
            </a:xfrm>
            <a:prstGeom prst="ellipse">
              <a:avLst/>
            </a:prstGeom>
            <a:solidFill>
              <a:srgbClr val="1B1D21"/>
            </a:solidFill>
            <a:ln w="19050">
              <a:solidFill>
                <a:srgbClr val="9AA0A6"/>
              </a:solidFill>
            </a:ln>
          </p:spPr>
          <p:txBody>
            <a:bodyPr rtlCol="0" anchor="ctr"/>
            <a:lstStyle/>
            <a:p>
              <a:pPr algn="ctr"/>
            </a:p>
          </p:txBody>
        </p:sp>
        <p:sp>
          <p:nvSpPr>
            <p:cNvPr id="25" name="hub"/>
            <p:cNvSpPr/>
            <p:nvPr/>
          </p:nvSpPr>
          <p:spPr>
            <a:xfrm>
              <a:off x="4226301" y="2741316"/>
              <a:ext cx="38514" cy="38514"/>
            </a:xfrm>
            <a:prstGeom prst="ellipse">
              <a:avLst/>
            </a:prstGeom>
            <a:solidFill>
              <a:srgbClr val="9AA0A6"/>
            </a:solidFill>
            <a:ln>
              <a:noFill/>
            </a:ln>
          </p:spPr>
          <p:txBody>
            <a:bodyPr rtlCol="0" anchor="ctr"/>
            <a:lstStyle/>
            <a:p>
              <a:pPr algn="ctr"/>
            </a:p>
          </p:txBody>
        </p:sp>
        <p:sp>
          <p:nvSpPr>
            <p:cNvPr id="26" name="coupling rod"/>
            <p:cNvSpPr/>
            <p:nvPr/>
          </p:nvSpPr>
          <p:spPr>
            <a:xfrm>
              <a:off x="3916375" y="2717779"/>
              <a:ext cx="329184" cy="11521"/>
            </a:xfrm>
            <a:prstGeom prst="rect">
              <a:avLst/>
            </a:prstGeom>
            <a:solidFill>
              <a:srgbClr val="D0D4D8"/>
            </a:solidFill>
            <a:ln>
              <a:noFill/>
            </a:ln>
          </p:spPr>
          <p:txBody>
            <a:bodyPr rtlCol="0" anchor="ctr"/>
            <a:lstStyle/>
            <a:p>
              <a:pPr algn="ctr"/>
            </a:p>
          </p:txBody>
        </p:sp>
        <p:sp>
          <p:nvSpPr>
            <p:cNvPr id="27" name="buffer beam"/>
            <p:cNvSpPr/>
            <p:nvPr/>
          </p:nvSpPr>
          <p:spPr>
            <a:xfrm>
              <a:off x="4525365" y="2678277"/>
              <a:ext cx="24688" cy="74066"/>
            </a:xfrm>
            <a:prstGeom prst="rect">
              <a:avLst/>
            </a:prstGeom>
            <a:solidFill>
              <a:srgbClr val="9AA0A6"/>
            </a:solidFill>
            <a:ln>
              <a:noFill/>
            </a:ln>
          </p:spPr>
          <p:txBody>
            <a:bodyPr rtlCol="0" anchor="ctr"/>
            <a:lstStyle/>
            <a:p>
              <a:pPr algn="ctr"/>
            </a:p>
          </p:txBody>
        </p:sp>
        <p:sp>
          <p:nvSpPr>
            <p:cNvPr id="28" name="title bar"/>
            <p:cNvSpPr/>
            <p:nvPr/>
          </p:nvSpPr>
          <p:spPr>
            <a:xfrm>
              <a:off x="5486400" y="1783080"/>
              <a:ext cx="3200400" cy="237744"/>
            </a:xfrm>
            <a:prstGeom prst="roundRect">
              <a:avLst>
                <a:gd name="adj" fmla="val 50000"/>
              </a:avLst>
            </a:prstGeom>
            <a:solidFill>
              <a:srgbClr val="4A515B"/>
            </a:solidFill>
            <a:ln>
              <a:noFill/>
            </a:ln>
          </p:spPr>
          <p:txBody>
            <a:bodyPr rtlCol="0" anchor="ctr"/>
            <a:lstStyle/>
            <a:p>
              <a:pPr algn="ctr"/>
            </a:p>
          </p:txBody>
        </p:sp>
        <p:sp>
          <p:nvSpPr>
            <p:cNvPr id="29" name="skeleton line"/>
            <p:cNvSpPr/>
            <p:nvPr/>
          </p:nvSpPr>
          <p:spPr>
            <a:xfrm>
              <a:off x="5486400" y="2286000"/>
              <a:ext cx="3200400" cy="109728"/>
            </a:xfrm>
            <a:prstGeom prst="roundRect">
              <a:avLst>
                <a:gd name="adj" fmla="val 50000"/>
              </a:avLst>
            </a:prstGeom>
            <a:solidFill>
              <a:srgbClr val="3A3F47"/>
            </a:solidFill>
            <a:ln>
              <a:noFill/>
            </a:ln>
          </p:spPr>
          <p:txBody>
            <a:bodyPr rtlCol="0" anchor="ctr"/>
            <a:lstStyle/>
            <a:p>
              <a:pPr algn="ctr"/>
            </a:p>
          </p:txBody>
        </p:sp>
        <p:sp>
          <p:nvSpPr>
            <p:cNvPr id="30" name="skeleton line"/>
            <p:cNvSpPr/>
            <p:nvPr/>
          </p:nvSpPr>
          <p:spPr>
            <a:xfrm>
              <a:off x="5486400" y="2505456"/>
              <a:ext cx="2468880" cy="109728"/>
            </a:xfrm>
            <a:prstGeom prst="roundRect">
              <a:avLst>
                <a:gd name="adj" fmla="val 50000"/>
              </a:avLst>
            </a:prstGeom>
            <a:solidFill>
              <a:srgbClr val="3A3F47"/>
            </a:solidFill>
            <a:ln>
              <a:noFill/>
            </a:ln>
          </p:spPr>
          <p:txBody>
            <a:bodyPr rtlCol="0" anchor="ctr"/>
            <a:lstStyle/>
            <a:p>
              <a:pPr algn="ctr"/>
            </a:p>
          </p:txBody>
        </p:sp>
        <p:sp>
          <p:nvSpPr>
            <p:cNvPr id="31" name="skeleton line"/>
            <p:cNvSpPr/>
            <p:nvPr/>
          </p:nvSpPr>
          <p:spPr>
            <a:xfrm>
              <a:off x="5486400" y="2724912"/>
              <a:ext cx="3200400" cy="109728"/>
            </a:xfrm>
            <a:prstGeom prst="roundRect">
              <a:avLst>
                <a:gd name="adj" fmla="val 50000"/>
              </a:avLst>
            </a:prstGeom>
            <a:solidFill>
              <a:srgbClr val="3A3F47"/>
            </a:solidFill>
            <a:ln>
              <a:noFill/>
            </a:ln>
          </p:spPr>
          <p:txBody>
            <a:bodyPr rtlCol="0" anchor="ctr"/>
            <a:lstStyle/>
            <a:p>
              <a:pPr algn="ctr"/>
            </a:p>
          </p:txBody>
        </p:sp>
        <p:sp>
          <p:nvSpPr>
            <p:cNvPr id="32" name="skeleton line"/>
            <p:cNvSpPr/>
            <p:nvPr/>
          </p:nvSpPr>
          <p:spPr>
            <a:xfrm>
              <a:off x="5486400" y="2944368"/>
              <a:ext cx="2468880" cy="109728"/>
            </a:xfrm>
            <a:prstGeom prst="roundRect">
              <a:avLst>
                <a:gd name="adj" fmla="val 50000"/>
              </a:avLst>
            </a:prstGeom>
            <a:solidFill>
              <a:srgbClr val="3A3F47"/>
            </a:solidFill>
            <a:ln>
              <a:noFill/>
            </a:ln>
          </p:spPr>
          <p:txBody>
            <a:bodyPr rtlCol="0" anchor="ctr"/>
            <a:lstStyle/>
            <a:p>
              <a:pPr algn="ctr"/>
            </a:p>
          </p:txBody>
        </p:sp>
        <p:cxnSp>
          <p:nvCxnSpPr>
            <p:cNvPr id="33" name="divider"/>
            <p:cNvCxnSpPr/>
            <p:nvPr/>
          </p:nvCxnSpPr>
          <p:spPr>
            <a:xfrm>
              <a:off x="3383280" y="3429000"/>
              <a:ext cx="5394960" cy="0"/>
            </a:xfrm>
            <a:prstGeom prst="line">
              <a:avLst/>
            </a:prstGeom>
            <a:ln w="19050">
              <a:solidFill>
                <a:srgbClr val="4A515B"/>
              </a:solidFill>
            </a:ln>
          </p:spPr>
        </p:cxnSp>
        <p:sp>
          <p:nvSpPr>
            <p:cNvPr id="34" name="note inset"/>
            <p:cNvSpPr/>
            <p:nvPr/>
          </p:nvSpPr>
          <p:spPr>
            <a:xfrm>
              <a:off x="3383280" y="3611880"/>
              <a:ext cx="5394960" cy="777240"/>
            </a:xfrm>
            <a:prstGeom prst="roundRect">
              <a:avLst>
                <a:gd name="adj" fmla="val 7058"/>
              </a:avLst>
            </a:prstGeom>
            <a:solidFill>
              <a:srgbClr val="343A43"/>
            </a:solidFill>
            <a:ln>
              <a:noFill/>
            </a:ln>
          </p:spPr>
          <p:txBody>
            <a:bodyPr rtlCol="0" anchor="ctr"/>
            <a:lstStyle/>
            <a:p>
              <a:pPr algn="ctr"/>
            </a:p>
          </p:txBody>
        </p:sp>
        <p:sp>
          <p:nvSpPr>
            <p:cNvPr id="35" name="note rule"/>
            <p:cNvSpPr/>
            <p:nvPr/>
          </p:nvSpPr>
          <p:spPr>
            <a:xfrm>
              <a:off x="3383280" y="3611880"/>
              <a:ext cx="82296" cy="777240"/>
            </a:xfrm>
            <a:prstGeom prst="rect">
              <a:avLst/>
            </a:prstGeom>
            <a:solidFill>
              <a:srgbClr val="B084F5"/>
            </a:solidFill>
            <a:ln>
              <a:noFill/>
            </a:ln>
          </p:spPr>
          <p:txBody>
            <a:bodyPr rtlCol="0" anchor="ctr"/>
            <a:lstStyle/>
            <a:p>
              <a:pPr algn="ctr"/>
            </a:p>
          </p:txBody>
        </p:sp>
        <p:sp>
          <p:nvSpPr>
            <p:cNvPr id="36" name="note text"/>
            <p:cNvSpPr txBox="1"/>
            <p:nvPr/>
          </p:nvSpPr>
          <p:spPr>
            <a:xfrm>
              <a:off x="3611880" y="3611880"/>
              <a:ext cx="3383280" cy="777240"/>
            </a:xfrm>
            <a:prstGeom prst="rect">
              <a:avLst/>
            </a:prstGeom>
            <a:noFill/>
          </p:spPr>
          <p:txBody>
            <a:bodyPr wrap="square" anchor="ctr" lIns="18288" tIns="9144" rIns="18288" bIns="9144">
              <a:noAutofit/>
            </a:bodyPr>
            <a:lstStyle/>
            <a:p>
              <a:pPr algn="l"/>
              <a:r>
                <a:rPr sz="1600" b="0" i="0" lang="en-GB">
                  <a:solidFill>
                    <a:srgbClr val="F2F2F2"/>
                  </a:solidFill>
                  <a:latin typeface="Arial"/>
                </a:rPr>
                <a:t>Numbering note (example only)</a:t>
              </a:r>
            </a:p>
          </p:txBody>
        </p:sp>
        <p:sp>
          <p:nvSpPr>
            <p:cNvPr id="37" name="skeleton line"/>
            <p:cNvSpPr/>
            <p:nvPr/>
          </p:nvSpPr>
          <p:spPr>
            <a:xfrm>
              <a:off x="3383280" y="4617720"/>
              <a:ext cx="2377440" cy="109728"/>
            </a:xfrm>
            <a:prstGeom prst="roundRect">
              <a:avLst>
                <a:gd name="adj" fmla="val 50000"/>
              </a:avLst>
            </a:prstGeom>
            <a:solidFill>
              <a:srgbClr val="3A3F47"/>
            </a:solidFill>
            <a:ln>
              <a:noFill/>
            </a:ln>
          </p:spPr>
          <p:txBody>
            <a:bodyPr rtlCol="0" anchor="ctr"/>
            <a:lstStyle/>
            <a:p>
              <a:pPr algn="ctr"/>
            </a:p>
          </p:txBody>
        </p:sp>
        <p:sp>
          <p:nvSpPr>
            <p:cNvPr id="38" name="skeleton line"/>
            <p:cNvSpPr/>
            <p:nvPr/>
          </p:nvSpPr>
          <p:spPr>
            <a:xfrm>
              <a:off x="3383280" y="4846320"/>
              <a:ext cx="1645920" cy="109728"/>
            </a:xfrm>
            <a:prstGeom prst="roundRect">
              <a:avLst>
                <a:gd name="adj" fmla="val 50000"/>
              </a:avLst>
            </a:prstGeom>
            <a:solidFill>
              <a:srgbClr val="3A3F47"/>
            </a:solidFill>
            <a:ln>
              <a:noFill/>
            </a:ln>
          </p:spPr>
          <p:txBody>
            <a:bodyPr rtlCol="0" anchor="ctr"/>
            <a:lstStyle/>
            <a:p>
              <a:pPr algn="ctr"/>
            </a:p>
          </p:txBody>
        </p:sp>
      </p:grpSp>
      <p:sp>
        <p:nvSpPr>
          <p:cNvPr id="39" name="ICHIP"/>
          <p:cNvSpPr/>
          <p:nvPr/>
        </p:nvSpPr>
        <p:spPr>
          <a:xfrm>
            <a:off x="7086600" y="3840480"/>
            <a:ext cx="1463040" cy="310896"/>
          </a:xfrm>
          <a:prstGeom prst="roundRect">
            <a:avLst>
              <a:gd name="adj" fmla="val 35294"/>
            </a:avLst>
          </a:prstGeom>
          <a:solidFill>
            <a:srgbClr val="B084F5"/>
          </a:solidFill>
          <a:ln>
            <a:noFill/>
          </a:ln>
        </p:spPr>
        <p:txBody>
          <a:bodyPr rtlCol="0" anchor="ctr" wrap="square" lIns="54864" tIns="0" rIns="54864" bIns="0">
            <a:noAutofit/>
          </a:bodyPr>
          <a:lstStyle/>
          <a:p>
            <a:pPr algn="ctr"/>
            <a:r>
              <a:rPr sz="1400" b="1" i="0" lang="en-GB">
                <a:solidFill>
                  <a:srgbClr val="101418"/>
                </a:solidFill>
                <a:latin typeface="Arial"/>
              </a:rPr>
              <a:t>PROPOSED</a:t>
            </a:r>
          </a:p>
        </p:txBody>
      </p:sp>
      <p:sp>
        <p:nvSpPr>
          <p:cNvPr id="4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41"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42"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A build card could show a short note on how the class was numbered.</a:t>
            </a:r>
          </a:p>
        </p:txBody>
      </p:sp>
      <p:sp>
        <p:nvSpPr>
          <p:cNvPr id="43"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Where this stands</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PROVISIONAL</a:t>
            </a:r>
          </a:p>
        </p:txBody>
      </p:sp>
      <p:pic>
        <p:nvPicPr>
          <p:cNvPr id="4" name="R01_pannier_visual_probe_v004" descr="Early test model of a tank engine (a yellow 'visual probe') on a short length of track. Not final art."/>
          <p:cNvPicPr>
            <a:picLocks noChangeAspect="1"/>
          </p:cNvPicPr>
          <p:nvPr/>
        </p:nvPicPr>
        <p:blipFill>
          <a:blip r:embed="rId2"/>
          <a:srcRect l="625" r="625"/>
          <a:stretch>
            <a:fillRect/>
          </a:stretch>
        </p:blipFill>
        <p:spPr>
          <a:xfrm>
            <a:off x="548640" y="1325880"/>
            <a:ext cx="2194560" cy="1234440"/>
          </a:xfrm>
          <a:prstGeom prst="roundRect">
            <a:avLst>
              <a:gd name="adj" fmla="val 5925"/>
            </a:avLst>
          </a:prstGeom>
        </p:spPr>
      </p:pic>
      <p:sp>
        <p:nvSpPr>
          <p:cNvPr id="5" name="CREDIT"/>
          <p:cNvSpPr txBox="1"/>
          <p:nvPr/>
        </p:nvSpPr>
        <p:spPr>
          <a:xfrm>
            <a:off x="548640" y="2596896"/>
            <a:ext cx="3291840" cy="219456"/>
          </a:xfrm>
          <a:prstGeom prst="rect">
            <a:avLst/>
          </a:prstGeom>
          <a:noFill/>
        </p:spPr>
        <p:txBody>
          <a:bodyPr wrap="square" anchor="t" lIns="0" tIns="0" rIns="0" bIns="0">
            <a:noAutofit/>
          </a:bodyPr>
          <a:lstStyle/>
          <a:p>
            <a:pPr algn="l"/>
            <a:r>
              <a:rPr sz="1000" b="0" i="0" lang="en-GB">
                <a:solidFill>
                  <a:srgbClr val="A9B0B8"/>
                </a:solidFill>
                <a:latin typeface="Arial"/>
              </a:rPr>
              <a:t>Early test model, not final art.</a:t>
            </a:r>
          </a:p>
        </p:txBody>
      </p:sp>
      <p:grpSp>
        <p:nvGrpSpPr>
          <p:cNvPr id="6" name="Four planned steps" descr="A row of four steps. A test engine on the game's rails is under way. Regional styles, running numbers and fleet search are planned."/>
          <p:cNvGrpSpPr/>
          <p:nvPr/>
        </p:nvGrpSpPr>
        <p:grpSpPr>
          <a:xfrm>
            <a:off x="548640" y="3108960"/>
            <a:ext cx="11082528" cy="2331720"/>
            <a:chOff x="548640" y="3108960"/>
            <a:chExt cx="11082528" cy="2331720"/>
          </a:xfrm>
        </p:grpSpPr>
        <p:cxnSp>
          <p:nvCxnSpPr>
            <p:cNvPr id="7" name="timeline"/>
            <p:cNvCxnSpPr/>
            <p:nvPr/>
          </p:nvCxnSpPr>
          <p:spPr>
            <a:xfrm>
              <a:off x="1371600" y="3291840"/>
              <a:ext cx="9875520" cy="0"/>
            </a:xfrm>
            <a:prstGeom prst="line">
              <a:avLst/>
            </a:prstGeom>
            <a:ln w="38100">
              <a:solidFill>
                <a:srgbClr val="4A515B"/>
              </a:solidFill>
            </a:ln>
          </p:spPr>
        </p:cxnSp>
        <p:sp>
          <p:nvSpPr>
            <p:cNvPr id="8" name="step dot"/>
            <p:cNvSpPr/>
            <p:nvPr/>
          </p:nvSpPr>
          <p:spPr>
            <a:xfrm>
              <a:off x="1668780" y="3108960"/>
              <a:ext cx="365760" cy="365760"/>
            </a:xfrm>
            <a:prstGeom prst="ellipse">
              <a:avLst/>
            </a:prstGeom>
            <a:solidFill>
              <a:srgbClr val="F28C28"/>
            </a:solidFill>
            <a:ln w="38100">
              <a:solidFill>
                <a:srgbClr val="F28C28"/>
              </a:solidFill>
            </a:ln>
          </p:spPr>
          <p:txBody>
            <a:bodyPr rtlCol="0" anchor="ctr"/>
            <a:lstStyle/>
            <a:p>
              <a:pPr algn="ctr"/>
            </a:p>
          </p:txBody>
        </p:sp>
        <p:sp>
          <p:nvSpPr>
            <p:cNvPr id="9" name="step card"/>
            <p:cNvSpPr/>
            <p:nvPr/>
          </p:nvSpPr>
          <p:spPr>
            <a:xfrm>
              <a:off x="548640" y="3657600"/>
              <a:ext cx="2606040" cy="1783080"/>
            </a:xfrm>
            <a:prstGeom prst="roundRect">
              <a:avLst>
                <a:gd name="adj" fmla="val 5128"/>
              </a:avLst>
            </a:prstGeom>
            <a:solidFill>
              <a:srgbClr val="2B2F36"/>
            </a:solidFill>
            <a:ln w="31750">
              <a:solidFill>
                <a:srgbClr val="F28C28"/>
              </a:solidFill>
            </a:ln>
          </p:spPr>
          <p:txBody>
            <a:bodyPr rtlCol="0" anchor="ctr"/>
            <a:lstStyle/>
            <a:p>
              <a:pPr algn="ctr"/>
            </a:p>
          </p:txBody>
        </p:sp>
        <p:sp>
          <p:nvSpPr>
            <p:cNvPr id="10" name="step title"/>
            <p:cNvSpPr txBox="1"/>
            <p:nvPr/>
          </p:nvSpPr>
          <p:spPr>
            <a:xfrm>
              <a:off x="685800" y="3749039"/>
              <a:ext cx="2331720" cy="1005840"/>
            </a:xfrm>
            <a:prstGeom prst="rect">
              <a:avLst/>
            </a:prstGeom>
            <a:noFill/>
          </p:spPr>
          <p:txBody>
            <a:bodyPr wrap="square" anchor="t" lIns="18288" tIns="9144" rIns="18288" bIns="9144">
              <a:noAutofit/>
            </a:bodyPr>
            <a:lstStyle/>
            <a:p>
              <a:pPr algn="l"/>
              <a:r>
                <a:rPr sz="1800" b="1" i="0" lang="en-GB">
                  <a:solidFill>
                    <a:srgbClr val="F2F2F2"/>
                  </a:solidFill>
                  <a:latin typeface="Arial"/>
                </a:rPr>
                <a:t>Test engine on the game's rails</a:t>
              </a:r>
            </a:p>
          </p:txBody>
        </p:sp>
        <p:sp>
          <p:nvSpPr>
            <p:cNvPr id="11" name="state pill"/>
            <p:cNvSpPr/>
            <p:nvPr/>
          </p:nvSpPr>
          <p:spPr>
            <a:xfrm>
              <a:off x="685800" y="4937760"/>
              <a:ext cx="1371600" cy="365760"/>
            </a:xfrm>
            <a:prstGeom prst="roundRect">
              <a:avLst>
                <a:gd name="adj" fmla="val 50000"/>
              </a:avLst>
            </a:prstGeom>
            <a:solidFill>
              <a:srgbClr val="F28C28"/>
            </a:solidFill>
            <a:ln>
              <a:noFill/>
            </a:ln>
          </p:spPr>
          <p:txBody>
            <a:bodyPr rtlCol="0" anchor="ctr" wrap="square" lIns="54864" tIns="27432" rIns="54864" bIns="27432">
              <a:noAutofit/>
            </a:bodyPr>
            <a:lstStyle/>
            <a:p>
              <a:pPr algn="ctr"/>
              <a:r>
                <a:rPr sz="1400" b="1" i="0" lang="en-GB">
                  <a:solidFill>
                    <a:srgbClr val="101418"/>
                  </a:solidFill>
                  <a:latin typeface="Arial"/>
                </a:rPr>
                <a:t>Under way</a:t>
              </a:r>
            </a:p>
          </p:txBody>
        </p:sp>
        <p:sp>
          <p:nvSpPr>
            <p:cNvPr id="12" name="step dot"/>
            <p:cNvSpPr/>
            <p:nvPr/>
          </p:nvSpPr>
          <p:spPr>
            <a:xfrm>
              <a:off x="4494276" y="3108960"/>
              <a:ext cx="365760" cy="365760"/>
            </a:xfrm>
            <a:prstGeom prst="ellipse">
              <a:avLst/>
            </a:prstGeom>
            <a:solidFill>
              <a:srgbClr val="1E2126"/>
            </a:solidFill>
            <a:ln w="38100">
              <a:solidFill>
                <a:srgbClr val="9AA0A6"/>
              </a:solidFill>
            </a:ln>
          </p:spPr>
          <p:txBody>
            <a:bodyPr rtlCol="0" anchor="ctr"/>
            <a:lstStyle/>
            <a:p>
              <a:pPr algn="ctr"/>
            </a:p>
          </p:txBody>
        </p:sp>
        <p:sp>
          <p:nvSpPr>
            <p:cNvPr id="13" name="step card"/>
            <p:cNvSpPr/>
            <p:nvPr/>
          </p:nvSpPr>
          <p:spPr>
            <a:xfrm>
              <a:off x="3374136" y="3657600"/>
              <a:ext cx="2606040" cy="1783080"/>
            </a:xfrm>
            <a:prstGeom prst="roundRect">
              <a:avLst>
                <a:gd name="adj" fmla="val 5128"/>
              </a:avLst>
            </a:prstGeom>
            <a:solidFill>
              <a:srgbClr val="2B2F36"/>
            </a:solidFill>
            <a:ln w="19050">
              <a:solidFill>
                <a:srgbClr val="4A515B"/>
              </a:solidFill>
            </a:ln>
          </p:spPr>
          <p:txBody>
            <a:bodyPr rtlCol="0" anchor="ctr"/>
            <a:lstStyle/>
            <a:p>
              <a:pPr algn="ctr"/>
            </a:p>
          </p:txBody>
        </p:sp>
        <p:sp>
          <p:nvSpPr>
            <p:cNvPr id="14" name="step title"/>
            <p:cNvSpPr txBox="1"/>
            <p:nvPr/>
          </p:nvSpPr>
          <p:spPr>
            <a:xfrm>
              <a:off x="3511296" y="3749039"/>
              <a:ext cx="2331720" cy="1005840"/>
            </a:xfrm>
            <a:prstGeom prst="rect">
              <a:avLst/>
            </a:prstGeom>
            <a:noFill/>
          </p:spPr>
          <p:txBody>
            <a:bodyPr wrap="square" anchor="t" lIns="18288" tIns="9144" rIns="18288" bIns="9144">
              <a:noAutofit/>
            </a:bodyPr>
            <a:lstStyle/>
            <a:p>
              <a:pPr algn="l"/>
              <a:r>
                <a:rPr sz="1800" b="1" i="0" lang="en-GB">
                  <a:solidFill>
                    <a:srgbClr val="F2F2F2"/>
                  </a:solidFill>
                  <a:latin typeface="Arial"/>
                </a:rPr>
                <a:t>Regional styles</a:t>
              </a:r>
            </a:p>
          </p:txBody>
        </p:sp>
        <p:sp>
          <p:nvSpPr>
            <p:cNvPr id="15" name="state pill"/>
            <p:cNvSpPr/>
            <p:nvPr/>
          </p:nvSpPr>
          <p:spPr>
            <a:xfrm>
              <a:off x="3511296" y="4937760"/>
              <a:ext cx="1371600" cy="365760"/>
            </a:xfrm>
            <a:prstGeom prst="roundRect">
              <a:avLst>
                <a:gd name="adj" fmla="val 50000"/>
              </a:avLst>
            </a:prstGeom>
            <a:solidFill>
              <a:srgbClr val="4A515B"/>
            </a:solidFill>
            <a:ln>
              <a:noFill/>
            </a:ln>
          </p:spPr>
          <p:txBody>
            <a:bodyPr rtlCol="0" anchor="ctr" wrap="square" lIns="54864" tIns="27432" rIns="54864" bIns="27432">
              <a:noAutofit/>
            </a:bodyPr>
            <a:lstStyle/>
            <a:p>
              <a:pPr algn="ctr"/>
              <a:r>
                <a:rPr sz="1400" b="1" i="0" lang="en-GB">
                  <a:solidFill>
                    <a:srgbClr val="F2F2F2"/>
                  </a:solidFill>
                  <a:latin typeface="Arial"/>
                </a:rPr>
                <a:t>Planned</a:t>
              </a:r>
            </a:p>
          </p:txBody>
        </p:sp>
        <p:sp>
          <p:nvSpPr>
            <p:cNvPr id="16" name="step dot"/>
            <p:cNvSpPr/>
            <p:nvPr/>
          </p:nvSpPr>
          <p:spPr>
            <a:xfrm>
              <a:off x="7319772" y="3108960"/>
              <a:ext cx="365760" cy="365760"/>
            </a:xfrm>
            <a:prstGeom prst="ellipse">
              <a:avLst/>
            </a:prstGeom>
            <a:solidFill>
              <a:srgbClr val="1E2126"/>
            </a:solidFill>
            <a:ln w="38100">
              <a:solidFill>
                <a:srgbClr val="9AA0A6"/>
              </a:solidFill>
            </a:ln>
          </p:spPr>
          <p:txBody>
            <a:bodyPr rtlCol="0" anchor="ctr"/>
            <a:lstStyle/>
            <a:p>
              <a:pPr algn="ctr"/>
            </a:p>
          </p:txBody>
        </p:sp>
        <p:sp>
          <p:nvSpPr>
            <p:cNvPr id="17" name="step card"/>
            <p:cNvSpPr/>
            <p:nvPr/>
          </p:nvSpPr>
          <p:spPr>
            <a:xfrm>
              <a:off x="6199632" y="3657600"/>
              <a:ext cx="2606040" cy="1783080"/>
            </a:xfrm>
            <a:prstGeom prst="roundRect">
              <a:avLst>
                <a:gd name="adj" fmla="val 5128"/>
              </a:avLst>
            </a:prstGeom>
            <a:solidFill>
              <a:srgbClr val="2B2F36"/>
            </a:solidFill>
            <a:ln w="19050">
              <a:solidFill>
                <a:srgbClr val="4A515B"/>
              </a:solidFill>
            </a:ln>
          </p:spPr>
          <p:txBody>
            <a:bodyPr rtlCol="0" anchor="ctr"/>
            <a:lstStyle/>
            <a:p>
              <a:pPr algn="ctr"/>
            </a:p>
          </p:txBody>
        </p:sp>
        <p:sp>
          <p:nvSpPr>
            <p:cNvPr id="18" name="step title"/>
            <p:cNvSpPr txBox="1"/>
            <p:nvPr/>
          </p:nvSpPr>
          <p:spPr>
            <a:xfrm>
              <a:off x="6336792" y="3749039"/>
              <a:ext cx="2331720" cy="1005840"/>
            </a:xfrm>
            <a:prstGeom prst="rect">
              <a:avLst/>
            </a:prstGeom>
            <a:noFill/>
          </p:spPr>
          <p:txBody>
            <a:bodyPr wrap="square" anchor="t" lIns="18288" tIns="9144" rIns="18288" bIns="9144">
              <a:noAutofit/>
            </a:bodyPr>
            <a:lstStyle/>
            <a:p>
              <a:pPr algn="l"/>
              <a:r>
                <a:rPr sz="1800" b="1" i="0" lang="en-GB">
                  <a:solidFill>
                    <a:srgbClr val="F2F2F2"/>
                  </a:solidFill>
                  <a:latin typeface="Arial"/>
                </a:rPr>
                <a:t>Running numbers</a:t>
              </a:r>
            </a:p>
          </p:txBody>
        </p:sp>
        <p:sp>
          <p:nvSpPr>
            <p:cNvPr id="19" name="state pill"/>
            <p:cNvSpPr/>
            <p:nvPr/>
          </p:nvSpPr>
          <p:spPr>
            <a:xfrm>
              <a:off x="6336792" y="4937760"/>
              <a:ext cx="1371600" cy="365760"/>
            </a:xfrm>
            <a:prstGeom prst="roundRect">
              <a:avLst>
                <a:gd name="adj" fmla="val 50000"/>
              </a:avLst>
            </a:prstGeom>
            <a:solidFill>
              <a:srgbClr val="4A515B"/>
            </a:solidFill>
            <a:ln>
              <a:noFill/>
            </a:ln>
          </p:spPr>
          <p:txBody>
            <a:bodyPr rtlCol="0" anchor="ctr" wrap="square" lIns="54864" tIns="27432" rIns="54864" bIns="27432">
              <a:noAutofit/>
            </a:bodyPr>
            <a:lstStyle/>
            <a:p>
              <a:pPr algn="ctr"/>
              <a:r>
                <a:rPr sz="1400" b="1" i="0" lang="en-GB">
                  <a:solidFill>
                    <a:srgbClr val="F2F2F2"/>
                  </a:solidFill>
                  <a:latin typeface="Arial"/>
                </a:rPr>
                <a:t>Planned</a:t>
              </a:r>
            </a:p>
          </p:txBody>
        </p:sp>
        <p:sp>
          <p:nvSpPr>
            <p:cNvPr id="20" name="step dot"/>
            <p:cNvSpPr/>
            <p:nvPr/>
          </p:nvSpPr>
          <p:spPr>
            <a:xfrm>
              <a:off x="10145268" y="3108960"/>
              <a:ext cx="365760" cy="365760"/>
            </a:xfrm>
            <a:prstGeom prst="ellipse">
              <a:avLst/>
            </a:prstGeom>
            <a:solidFill>
              <a:srgbClr val="1E2126"/>
            </a:solidFill>
            <a:ln w="38100">
              <a:solidFill>
                <a:srgbClr val="9AA0A6"/>
              </a:solidFill>
            </a:ln>
          </p:spPr>
          <p:txBody>
            <a:bodyPr rtlCol="0" anchor="ctr"/>
            <a:lstStyle/>
            <a:p>
              <a:pPr algn="ctr"/>
            </a:p>
          </p:txBody>
        </p:sp>
        <p:sp>
          <p:nvSpPr>
            <p:cNvPr id="21" name="step card"/>
            <p:cNvSpPr/>
            <p:nvPr/>
          </p:nvSpPr>
          <p:spPr>
            <a:xfrm>
              <a:off x="9025128" y="3657600"/>
              <a:ext cx="2606040" cy="1783080"/>
            </a:xfrm>
            <a:prstGeom prst="roundRect">
              <a:avLst>
                <a:gd name="adj" fmla="val 5128"/>
              </a:avLst>
            </a:prstGeom>
            <a:solidFill>
              <a:srgbClr val="2B2F36"/>
            </a:solidFill>
            <a:ln w="19050">
              <a:solidFill>
                <a:srgbClr val="4A515B"/>
              </a:solidFill>
            </a:ln>
          </p:spPr>
          <p:txBody>
            <a:bodyPr rtlCol="0" anchor="ctr"/>
            <a:lstStyle/>
            <a:p>
              <a:pPr algn="ctr"/>
            </a:p>
          </p:txBody>
        </p:sp>
        <p:sp>
          <p:nvSpPr>
            <p:cNvPr id="22" name="step title"/>
            <p:cNvSpPr txBox="1"/>
            <p:nvPr/>
          </p:nvSpPr>
          <p:spPr>
            <a:xfrm>
              <a:off x="9162288" y="3749039"/>
              <a:ext cx="2331720" cy="1005840"/>
            </a:xfrm>
            <a:prstGeom prst="rect">
              <a:avLst/>
            </a:prstGeom>
            <a:noFill/>
          </p:spPr>
          <p:txBody>
            <a:bodyPr wrap="square" anchor="t" lIns="18288" tIns="9144" rIns="18288" bIns="9144">
              <a:noAutofit/>
            </a:bodyPr>
            <a:lstStyle/>
            <a:p>
              <a:pPr algn="l"/>
              <a:r>
                <a:rPr sz="1800" b="1" i="0" lang="en-GB">
                  <a:solidFill>
                    <a:srgbClr val="F2F2F2"/>
                  </a:solidFill>
                  <a:latin typeface="Arial"/>
                </a:rPr>
                <a:t>Fleet search</a:t>
              </a:r>
            </a:p>
          </p:txBody>
        </p:sp>
        <p:sp>
          <p:nvSpPr>
            <p:cNvPr id="23" name="state pill"/>
            <p:cNvSpPr/>
            <p:nvPr/>
          </p:nvSpPr>
          <p:spPr>
            <a:xfrm>
              <a:off x="9162288" y="4937760"/>
              <a:ext cx="1371600" cy="365760"/>
            </a:xfrm>
            <a:prstGeom prst="roundRect">
              <a:avLst>
                <a:gd name="adj" fmla="val 50000"/>
              </a:avLst>
            </a:prstGeom>
            <a:solidFill>
              <a:srgbClr val="4A515B"/>
            </a:solidFill>
            <a:ln>
              <a:noFill/>
            </a:ln>
          </p:spPr>
          <p:txBody>
            <a:bodyPr rtlCol="0" anchor="ctr" wrap="square" lIns="54864" tIns="27432" rIns="54864" bIns="27432">
              <a:noAutofit/>
            </a:bodyPr>
            <a:lstStyle/>
            <a:p>
              <a:pPr algn="ctr"/>
              <a:r>
                <a:rPr sz="1400" b="1" i="0" lang="en-GB">
                  <a:solidFill>
                    <a:srgbClr val="F2F2F2"/>
                  </a:solidFill>
                  <a:latin typeface="Arial"/>
                </a:rPr>
                <a:t>Planned</a:t>
              </a:r>
            </a:p>
          </p:txBody>
        </p:sp>
      </p:grpSp>
      <p:sp>
        <p:nvSpPr>
          <p:cNvPr id="24" name="ICHIP"/>
          <p:cNvSpPr/>
          <p:nvPr/>
        </p:nvSpPr>
        <p:spPr>
          <a:xfrm>
            <a:off x="9777972" y="1463040"/>
            <a:ext cx="1862339" cy="310896"/>
          </a:xfrm>
          <a:prstGeom prst="roundRect">
            <a:avLst>
              <a:gd name="adj" fmla="val 35294"/>
            </a:avLst>
          </a:prstGeom>
          <a:solidFill>
            <a:srgbClr val="4DA3FF"/>
          </a:solidFill>
          <a:ln>
            <a:noFill/>
          </a:ln>
        </p:spPr>
        <p:txBody>
          <a:bodyPr rtlCol="0" anchor="ctr" wrap="square" lIns="54864" tIns="0" rIns="54864" bIns="0">
            <a:noAutofit/>
          </a:bodyPr>
          <a:lstStyle/>
          <a:p>
            <a:pPr algn="ctr"/>
            <a:r>
              <a:rPr sz="1400" b="1" i="0" lang="en-GB">
                <a:solidFill>
                  <a:srgbClr val="101418"/>
                </a:solidFill>
                <a:latin typeface="Arial"/>
              </a:rPr>
              <a:t>Plans can change.</a:t>
            </a:r>
          </a:p>
        </p:txBody>
      </p:sp>
      <p:sp>
        <p:nvSpPr>
          <p:cNvPr id="2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26"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27"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Regions and numbering are planned. They are not built yet.</a:t>
            </a:r>
          </a:p>
        </p:txBody>
      </p:sp>
      <p:sp>
        <p:nvSpPr>
          <p:cNvPr id="28"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Still undecided</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a:t>
            </a:r>
          </a:p>
        </p:txBody>
      </p:sp>
      <p:grpSp>
        <p:nvGrpSpPr>
          <p:cNvPr id="4" name="Eight open questions" descr="Eight cards, each with an Undecided tag and an open-question code. They ask which regions launch, which engine leads, what happens to running trains after a switch, where IDs are stored, how number pools and overflow numbers work, what renumbering costs and which search screens exist. Nothing is chosen."/>
          <p:cNvGrpSpPr/>
          <p:nvPr/>
        </p:nvGrpSpPr>
        <p:grpSpPr>
          <a:xfrm>
            <a:off x="548640" y="1371600"/>
            <a:ext cx="11091763" cy="3840480"/>
            <a:chOff x="548640" y="1371600"/>
            <a:chExt cx="11091763" cy="3840480"/>
          </a:xfrm>
        </p:grpSpPr>
        <p:sp>
          <p:nvSpPr>
            <p:cNvPr id="5" name="question card"/>
            <p:cNvSpPr/>
            <p:nvPr/>
          </p:nvSpPr>
          <p:spPr>
            <a:xfrm>
              <a:off x="548640" y="137160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6" name="CHIP CARD"/>
            <p:cNvSpPr/>
            <p:nvPr/>
          </p:nvSpPr>
          <p:spPr>
            <a:xfrm>
              <a:off x="640080" y="148132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OQ06</a:t>
              </a:r>
            </a:p>
          </p:txBody>
        </p:sp>
        <p:sp>
          <p:nvSpPr>
            <p:cNvPr id="7" name="question"/>
            <p:cNvSpPr txBox="1"/>
            <p:nvPr/>
          </p:nvSpPr>
          <p:spPr>
            <a:xfrm>
              <a:off x="685800" y="192024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Which regions at launch?</a:t>
              </a:r>
            </a:p>
          </p:txBody>
        </p:sp>
        <p:sp>
          <p:nvSpPr>
            <p:cNvPr id="8" name="question card"/>
            <p:cNvSpPr/>
            <p:nvPr/>
          </p:nvSpPr>
          <p:spPr>
            <a:xfrm>
              <a:off x="3361974" y="137160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9" name="CHIP CARD"/>
            <p:cNvSpPr/>
            <p:nvPr/>
          </p:nvSpPr>
          <p:spPr>
            <a:xfrm>
              <a:off x="3453414" y="148132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OQ06, OQ27</a:t>
              </a:r>
            </a:p>
          </p:txBody>
        </p:sp>
        <p:sp>
          <p:nvSpPr>
            <p:cNvPr id="10" name="question"/>
            <p:cNvSpPr txBox="1"/>
            <p:nvPr/>
          </p:nvSpPr>
          <p:spPr>
            <a:xfrm>
              <a:off x="3499134" y="192024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Which engine leads?</a:t>
              </a:r>
            </a:p>
          </p:txBody>
        </p:sp>
        <p:sp>
          <p:nvSpPr>
            <p:cNvPr id="11" name="question card"/>
            <p:cNvSpPr/>
            <p:nvPr/>
          </p:nvSpPr>
          <p:spPr>
            <a:xfrm>
              <a:off x="6175308" y="137160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12" name="CHIP CARD"/>
            <p:cNvSpPr/>
            <p:nvPr/>
          </p:nvSpPr>
          <p:spPr>
            <a:xfrm>
              <a:off x="6266748" y="148132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OQ06</a:t>
              </a:r>
            </a:p>
          </p:txBody>
        </p:sp>
        <p:sp>
          <p:nvSpPr>
            <p:cNvPr id="13" name="question"/>
            <p:cNvSpPr txBox="1"/>
            <p:nvPr/>
          </p:nvSpPr>
          <p:spPr>
            <a:xfrm>
              <a:off x="6312468" y="192024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Running trains after a switch</a:t>
              </a:r>
            </a:p>
          </p:txBody>
        </p:sp>
        <p:sp>
          <p:nvSpPr>
            <p:cNvPr id="14" name="question card"/>
            <p:cNvSpPr/>
            <p:nvPr/>
          </p:nvSpPr>
          <p:spPr>
            <a:xfrm>
              <a:off x="8988643" y="137160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15" name="CHIP CARD"/>
            <p:cNvSpPr/>
            <p:nvPr/>
          </p:nvSpPr>
          <p:spPr>
            <a:xfrm>
              <a:off x="9080083" y="148132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OQ28</a:t>
              </a:r>
            </a:p>
          </p:txBody>
        </p:sp>
        <p:sp>
          <p:nvSpPr>
            <p:cNvPr id="16" name="question"/>
            <p:cNvSpPr txBox="1"/>
            <p:nvPr/>
          </p:nvSpPr>
          <p:spPr>
            <a:xfrm>
              <a:off x="9125803" y="192024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Where IDs are stored</a:t>
              </a:r>
            </a:p>
          </p:txBody>
        </p:sp>
        <p:sp>
          <p:nvSpPr>
            <p:cNvPr id="17" name="question card"/>
            <p:cNvSpPr/>
            <p:nvPr/>
          </p:nvSpPr>
          <p:spPr>
            <a:xfrm>
              <a:off x="548640" y="338328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18" name="CHIP CARD"/>
            <p:cNvSpPr/>
            <p:nvPr/>
          </p:nvSpPr>
          <p:spPr>
            <a:xfrm>
              <a:off x="640080" y="349300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OQ29</a:t>
              </a:r>
            </a:p>
          </p:txBody>
        </p:sp>
        <p:sp>
          <p:nvSpPr>
            <p:cNvPr id="19" name="question"/>
            <p:cNvSpPr txBox="1"/>
            <p:nvPr/>
          </p:nvSpPr>
          <p:spPr>
            <a:xfrm>
              <a:off x="685800" y="393192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Number pools and data</a:t>
              </a:r>
            </a:p>
          </p:txBody>
        </p:sp>
        <p:sp>
          <p:nvSpPr>
            <p:cNvPr id="20" name="question card"/>
            <p:cNvSpPr/>
            <p:nvPr/>
          </p:nvSpPr>
          <p:spPr>
            <a:xfrm>
              <a:off x="3361974" y="338328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21" name="CHIP CARD"/>
            <p:cNvSpPr/>
            <p:nvPr/>
          </p:nvSpPr>
          <p:spPr>
            <a:xfrm>
              <a:off x="3453414" y="349300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OQ29</a:t>
              </a:r>
            </a:p>
          </p:txBody>
        </p:sp>
        <p:sp>
          <p:nvSpPr>
            <p:cNvPr id="22" name="question"/>
            <p:cNvSpPr txBox="1"/>
            <p:nvPr/>
          </p:nvSpPr>
          <p:spPr>
            <a:xfrm>
              <a:off x="3499134" y="393192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Overflow number format</a:t>
              </a:r>
            </a:p>
          </p:txBody>
        </p:sp>
        <p:sp>
          <p:nvSpPr>
            <p:cNvPr id="23" name="question card"/>
            <p:cNvSpPr/>
            <p:nvPr/>
          </p:nvSpPr>
          <p:spPr>
            <a:xfrm>
              <a:off x="6175308" y="338328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24" name="CHIP CARD"/>
            <p:cNvSpPr/>
            <p:nvPr/>
          </p:nvSpPr>
          <p:spPr>
            <a:xfrm>
              <a:off x="6266748" y="349300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OQ30</a:t>
              </a:r>
            </a:p>
          </p:txBody>
        </p:sp>
        <p:sp>
          <p:nvSpPr>
            <p:cNvPr id="25" name="question"/>
            <p:cNvSpPr txBox="1"/>
            <p:nvPr/>
          </p:nvSpPr>
          <p:spPr>
            <a:xfrm>
              <a:off x="6312468" y="393192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Renumber cost and screens</a:t>
              </a:r>
            </a:p>
          </p:txBody>
        </p:sp>
        <p:sp>
          <p:nvSpPr>
            <p:cNvPr id="26" name="question card"/>
            <p:cNvSpPr/>
            <p:nvPr/>
          </p:nvSpPr>
          <p:spPr>
            <a:xfrm>
              <a:off x="8988643" y="3383280"/>
              <a:ext cx="2651760" cy="1828800"/>
            </a:xfrm>
            <a:prstGeom prst="roundRect">
              <a:avLst>
                <a:gd name="adj" fmla="val 5000"/>
              </a:avLst>
            </a:prstGeom>
            <a:solidFill>
              <a:srgbClr val="2B2F36"/>
            </a:solidFill>
            <a:ln w="19050">
              <a:solidFill>
                <a:srgbClr val="4A515B"/>
              </a:solidFill>
            </a:ln>
          </p:spPr>
          <p:txBody>
            <a:bodyPr rtlCol="0" anchor="ctr"/>
            <a:lstStyle/>
            <a:p>
              <a:pPr algn="ctr"/>
            </a:p>
          </p:txBody>
        </p:sp>
        <p:sp>
          <p:nvSpPr>
            <p:cNvPr id="27" name="CHIP CARD"/>
            <p:cNvSpPr/>
            <p:nvPr/>
          </p:nvSpPr>
          <p:spPr>
            <a:xfrm>
              <a:off x="9080083" y="3493008"/>
              <a:ext cx="2468879" cy="329184"/>
            </a:xfrm>
            <a:prstGeom prst="roundRect">
              <a:avLst>
                <a:gd name="adj" fmla="val 33333"/>
              </a:avLst>
            </a:prstGeom>
            <a:noFill/>
            <a:ln w="25400">
              <a:solidFill>
                <a:srgbClr val="A9B0B8"/>
              </a:solidFill>
            </a:ln>
          </p:spPr>
          <p:txBody>
            <a:bodyPr rtlCol="0" anchor="ctr" wrap="square" lIns="54864" tIns="0" rIns="54864" bIns="0">
              <a:noAutofit/>
            </a:bodyPr>
            <a:lstStyle/>
            <a:p>
              <a:pPr algn="ctr"/>
              <a:r>
                <a:rPr sz="1400" b="1" i="0" lang="en-GB">
                  <a:solidFill>
                    <a:srgbClr val="F2F2F2"/>
                  </a:solidFill>
                  <a:latin typeface="Arial"/>
                </a:rPr>
                <a:t>UNDECIDED · OQ30</a:t>
              </a:r>
            </a:p>
          </p:txBody>
        </p:sp>
        <p:sp>
          <p:nvSpPr>
            <p:cNvPr id="28" name="question"/>
            <p:cNvSpPr txBox="1"/>
            <p:nvPr/>
          </p:nvSpPr>
          <p:spPr>
            <a:xfrm>
              <a:off x="9125803" y="3931920"/>
              <a:ext cx="2377440" cy="1188720"/>
            </a:xfrm>
            <a:prstGeom prst="rect">
              <a:avLst/>
            </a:prstGeom>
            <a:noFill/>
          </p:spPr>
          <p:txBody>
            <a:bodyPr wrap="square" anchor="t" lIns="18288" tIns="9144" rIns="18288" bIns="9144">
              <a:noAutofit/>
            </a:bodyPr>
            <a:lstStyle/>
            <a:p>
              <a:pPr algn="l"/>
              <a:r>
                <a:rPr sz="2000" b="1" i="0" lang="en-GB">
                  <a:solidFill>
                    <a:srgbClr val="F2F2F2"/>
                  </a:solidFill>
                  <a:latin typeface="Arial"/>
                </a:rPr>
                <a:t>Search and filter screens</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31"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These questions are open. Nothing here has been chosen yet.</a:t>
            </a:r>
          </a:p>
        </p:txBody>
      </p:sp>
      <p:sp>
        <p:nvSpPr>
          <p:cNvPr id="32"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2126"/>
        </a:solidFill>
        <a:effectLst/>
      </p:bgPr>
    </p:bg>
    <p:spTree>
      <p:nvGrpSpPr>
        <p:cNvPr id="1" name=""/>
        <p:cNvGrpSpPr/>
        <p:nvPr/>
      </p:nvGrpSpPr>
      <p:grpSpPr/>
      <p:sp>
        <p:nvSpPr>
          <p:cNvPr id="2" name="TITLE"/>
          <p:cNvSpPr>
            <a:spLocks noGrp="1"/>
          </p:cNvSpPr>
          <p:nvPr>
            <p:ph type="title"/>
          </p:nvPr>
        </p:nvSpPr>
        <p:spPr>
          <a:xfrm>
            <a:off x="548640" y="365760"/>
            <a:ext cx="9326880" cy="731520"/>
          </a:xfrm>
        </p:spPr>
        <p:txBody>
          <a:bodyPr wrap="square" anchor="ctr" lIns="0" rIns="0" tIns="0" bIns="0">
            <a:noAutofit/>
          </a:bodyPr>
          <a:lstStyle/>
          <a:p>
            <a:pPr algn="l"/>
            <a:r>
              <a:rPr sz="3600" b="1" i="0" lang="en-GB">
                <a:solidFill>
                  <a:srgbClr val="F2F2F2"/>
                </a:solidFill>
                <a:latin typeface="Arial"/>
              </a:rPr>
              <a:t>Image credits</a:t>
            </a:r>
          </a:p>
        </p:txBody>
      </p:sp>
      <p:graphicFrame>
        <p:nvGraphicFramePr>
          <p:cNvPr id="3" name="TABLE" descr="Credits table: one mod render, R01, used on slides 1 and 24."/>
          <p:cNvGraphicFramePr>
            <a:graphicFrameLocks noGrp="1"/>
          </p:cNvGraphicFramePr>
          <p:nvPr/>
        </p:nvGraphicFramePr>
        <p:xfrm>
          <a:off x="548640" y="1371600"/>
          <a:ext cx="11091672" cy="1325880"/>
        </p:xfrm>
        <a:graphic>
          <a:graphicData uri="http://schemas.openxmlformats.org/drawingml/2006/table">
            <a:tbl>
              <a:tblPr firstRow="1" bandRow="0">
                <a:tableStyleId>{5C22544A-7EE6-4342-B048-85BDC9FD1C3A}</a:tableStyleId>
              </a:tblPr>
              <a:tblGrid>
                <a:gridCol w="914400"/>
                <a:gridCol w="1097280"/>
                <a:gridCol w="5120640"/>
                <a:gridCol w="3959352"/>
              </a:tblGrid>
              <a:tr h="411480">
                <a:tc>
                  <a:txBody>
                    <a:bodyPr wrap="square"/>
                    <a:lstStyle/>
                    <a:p>
                      <a:pPr algn="l"/>
                      <a:r>
                        <a:rPr sz="1100" b="1" i="0" lang="en-GB">
                          <a:solidFill>
                            <a:srgbClr val="F2F2F2"/>
                          </a:solidFill>
                          <a:latin typeface="Arial"/>
                        </a:rPr>
                        <a:t>Slot</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wrap="square"/>
                    <a:lstStyle/>
                    <a:p>
                      <a:pPr algn="l"/>
                      <a:r>
                        <a:rPr sz="1100" b="1" i="0" lang="en-GB">
                          <a:solidFill>
                            <a:srgbClr val="F2F2F2"/>
                          </a:solidFill>
                          <a:latin typeface="Arial"/>
                        </a:rPr>
                        <a:t>Slides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wrap="square"/>
                    <a:lstStyle/>
                    <a:p>
                      <a:pPr algn="l"/>
                      <a:r>
                        <a:rPr sz="1100" b="1" i="0" lang="en-GB">
                          <a:solidFill>
                            <a:srgbClr val="F2F2F2"/>
                          </a:solidFill>
                          <a:latin typeface="Arial"/>
                        </a:rPr>
                        <a:t>What it shows</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wrap="square"/>
                    <a:lstStyle/>
                    <a:p>
                      <a:pPr algn="l"/>
                      <a:r>
                        <a:rPr sz="1100" b="1" i="0" lang="en-GB">
                          <a:solidFill>
                            <a:srgbClr val="F2F2F2"/>
                          </a:solidFill>
                          <a:latin typeface="Arial"/>
                        </a:rPr>
                        <a:t>Credit</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r>
              <a:tr h="914400">
                <a:tc>
                  <a:txBody>
                    <a:bodyPr wrap="square"/>
                    <a:lstStyle/>
                    <a:p>
                      <a:pPr algn="l"/>
                      <a:r>
                        <a:rPr sz="1100" b="0" i="0" lang="en-GB">
                          <a:solidFill>
                            <a:srgbClr val="F2F2F2"/>
                          </a:solidFill>
                          <a:latin typeface="Arial"/>
                        </a:rPr>
                        <a:t>R01</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1, 24</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Early test model of a tank engine (a yellow 'visual probe') on a short length of track. Not final art.</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wrap="square"/>
                    <a:lstStyle/>
                    <a:p>
                      <a:pPr algn="l"/>
                      <a:r>
                        <a:rPr sz="1100" b="0" i="0" lang="en-GB">
                          <a:solidFill>
                            <a:srgbClr val="F2F2F2"/>
                          </a:solidFill>
                          <a:latin typeface="Arial"/>
                        </a:rPr>
                        <a:t>Early Locomotion project (test model, not final art).</a:t>
                      </a:r>
                    </a:p>
                  </a:txBody>
                  <a:tcPr marL="73152" marT="36576" marR="73152"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r>
            </a:tbl>
          </a:graphicData>
        </a:graphic>
      </p:graphicFrame>
      <p:sp>
        <p:nvSpPr>
          <p:cNvPr id="4" name="drawing note"/>
          <p:cNvSpPr txBox="1"/>
          <p:nvPr/>
        </p:nvSpPr>
        <p:spPr>
          <a:xfrm>
            <a:off x="548640" y="3108960"/>
            <a:ext cx="11091672" cy="548640"/>
          </a:xfrm>
          <a:prstGeom prst="rect">
            <a:avLst/>
          </a:prstGeom>
          <a:noFill/>
        </p:spPr>
        <p:txBody>
          <a:bodyPr wrap="square" anchor="t" lIns="18288" tIns="9144" rIns="18288" bIns="9144">
            <a:noAutofit/>
          </a:bodyPr>
          <a:lstStyle/>
          <a:p>
            <a:pPr algn="l"/>
            <a:r>
              <a:rPr sz="1400" b="0" i="0" lang="en-GB">
                <a:solidFill>
                  <a:srgbClr val="A9B0B8"/>
                </a:solidFill>
                <a:latin typeface="Arial"/>
              </a:rPr>
              <a:t>Engine, wagon and station drawings in this deck are generic example silhouettes made from shapes. They are not the mod's models.</a:t>
            </a:r>
          </a:p>
        </p:txBody>
      </p:sp>
      <p:sp>
        <p:nvSpPr>
          <p:cNvPr id="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p>
        </p:txBody>
      </p:sp>
      <p:sp>
        <p:nvSpPr>
          <p:cNvPr id="6" name="CAPTION RULE"/>
          <p:cNvSpPr/>
          <p:nvPr/>
        </p:nvSpPr>
        <p:spPr>
          <a:xfrm>
            <a:off x="548640" y="5815583"/>
            <a:ext cx="73152" cy="621792"/>
          </a:xfrm>
          <a:prstGeom prst="rect">
            <a:avLst/>
          </a:prstGeom>
          <a:solidFill>
            <a:srgbClr val="F28C28"/>
          </a:solidFill>
          <a:ln>
            <a:noFill/>
          </a:ln>
        </p:spPr>
        <p:txBody>
          <a:bodyPr rtlCol="0" anchor="ctr"/>
          <a:lstStyle/>
          <a:p>
            <a:pPr algn="ctr"/>
          </a:p>
        </p:txBody>
      </p:sp>
      <p:sp>
        <p:nvSpPr>
          <p:cNvPr id="7" name="CAPTION"/>
          <p:cNvSpPr txBox="1"/>
          <p:nvPr/>
        </p:nvSpPr>
        <p:spPr>
          <a:xfrm>
            <a:off x="822960" y="5760720"/>
            <a:ext cx="10424160" cy="731520"/>
          </a:xfrm>
          <a:prstGeom prst="rect">
            <a:avLst/>
          </a:prstGeom>
          <a:noFill/>
        </p:spPr>
        <p:txBody>
          <a:bodyPr wrap="square" anchor="ctr" lIns="18288" tIns="9144" rIns="18288" bIns="9144">
            <a:noAutofit/>
          </a:bodyPr>
          <a:lstStyle/>
          <a:p>
            <a:pPr algn="l"/>
            <a:r>
              <a:rPr sz="2000" b="0" i="0" lang="en-GB">
                <a:solidFill>
                  <a:srgbClr val="F2F2F2"/>
                </a:solidFill>
                <a:latin typeface="Arial"/>
              </a:rPr>
              <a:t>This deck uses no photographs.</a:t>
            </a:r>
          </a:p>
        </p:txBody>
      </p:sp>
      <p:sp>
        <p:nvSpPr>
          <p:cNvPr id="8" name="NUM"/>
          <p:cNvSpPr txBox="1"/>
          <p:nvPr/>
        </p:nvSpPr>
        <p:spPr>
          <a:xfrm>
            <a:off x="10725912" y="6528816"/>
            <a:ext cx="914400" cy="274320"/>
          </a:xfrm>
          <a:prstGeom prst="rect">
            <a:avLst/>
          </a:prstGeom>
          <a:noFill/>
        </p:spPr>
        <p:txBody>
          <a:bodyPr wrap="square" anchor="ctr" lIns="18288" tIns="9144" rIns="18288" bIns="9144">
            <a:noAutofit/>
          </a:bodyPr>
          <a:lstStyle/>
          <a:p>
            <a:pPr algn="r"/>
            <a:r>
              <a:rPr sz="1400" b="0" i="0" lang="en-GB">
                <a:solidFill>
                  <a:srgbClr val="A9B0B8"/>
                </a:solidFill>
                <a:latin typeface="Arial"/>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FC7FF"/>
      </a:hlink>
      <a:folHlink>
        <a:srgbClr val="C9B2F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Regions, Running Numbers and Fleet Identity, Explained</dc:title>
  <dc:subject>Read-alone explainer deck 5 for the Early Locomotion mod for Satisfactory</dc:subject>
  <dc:creator>Claude (Early Locomotion project)</dc:creator>
  <cp:keywords>Satisfactory; Early Locomotion; regions; running numbers; fleet identity</cp:keywords>
  <dc:description>generated using python-pptx</dc:description>
  <cp:lastModifiedBy>Claude (Early Locomotion project)</cp:lastModifiedBy>
  <cp:revision>1</cp:revision>
  <dcterms:created xsi:type="dcterms:W3CDTF">2013-01-27T09:14:16Z</dcterms:created>
  <dcterms:modified xsi:type="dcterms:W3CDTF">2013-01-27T09:15:58Z</dcterms:modified>
  <cp:category/>
  <dc:language>en-GB</dc:language>
</cp:coreProperties>
</file>