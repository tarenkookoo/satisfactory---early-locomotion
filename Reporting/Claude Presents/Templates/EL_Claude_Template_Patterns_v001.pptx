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GB"/>
    </a:defPPr>
    <a:lvl1pPr marL="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rack motif" descr="Decorative drawing of two rails and sleepers seen from above"/>
          <p:cNvGrpSpPr/>
          <p:nvPr/>
        </p:nvGrpSpPr>
        <p:grpSpPr>
          <a:xfrm>
            <a:off x="9464040" y="0"/>
            <a:ext cx="2103120" cy="6858000"/>
            <a:chOff x="9464040" y="0"/>
            <a:chExt cx="2103120" cy="6858000"/>
          </a:xfrm>
        </p:grpSpPr>
        <p:sp>
          <p:nvSpPr>
            <p:cNvPr id="3" name="sleeper"/>
            <p:cNvSpPr/>
            <p:nvPr/>
          </p:nvSpPr>
          <p:spPr>
            <a:xfrm>
              <a:off x="9464040" y="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leeper"/>
            <p:cNvSpPr/>
            <p:nvPr/>
          </p:nvSpPr>
          <p:spPr>
            <a:xfrm>
              <a:off x="9464040" y="38404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sleeper"/>
            <p:cNvSpPr/>
            <p:nvPr/>
          </p:nvSpPr>
          <p:spPr>
            <a:xfrm>
              <a:off x="9464040" y="76809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>
              <a:off x="9464040" y="115214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9464040" y="153619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9464040" y="192024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9464040" y="230428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9464040" y="268833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9464040" y="307238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9464040" y="345643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9464040" y="384048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9464040" y="422452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9464040" y="460857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9464040" y="499262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9464040" y="537667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9464040" y="576072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9464040" y="614476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9464040" y="652881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ail"/>
            <p:cNvSpPr/>
            <p:nvPr/>
          </p:nvSpPr>
          <p:spPr>
            <a:xfrm>
              <a:off x="9885578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ail"/>
            <p:cNvSpPr/>
            <p:nvPr/>
          </p:nvSpPr>
          <p:spPr>
            <a:xfrm>
              <a:off x="11063325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Cover rule"/>
          <p:cNvSpPr/>
          <p:nvPr/>
        </p:nvSpPr>
        <p:spPr>
          <a:xfrm>
            <a:off x="548640" y="4114800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itle"/>
          <p:cNvSpPr>
            <a:spLocks noGrp="1"/>
          </p:cNvSpPr>
          <p:nvPr>
            <p:ph type="ctrTitle"/>
          </p:nvPr>
        </p:nvSpPr>
        <p:spPr>
          <a:xfrm>
            <a:off x="548640" y="1005840"/>
            <a:ext cx="8138160" cy="288036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5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deck title</a:t>
            </a:r>
          </a:p>
        </p:txBody>
      </p:sp>
      <p:sp>
        <p:nvSpPr>
          <p:cNvPr id="25" name="Subtitle"/>
          <p:cNvSpPr>
            <a:spLocks noGrp="1"/>
          </p:cNvSpPr>
          <p:nvPr>
            <p:ph type="subTitle" idx="1"/>
          </p:nvPr>
        </p:nvSpPr>
        <p:spPr>
          <a:xfrm>
            <a:off x="548640" y="4389120"/>
            <a:ext cx="8138160" cy="100584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to add the subtitle</a:t>
            </a:r>
          </a:p>
        </p:txBody>
      </p:sp>
      <p:sp>
        <p:nvSpPr>
          <p:cNvPr id="26" name="Cover note"/>
          <p:cNvSpPr>
            <a:spLocks noGrp="1"/>
          </p:cNvSpPr>
          <p:nvPr>
            <p:ph type="body" sz="quarter" idx="18"/>
          </p:nvPr>
        </p:nvSpPr>
        <p:spPr>
          <a:xfrm>
            <a:off x="548640" y="5943600"/>
            <a:ext cx="8138160" cy="36576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Version, date and author line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rack motif" descr="Decorative drawing of two rails and sleepers seen from above"/>
          <p:cNvGrpSpPr/>
          <p:nvPr/>
        </p:nvGrpSpPr>
        <p:grpSpPr>
          <a:xfrm>
            <a:off x="0" y="5897880"/>
            <a:ext cx="12191695" cy="566928"/>
            <a:chOff x="0" y="5897880"/>
            <a:chExt cx="12191695" cy="566928"/>
          </a:xfrm>
        </p:grpSpPr>
        <p:sp>
          <p:nvSpPr>
            <p:cNvPr id="3" name="sleeper"/>
            <p:cNvSpPr/>
            <p:nvPr/>
          </p:nvSpPr>
          <p:spPr>
            <a:xfrm>
              <a:off x="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leeper"/>
            <p:cNvSpPr/>
            <p:nvPr/>
          </p:nvSpPr>
          <p:spPr>
            <a:xfrm>
              <a:off x="38404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sleeper"/>
            <p:cNvSpPr/>
            <p:nvPr/>
          </p:nvSpPr>
          <p:spPr>
            <a:xfrm>
              <a:off x="76809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>
              <a:off x="115214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153619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192024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230428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268833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307238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345643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384048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422452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460857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499262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537667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576072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614476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652881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leeper"/>
            <p:cNvSpPr/>
            <p:nvPr/>
          </p:nvSpPr>
          <p:spPr>
            <a:xfrm>
              <a:off x="691286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leeper"/>
            <p:cNvSpPr/>
            <p:nvPr/>
          </p:nvSpPr>
          <p:spPr>
            <a:xfrm>
              <a:off x="729691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leeper"/>
            <p:cNvSpPr/>
            <p:nvPr/>
          </p:nvSpPr>
          <p:spPr>
            <a:xfrm>
              <a:off x="768096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leeper"/>
            <p:cNvSpPr/>
            <p:nvPr/>
          </p:nvSpPr>
          <p:spPr>
            <a:xfrm>
              <a:off x="806500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leeper"/>
            <p:cNvSpPr/>
            <p:nvPr/>
          </p:nvSpPr>
          <p:spPr>
            <a:xfrm>
              <a:off x="844905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leeper"/>
            <p:cNvSpPr/>
            <p:nvPr/>
          </p:nvSpPr>
          <p:spPr>
            <a:xfrm>
              <a:off x="883310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leeper"/>
            <p:cNvSpPr/>
            <p:nvPr/>
          </p:nvSpPr>
          <p:spPr>
            <a:xfrm>
              <a:off x="921715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leeper"/>
            <p:cNvSpPr/>
            <p:nvPr/>
          </p:nvSpPr>
          <p:spPr>
            <a:xfrm>
              <a:off x="960120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leeper"/>
            <p:cNvSpPr/>
            <p:nvPr/>
          </p:nvSpPr>
          <p:spPr>
            <a:xfrm>
              <a:off x="998524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leeper"/>
            <p:cNvSpPr/>
            <p:nvPr/>
          </p:nvSpPr>
          <p:spPr>
            <a:xfrm>
              <a:off x="1036929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leeper"/>
            <p:cNvSpPr/>
            <p:nvPr/>
          </p:nvSpPr>
          <p:spPr>
            <a:xfrm>
              <a:off x="1075334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sleeper"/>
            <p:cNvSpPr/>
            <p:nvPr/>
          </p:nvSpPr>
          <p:spPr>
            <a:xfrm>
              <a:off x="1113739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leeper"/>
            <p:cNvSpPr/>
            <p:nvPr/>
          </p:nvSpPr>
          <p:spPr>
            <a:xfrm>
              <a:off x="1152144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sleeper"/>
            <p:cNvSpPr/>
            <p:nvPr/>
          </p:nvSpPr>
          <p:spPr>
            <a:xfrm>
              <a:off x="1190548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ail"/>
            <p:cNvSpPr/>
            <p:nvPr/>
          </p:nvSpPr>
          <p:spPr>
            <a:xfrm>
              <a:off x="0" y="5981456"/>
              <a:ext cx="12191695" cy="82296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ail"/>
            <p:cNvSpPr/>
            <p:nvPr/>
          </p:nvSpPr>
          <p:spPr>
            <a:xfrm>
              <a:off x="0" y="6298935"/>
              <a:ext cx="12191695" cy="82296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7" name="Chapter rule"/>
          <p:cNvSpPr/>
          <p:nvPr/>
        </p:nvSpPr>
        <p:spPr>
          <a:xfrm>
            <a:off x="548640" y="1874519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itle"/>
          <p:cNvSpPr>
            <a:spLocks noGrp="1"/>
          </p:cNvSpPr>
          <p:nvPr>
            <p:ph type="title"/>
          </p:nvPr>
        </p:nvSpPr>
        <p:spPr>
          <a:xfrm>
            <a:off x="548640" y="2606040"/>
            <a:ext cx="10515600" cy="13716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4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chapter title</a:t>
            </a:r>
          </a:p>
        </p:txBody>
      </p:sp>
      <p:sp>
        <p:nvSpPr>
          <p:cNvPr id="39" name="Chapter label"/>
          <p:cNvSpPr>
            <a:spLocks noGrp="1"/>
          </p:cNvSpPr>
          <p:nvPr>
            <p:ph type="body" sz="quarter" idx="19"/>
          </p:nvPr>
        </p:nvSpPr>
        <p:spPr>
          <a:xfrm>
            <a:off x="548640" y="2103120"/>
            <a:ext cx="9601200" cy="4572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400" b="1" cap="all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Part number or label</a:t>
            </a:r>
          </a:p>
        </p:txBody>
      </p:sp>
      <p:sp>
        <p:nvSpPr>
          <p:cNvPr id="40" name="Summary"/>
          <p:cNvSpPr>
            <a:spLocks noGrp="1"/>
          </p:cNvSpPr>
          <p:nvPr>
            <p:ph type="body" sz="quarter" idx="17"/>
          </p:nvPr>
        </p:nvSpPr>
        <p:spPr>
          <a:xfrm>
            <a:off x="548640" y="4114800"/>
            <a:ext cx="9601200" cy="10972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One line saying what this part covers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visual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5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6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caption + credi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Notes panel"/>
          <p:cNvSpPr/>
          <p:nvPr/>
        </p:nvSpPr>
        <p:spPr>
          <a:xfrm>
            <a:off x="8138160" y="1325880"/>
            <a:ext cx="3502152" cy="4114800"/>
          </a:xfrm>
          <a:prstGeom prst="roundRect">
            <a:avLst>
              <a:gd name="adj" fmla="val 2088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otes rule"/>
          <p:cNvSpPr/>
          <p:nvPr/>
        </p:nvSpPr>
        <p:spPr>
          <a:xfrm>
            <a:off x="8193024" y="1435608"/>
            <a:ext cx="73152" cy="389534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7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8" name="Picture"/>
          <p:cNvSpPr>
            <a:spLocks noGrp="1"/>
          </p:cNvSpPr>
          <p:nvPr>
            <p:ph type="pic" sz="quarter" idx="16"/>
          </p:nvPr>
        </p:nvSpPr>
        <p:spPr>
          <a:xfrm>
            <a:off x="548640" y="1325880"/>
            <a:ext cx="7315200" cy="4114800"/>
          </a:xfrm>
          <a:prstGeom prst="roundRect">
            <a:avLst>
              <a:gd name="adj" fmla="val 1777"/>
            </a:avLst>
          </a:pr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to add a picture</a:t>
            </a:r>
          </a:p>
        </p:txBody>
      </p:sp>
      <p:sp>
        <p:nvSpPr>
          <p:cNvPr id="9" name="Credit line"/>
          <p:cNvSpPr>
            <a:spLocks noGrp="1"/>
          </p:cNvSpPr>
          <p:nvPr>
            <p:ph type="body" sz="quarter" idx="15"/>
          </p:nvPr>
        </p:nvSpPr>
        <p:spPr>
          <a:xfrm>
            <a:off x="548640" y="5468112"/>
            <a:ext cx="7315200" cy="219456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Credit line: author, licence, source</a:t>
            </a:r>
          </a:p>
        </p:txBody>
      </p:sp>
      <p:sp>
        <p:nvSpPr>
          <p:cNvPr id="10" name="Notes"/>
          <p:cNvSpPr>
            <a:spLocks noGrp="1"/>
          </p:cNvSpPr>
          <p:nvPr>
            <p:ph type="body" sz="quarter" idx="17"/>
          </p:nvPr>
        </p:nvSpPr>
        <p:spPr>
          <a:xfrm>
            <a:off x="8503920" y="1508760"/>
            <a:ext cx="2971800" cy="3749040"/>
          </a:xfrm>
        </p:spPr>
        <p:txBody>
          <a:bodyPr vert="horz" wrap="square" lIns="0" tIns="0" rIns="0" bIns="0" rtlCol="0" anchor="t">
            <a:noAutofit/>
          </a:bodyPr>
          <a:lstStyle>
            <a:lvl1pPr marL="274320" indent="-27432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Short point to notice</a:t>
            </a:r>
          </a:p>
          <a:p>
            <a:r>
              <a:rPr lang="en-GB"/>
              <a:t>Another short point</a:t>
            </a:r>
          </a:p>
        </p:txBody>
      </p:sp>
      <p:sp>
        <p:nvSpPr>
          <p:cNvPr id="11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panel 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anel 1"/>
          <p:cNvSpPr/>
          <p:nvPr/>
        </p:nvSpPr>
        <p:spPr>
          <a:xfrm>
            <a:off x="548640" y="1325880"/>
            <a:ext cx="5458968" cy="4297680"/>
          </a:xfrm>
          <a:prstGeom prst="roundRect">
            <a:avLst>
              <a:gd name="adj" fmla="val 1702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anel 1 rule"/>
          <p:cNvSpPr/>
          <p:nvPr/>
        </p:nvSpPr>
        <p:spPr>
          <a:xfrm>
            <a:off x="777240" y="2103120"/>
            <a:ext cx="109728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anel 2"/>
          <p:cNvSpPr/>
          <p:nvPr/>
        </p:nvSpPr>
        <p:spPr>
          <a:xfrm>
            <a:off x="6181344" y="1325880"/>
            <a:ext cx="5458968" cy="4297680"/>
          </a:xfrm>
          <a:prstGeom prst="roundRect">
            <a:avLst>
              <a:gd name="adj" fmla="val 1702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anel 2 rule"/>
          <p:cNvSpPr/>
          <p:nvPr/>
        </p:nvSpPr>
        <p:spPr>
          <a:xfrm>
            <a:off x="6409944" y="2103120"/>
            <a:ext cx="109728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9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0" name="Left heading"/>
          <p:cNvSpPr>
            <a:spLocks noGrp="1"/>
          </p:cNvSpPr>
          <p:nvPr>
            <p:ph type="body" sz="quarter" idx="21"/>
          </p:nvPr>
        </p:nvSpPr>
        <p:spPr>
          <a:xfrm>
            <a:off x="777240" y="1463040"/>
            <a:ext cx="5001768" cy="54864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Left heading</a:t>
            </a:r>
          </a:p>
        </p:txBody>
      </p:sp>
      <p:sp>
        <p:nvSpPr>
          <p:cNvPr id="11" name="Left body"/>
          <p:cNvSpPr>
            <a:spLocks noGrp="1"/>
          </p:cNvSpPr>
          <p:nvPr>
            <p:ph type="body" sz="quarter" idx="22"/>
          </p:nvPr>
        </p:nvSpPr>
        <p:spPr>
          <a:xfrm>
            <a:off x="777240" y="2331720"/>
            <a:ext cx="5001768" cy="3108960"/>
          </a:xfrm>
        </p:spPr>
        <p:txBody>
          <a:bodyPr vert="horz" wrap="square" lIns="0" tIns="0" rIns="0" bIns="0" rtlCol="0" anchor="t">
            <a:noAutofit/>
          </a:bodyPr>
          <a:lstStyle>
            <a:lvl1pPr marL="274320" indent="-27432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Short point</a:t>
            </a:r>
          </a:p>
          <a:p>
            <a:r>
              <a:rPr lang="en-GB"/>
              <a:t>Short point</a:t>
            </a:r>
          </a:p>
        </p:txBody>
      </p:sp>
      <p:sp>
        <p:nvSpPr>
          <p:cNvPr id="12" name="Right heading"/>
          <p:cNvSpPr>
            <a:spLocks noGrp="1"/>
          </p:cNvSpPr>
          <p:nvPr>
            <p:ph type="body" sz="quarter" idx="23"/>
          </p:nvPr>
        </p:nvSpPr>
        <p:spPr>
          <a:xfrm>
            <a:off x="6409944" y="1463040"/>
            <a:ext cx="5001768" cy="54864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Right heading</a:t>
            </a:r>
          </a:p>
        </p:txBody>
      </p:sp>
      <p:sp>
        <p:nvSpPr>
          <p:cNvPr id="13" name="Right body"/>
          <p:cNvSpPr>
            <a:spLocks noGrp="1"/>
          </p:cNvSpPr>
          <p:nvPr>
            <p:ph type="body" sz="quarter" idx="24"/>
          </p:nvPr>
        </p:nvSpPr>
        <p:spPr>
          <a:xfrm>
            <a:off x="6409944" y="2331720"/>
            <a:ext cx="5001768" cy="3108960"/>
          </a:xfrm>
        </p:spPr>
        <p:txBody>
          <a:bodyPr vert="horz" wrap="square" lIns="0" tIns="0" rIns="0" bIns="0" rtlCol="0" anchor="t">
            <a:noAutofit/>
          </a:bodyPr>
          <a:lstStyle>
            <a:lvl1pPr marL="274320" indent="-27432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Short point</a:t>
            </a:r>
          </a:p>
          <a:p>
            <a:r>
              <a:rPr lang="en-GB"/>
              <a:t>Short point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5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6" name="Table"/>
          <p:cNvSpPr>
            <a:spLocks noGrp="1"/>
          </p:cNvSpPr>
          <p:nvPr>
            <p:ph type="tbl" sz="quarter" idx="20"/>
          </p:nvPr>
        </p:nvSpPr>
        <p:spPr>
          <a:xfrm>
            <a:off x="548640" y="1325880"/>
            <a:ext cx="11091672" cy="4206240"/>
          </a:xfr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to add a table</a:t>
            </a:r>
          </a:p>
        </p:txBody>
      </p:sp>
      <p:sp>
        <p:nvSpPr>
          <p:cNvPr id="7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grid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1 panel"/>
          <p:cNvSpPr/>
          <p:nvPr/>
        </p:nvSpPr>
        <p:spPr>
          <a:xfrm>
            <a:off x="548640" y="132588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1 rule"/>
          <p:cNvSpPr/>
          <p:nvPr/>
        </p:nvSpPr>
        <p:spPr>
          <a:xfrm>
            <a:off x="603503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panel"/>
          <p:cNvSpPr/>
          <p:nvPr/>
        </p:nvSpPr>
        <p:spPr>
          <a:xfrm>
            <a:off x="6185916" y="132588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rule"/>
          <p:cNvSpPr/>
          <p:nvPr/>
        </p:nvSpPr>
        <p:spPr>
          <a:xfrm>
            <a:off x="6240780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3 panel"/>
          <p:cNvSpPr/>
          <p:nvPr/>
        </p:nvSpPr>
        <p:spPr>
          <a:xfrm>
            <a:off x="548640" y="356616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rd 3 rule"/>
          <p:cNvSpPr/>
          <p:nvPr/>
        </p:nvSpPr>
        <p:spPr>
          <a:xfrm>
            <a:off x="603503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 4 panel"/>
          <p:cNvSpPr/>
          <p:nvPr/>
        </p:nvSpPr>
        <p:spPr>
          <a:xfrm>
            <a:off x="6185916" y="356616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4 rule"/>
          <p:cNvSpPr/>
          <p:nvPr/>
        </p:nvSpPr>
        <p:spPr>
          <a:xfrm>
            <a:off x="6240780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13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4" name="Card 1"/>
          <p:cNvSpPr>
            <a:spLocks noGrp="1"/>
          </p:cNvSpPr>
          <p:nvPr>
            <p:ph type="body" sz="quarter" idx="21"/>
          </p:nvPr>
        </p:nvSpPr>
        <p:spPr>
          <a:xfrm>
            <a:off x="841248" y="146304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1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5" name="Card 2"/>
          <p:cNvSpPr>
            <a:spLocks noGrp="1"/>
          </p:cNvSpPr>
          <p:nvPr>
            <p:ph type="body" sz="quarter" idx="22"/>
          </p:nvPr>
        </p:nvSpPr>
        <p:spPr>
          <a:xfrm>
            <a:off x="6478524" y="146304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2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6" name="Card 3"/>
          <p:cNvSpPr>
            <a:spLocks noGrp="1"/>
          </p:cNvSpPr>
          <p:nvPr>
            <p:ph type="body" sz="quarter" idx="23"/>
          </p:nvPr>
        </p:nvSpPr>
        <p:spPr>
          <a:xfrm>
            <a:off x="841248" y="370332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3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7" name="Card 4"/>
          <p:cNvSpPr>
            <a:spLocks noGrp="1"/>
          </p:cNvSpPr>
          <p:nvPr>
            <p:ph type="body" sz="quarter" idx="24"/>
          </p:nvPr>
        </p:nvSpPr>
        <p:spPr>
          <a:xfrm>
            <a:off x="6478524" y="370332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4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8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grid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1 panel"/>
          <p:cNvSpPr/>
          <p:nvPr/>
        </p:nvSpPr>
        <p:spPr>
          <a:xfrm>
            <a:off x="548640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1 rule"/>
          <p:cNvSpPr/>
          <p:nvPr/>
        </p:nvSpPr>
        <p:spPr>
          <a:xfrm>
            <a:off x="603503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panel"/>
          <p:cNvSpPr/>
          <p:nvPr/>
        </p:nvSpPr>
        <p:spPr>
          <a:xfrm>
            <a:off x="3367278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rule"/>
          <p:cNvSpPr/>
          <p:nvPr/>
        </p:nvSpPr>
        <p:spPr>
          <a:xfrm>
            <a:off x="3422142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3 panel"/>
          <p:cNvSpPr/>
          <p:nvPr/>
        </p:nvSpPr>
        <p:spPr>
          <a:xfrm>
            <a:off x="6185916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rd 3 rule"/>
          <p:cNvSpPr/>
          <p:nvPr/>
        </p:nvSpPr>
        <p:spPr>
          <a:xfrm>
            <a:off x="6240780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 4 panel"/>
          <p:cNvSpPr/>
          <p:nvPr/>
        </p:nvSpPr>
        <p:spPr>
          <a:xfrm>
            <a:off x="9004554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4 rule"/>
          <p:cNvSpPr/>
          <p:nvPr/>
        </p:nvSpPr>
        <p:spPr>
          <a:xfrm>
            <a:off x="9059418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ard 5 panel"/>
          <p:cNvSpPr/>
          <p:nvPr/>
        </p:nvSpPr>
        <p:spPr>
          <a:xfrm>
            <a:off x="548640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ard 5 rule"/>
          <p:cNvSpPr/>
          <p:nvPr/>
        </p:nvSpPr>
        <p:spPr>
          <a:xfrm>
            <a:off x="603503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ard 6 panel"/>
          <p:cNvSpPr/>
          <p:nvPr/>
        </p:nvSpPr>
        <p:spPr>
          <a:xfrm>
            <a:off x="3367278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ard 6 rule"/>
          <p:cNvSpPr/>
          <p:nvPr/>
        </p:nvSpPr>
        <p:spPr>
          <a:xfrm>
            <a:off x="3422142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ard 7 panel"/>
          <p:cNvSpPr/>
          <p:nvPr/>
        </p:nvSpPr>
        <p:spPr>
          <a:xfrm>
            <a:off x="6185916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ard 7 rule"/>
          <p:cNvSpPr/>
          <p:nvPr/>
        </p:nvSpPr>
        <p:spPr>
          <a:xfrm>
            <a:off x="6240780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ard 8 panel"/>
          <p:cNvSpPr/>
          <p:nvPr/>
        </p:nvSpPr>
        <p:spPr>
          <a:xfrm>
            <a:off x="9004554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rd 8 rule"/>
          <p:cNvSpPr/>
          <p:nvPr/>
        </p:nvSpPr>
        <p:spPr>
          <a:xfrm>
            <a:off x="9059418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21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22" name="Card 1"/>
          <p:cNvSpPr>
            <a:spLocks noGrp="1"/>
          </p:cNvSpPr>
          <p:nvPr>
            <p:ph type="body" sz="quarter" idx="21"/>
          </p:nvPr>
        </p:nvSpPr>
        <p:spPr>
          <a:xfrm>
            <a:off x="841248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1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3" name="Card 2"/>
          <p:cNvSpPr>
            <a:spLocks noGrp="1"/>
          </p:cNvSpPr>
          <p:nvPr>
            <p:ph type="body" sz="quarter" idx="22"/>
          </p:nvPr>
        </p:nvSpPr>
        <p:spPr>
          <a:xfrm>
            <a:off x="3659886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2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4" name="Card 3"/>
          <p:cNvSpPr>
            <a:spLocks noGrp="1"/>
          </p:cNvSpPr>
          <p:nvPr>
            <p:ph type="body" sz="quarter" idx="23"/>
          </p:nvPr>
        </p:nvSpPr>
        <p:spPr>
          <a:xfrm>
            <a:off x="6478524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3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5" name="Card 4"/>
          <p:cNvSpPr>
            <a:spLocks noGrp="1"/>
          </p:cNvSpPr>
          <p:nvPr>
            <p:ph type="body" sz="quarter" idx="24"/>
          </p:nvPr>
        </p:nvSpPr>
        <p:spPr>
          <a:xfrm>
            <a:off x="9297162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4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6" name="Card 5"/>
          <p:cNvSpPr>
            <a:spLocks noGrp="1"/>
          </p:cNvSpPr>
          <p:nvPr>
            <p:ph type="body" sz="quarter" idx="25"/>
          </p:nvPr>
        </p:nvSpPr>
        <p:spPr>
          <a:xfrm>
            <a:off x="841248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5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7" name="Card 6"/>
          <p:cNvSpPr>
            <a:spLocks noGrp="1"/>
          </p:cNvSpPr>
          <p:nvPr>
            <p:ph type="body" sz="quarter" idx="26"/>
          </p:nvPr>
        </p:nvSpPr>
        <p:spPr>
          <a:xfrm>
            <a:off x="3659886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6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8" name="Card 7"/>
          <p:cNvSpPr>
            <a:spLocks noGrp="1"/>
          </p:cNvSpPr>
          <p:nvPr>
            <p:ph type="body" sz="quarter" idx="27"/>
          </p:nvPr>
        </p:nvSpPr>
        <p:spPr>
          <a:xfrm>
            <a:off x="6478524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7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9" name="Card 8"/>
          <p:cNvSpPr>
            <a:spLocks noGrp="1"/>
          </p:cNvSpPr>
          <p:nvPr>
            <p:ph type="body" sz="quarter" idx="28"/>
          </p:nvPr>
        </p:nvSpPr>
        <p:spPr>
          <a:xfrm>
            <a:off x="9297162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8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30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meline axis"/>
          <p:cNvSpPr/>
          <p:nvPr/>
        </p:nvSpPr>
        <p:spPr>
          <a:xfrm>
            <a:off x="548640" y="3401568"/>
            <a:ext cx="11091672" cy="54864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Stem 1"/>
          <p:cNvCxnSpPr/>
          <p:nvPr/>
        </p:nvCxnSpPr>
        <p:spPr>
          <a:xfrm flipV="1">
            <a:off x="1657807" y="301752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6" name="Node 1"/>
          <p:cNvSpPr/>
          <p:nvPr/>
        </p:nvSpPr>
        <p:spPr>
          <a:xfrm>
            <a:off x="1520647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Stem 2"/>
          <p:cNvCxnSpPr/>
          <p:nvPr/>
        </p:nvCxnSpPr>
        <p:spPr>
          <a:xfrm>
            <a:off x="3876141" y="356616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8" name="Node 2"/>
          <p:cNvSpPr/>
          <p:nvPr/>
        </p:nvSpPr>
        <p:spPr>
          <a:xfrm>
            <a:off x="3738981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Stem 3"/>
          <p:cNvCxnSpPr/>
          <p:nvPr/>
        </p:nvCxnSpPr>
        <p:spPr>
          <a:xfrm flipV="1">
            <a:off x="6094476" y="301752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10" name="Node 3"/>
          <p:cNvSpPr/>
          <p:nvPr/>
        </p:nvSpPr>
        <p:spPr>
          <a:xfrm>
            <a:off x="5957316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Stem 4"/>
          <p:cNvCxnSpPr/>
          <p:nvPr/>
        </p:nvCxnSpPr>
        <p:spPr>
          <a:xfrm>
            <a:off x="8312810" y="356616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12" name="Node 4"/>
          <p:cNvSpPr/>
          <p:nvPr/>
        </p:nvSpPr>
        <p:spPr>
          <a:xfrm>
            <a:off x="8175650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Stem 5"/>
          <p:cNvCxnSpPr/>
          <p:nvPr/>
        </p:nvCxnSpPr>
        <p:spPr>
          <a:xfrm flipV="1">
            <a:off x="10531144" y="301752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14" name="Node 5"/>
          <p:cNvSpPr/>
          <p:nvPr/>
        </p:nvSpPr>
        <p:spPr>
          <a:xfrm>
            <a:off x="10393984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16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7" name="Stop 1"/>
          <p:cNvSpPr>
            <a:spLocks noGrp="1"/>
          </p:cNvSpPr>
          <p:nvPr>
            <p:ph type="body" sz="quarter" idx="21"/>
          </p:nvPr>
        </p:nvSpPr>
        <p:spPr>
          <a:xfrm>
            <a:off x="560527" y="1417320"/>
            <a:ext cx="2194560" cy="16002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1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18" name="Stop 2"/>
          <p:cNvSpPr>
            <a:spLocks noGrp="1"/>
          </p:cNvSpPr>
          <p:nvPr>
            <p:ph type="body" sz="quarter" idx="22"/>
          </p:nvPr>
        </p:nvSpPr>
        <p:spPr>
          <a:xfrm>
            <a:off x="2778862" y="3840480"/>
            <a:ext cx="2194560" cy="16002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2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19" name="Stop 3"/>
          <p:cNvSpPr>
            <a:spLocks noGrp="1"/>
          </p:cNvSpPr>
          <p:nvPr>
            <p:ph type="body" sz="quarter" idx="23"/>
          </p:nvPr>
        </p:nvSpPr>
        <p:spPr>
          <a:xfrm>
            <a:off x="4997196" y="1417320"/>
            <a:ext cx="2194560" cy="16002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3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20" name="Stop 4"/>
          <p:cNvSpPr>
            <a:spLocks noGrp="1"/>
          </p:cNvSpPr>
          <p:nvPr>
            <p:ph type="body" sz="quarter" idx="24"/>
          </p:nvPr>
        </p:nvSpPr>
        <p:spPr>
          <a:xfrm>
            <a:off x="7215530" y="3840480"/>
            <a:ext cx="2194560" cy="16002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4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21" name="Stop 5"/>
          <p:cNvSpPr>
            <a:spLocks noGrp="1"/>
          </p:cNvSpPr>
          <p:nvPr>
            <p:ph type="body" sz="quarter" idx="25"/>
          </p:nvPr>
        </p:nvSpPr>
        <p:spPr>
          <a:xfrm>
            <a:off x="9433865" y="1417320"/>
            <a:ext cx="2194560" cy="16002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5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22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23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-facts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le 1 panel"/>
          <p:cNvSpPr/>
          <p:nvPr/>
        </p:nvSpPr>
        <p:spPr>
          <a:xfrm>
            <a:off x="548640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ile 1 rule"/>
          <p:cNvSpPr/>
          <p:nvPr/>
        </p:nvSpPr>
        <p:spPr>
          <a:xfrm>
            <a:off x="777240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le 2 panel"/>
          <p:cNvSpPr/>
          <p:nvPr/>
        </p:nvSpPr>
        <p:spPr>
          <a:xfrm>
            <a:off x="3367278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ile 2 rule"/>
          <p:cNvSpPr/>
          <p:nvPr/>
        </p:nvSpPr>
        <p:spPr>
          <a:xfrm>
            <a:off x="3595878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3 panel"/>
          <p:cNvSpPr/>
          <p:nvPr/>
        </p:nvSpPr>
        <p:spPr>
          <a:xfrm>
            <a:off x="6185916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3 rule"/>
          <p:cNvSpPr/>
          <p:nvPr/>
        </p:nvSpPr>
        <p:spPr>
          <a:xfrm>
            <a:off x="6414516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4 panel"/>
          <p:cNvSpPr/>
          <p:nvPr/>
        </p:nvSpPr>
        <p:spPr>
          <a:xfrm>
            <a:off x="9004554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4 rule"/>
          <p:cNvSpPr/>
          <p:nvPr/>
        </p:nvSpPr>
        <p:spPr>
          <a:xfrm>
            <a:off x="9233154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13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4" name="Tile 1"/>
          <p:cNvSpPr>
            <a:spLocks noGrp="1"/>
          </p:cNvSpPr>
          <p:nvPr>
            <p:ph type="body" sz="quarter" idx="21"/>
          </p:nvPr>
        </p:nvSpPr>
        <p:spPr>
          <a:xfrm>
            <a:off x="685800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5" name="Tile 2"/>
          <p:cNvSpPr>
            <a:spLocks noGrp="1"/>
          </p:cNvSpPr>
          <p:nvPr>
            <p:ph type="body" sz="quarter" idx="22"/>
          </p:nvPr>
        </p:nvSpPr>
        <p:spPr>
          <a:xfrm>
            <a:off x="3504438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6" name="Tile 3"/>
          <p:cNvSpPr>
            <a:spLocks noGrp="1"/>
          </p:cNvSpPr>
          <p:nvPr>
            <p:ph type="body" sz="quarter" idx="23"/>
          </p:nvPr>
        </p:nvSpPr>
        <p:spPr>
          <a:xfrm>
            <a:off x="6323076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7" name="Tile 4"/>
          <p:cNvSpPr>
            <a:spLocks noGrp="1"/>
          </p:cNvSpPr>
          <p:nvPr>
            <p:ph type="body" sz="quarter" idx="24"/>
          </p:nvPr>
        </p:nvSpPr>
        <p:spPr>
          <a:xfrm>
            <a:off x="9141714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8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us 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Legend row 1"/>
          <p:cNvSpPr/>
          <p:nvPr/>
        </p:nvSpPr>
        <p:spPr>
          <a:xfrm>
            <a:off x="548640" y="1325880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hip: Agreed"/>
          <p:cNvSpPr/>
          <p:nvPr/>
        </p:nvSpPr>
        <p:spPr>
          <a:xfrm>
            <a:off x="777240" y="1499616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sp>
        <p:nvSpPr>
          <p:cNvPr id="6" name="Legend meaning: Agreed"/>
          <p:cNvSpPr txBox="1"/>
          <p:nvPr/>
        </p:nvSpPr>
        <p:spPr>
          <a:xfrm>
            <a:off x="2606040" y="1325880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Decided.</a:t>
            </a:r>
          </a:p>
        </p:txBody>
      </p:sp>
      <p:sp>
        <p:nvSpPr>
          <p:cNvPr id="7" name="Legend row 2"/>
          <p:cNvSpPr/>
          <p:nvPr/>
        </p:nvSpPr>
        <p:spPr>
          <a:xfrm>
            <a:off x="548640" y="2221991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ip: Proposed"/>
          <p:cNvSpPr/>
          <p:nvPr/>
        </p:nvSpPr>
        <p:spPr>
          <a:xfrm>
            <a:off x="777240" y="2395727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sp>
        <p:nvSpPr>
          <p:cNvPr id="9" name="Legend meaning: Proposed"/>
          <p:cNvSpPr txBox="1"/>
          <p:nvPr/>
        </p:nvSpPr>
        <p:spPr>
          <a:xfrm>
            <a:off x="2606040" y="2221991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Suggested, not confirmed.</a:t>
            </a:r>
          </a:p>
        </p:txBody>
      </p:sp>
      <p:sp>
        <p:nvSpPr>
          <p:cNvPr id="10" name="Legend row 3"/>
          <p:cNvSpPr/>
          <p:nvPr/>
        </p:nvSpPr>
        <p:spPr>
          <a:xfrm>
            <a:off x="548640" y="3118104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ip: Provisional"/>
          <p:cNvSpPr/>
          <p:nvPr/>
        </p:nvSpPr>
        <p:spPr>
          <a:xfrm>
            <a:off x="777240" y="329184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sp>
        <p:nvSpPr>
          <p:cNvPr id="12" name="Legend meaning: Provisional"/>
          <p:cNvSpPr txBox="1"/>
          <p:nvPr/>
        </p:nvSpPr>
        <p:spPr>
          <a:xfrm>
            <a:off x="2606040" y="3118104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A test number that may change.</a:t>
            </a:r>
          </a:p>
        </p:txBody>
      </p:sp>
      <p:sp>
        <p:nvSpPr>
          <p:cNvPr id="13" name="Legend row 4"/>
          <p:cNvSpPr/>
          <p:nvPr/>
        </p:nvSpPr>
        <p:spPr>
          <a:xfrm>
            <a:off x="548640" y="4014215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hip: Undecided"/>
          <p:cNvSpPr/>
          <p:nvPr/>
        </p:nvSpPr>
        <p:spPr>
          <a:xfrm>
            <a:off x="777240" y="4187952"/>
            <a:ext cx="1554480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sp>
        <p:nvSpPr>
          <p:cNvPr id="15" name="Legend meaning: Undecided"/>
          <p:cNvSpPr txBox="1"/>
          <p:nvPr/>
        </p:nvSpPr>
        <p:spPr>
          <a:xfrm>
            <a:off x="2606040" y="4014215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Still an open question.</a:t>
            </a:r>
          </a:p>
        </p:txBody>
      </p:sp>
      <p:sp>
        <p:nvSpPr>
          <p:cNvPr id="16" name="Legend row 5"/>
          <p:cNvSpPr/>
          <p:nvPr/>
        </p:nvSpPr>
        <p:spPr>
          <a:xfrm>
            <a:off x="548640" y="4910328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hip: Background"/>
          <p:cNvSpPr/>
          <p:nvPr/>
        </p:nvSpPr>
        <p:spPr>
          <a:xfrm>
            <a:off x="777240" y="5084064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sp>
        <p:nvSpPr>
          <p:cNvPr id="18" name="Legend meaning: Background"/>
          <p:cNvSpPr txBox="1"/>
          <p:nvPr/>
        </p:nvSpPr>
        <p:spPr>
          <a:xfrm>
            <a:off x="2606040" y="4910328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A real-world fact.</a:t>
            </a:r>
          </a:p>
        </p:txBody>
      </p:sp>
      <p:grpSp>
        <p:nvGrpSpPr>
          <p:cNvPr id="19" name="Corner sketch" descr="Small drawing of a slide with a tag chip in its top-right corner"/>
          <p:cNvGrpSpPr/>
          <p:nvPr/>
        </p:nvGrpSpPr>
        <p:grpSpPr>
          <a:xfrm>
            <a:off x="8412480" y="1554480"/>
            <a:ext cx="3227832" cy="1819656"/>
            <a:chOff x="8412480" y="1554480"/>
            <a:chExt cx="3227832" cy="1819656"/>
          </a:xfrm>
        </p:grpSpPr>
        <p:sp>
          <p:nvSpPr>
            <p:cNvPr id="20" name="sketch slide"/>
            <p:cNvSpPr/>
            <p:nvPr/>
          </p:nvSpPr>
          <p:spPr>
            <a:xfrm>
              <a:off x="8412480" y="1554480"/>
              <a:ext cx="3227832" cy="1819656"/>
            </a:xfrm>
            <a:prstGeom prst="roundRect">
              <a:avLst>
                <a:gd name="adj" fmla="val 4020"/>
              </a:avLst>
            </a:prstGeom>
            <a:solidFill>
              <a:srgbClr val="1E2126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ketch title"/>
            <p:cNvSpPr/>
            <p:nvPr/>
          </p:nvSpPr>
          <p:spPr>
            <a:xfrm>
              <a:off x="8595360" y="1783080"/>
              <a:ext cx="1554480" cy="146304"/>
            </a:xfrm>
            <a:prstGeom prst="roundRect">
              <a:avLst>
                <a:gd name="adj" fmla="val 3125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ketch chip"/>
            <p:cNvSpPr/>
            <p:nvPr/>
          </p:nvSpPr>
          <p:spPr>
            <a:xfrm>
              <a:off x="10378440" y="1737360"/>
              <a:ext cx="1097280" cy="237744"/>
            </a:xfrm>
            <a:prstGeom prst="roundRect">
              <a:avLst>
                <a:gd name="adj" fmla="val 38461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ketch caption"/>
            <p:cNvSpPr/>
            <p:nvPr/>
          </p:nvSpPr>
          <p:spPr>
            <a:xfrm>
              <a:off x="8595360" y="3017520"/>
              <a:ext cx="2862072" cy="219456"/>
            </a:xfrm>
            <a:prstGeom prst="roundRect">
              <a:avLst>
                <a:gd name="adj" fmla="val 208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Legend note 1"/>
          <p:cNvSpPr txBox="1"/>
          <p:nvPr/>
        </p:nvSpPr>
        <p:spPr>
          <a:xfrm>
            <a:off x="8412480" y="3493008"/>
            <a:ext cx="3227832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400" b="0" lang="en-GB">
                <a:solidFill>
                  <a:srgbClr val="A9B0B8"/>
                </a:solidFill>
                <a:latin typeface="Arial"/>
              </a:rPr>
              <a:t>Top-right corner of every content slide</a:t>
            </a:r>
          </a:p>
        </p:txBody>
      </p:sp>
      <p:sp>
        <p:nvSpPr>
          <p:cNvPr id="25" name="Legend note 2"/>
          <p:cNvSpPr txBox="1"/>
          <p:nvPr/>
        </p:nvSpPr>
        <p:spPr>
          <a:xfrm>
            <a:off x="8412480" y="4160520"/>
            <a:ext cx="3227832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400" b="0" lang="en-GB">
                <a:solidFill>
                  <a:srgbClr val="A9B0B8"/>
                </a:solidFill>
                <a:latin typeface="Arial"/>
              </a:rPr>
              <a:t>A small chip beside a statement tags that statement.</a:t>
            </a:r>
          </a:p>
        </p:txBody>
      </p:sp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27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2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its / source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5" name="Table"/>
          <p:cNvSpPr>
            <a:spLocks noGrp="1"/>
          </p:cNvSpPr>
          <p:nvPr>
            <p:ph type="tbl" sz="quarter" idx="20"/>
          </p:nvPr>
        </p:nvSpPr>
        <p:spPr>
          <a:xfrm>
            <a:off x="548640" y="1325880"/>
            <a:ext cx="11091672" cy="3520440"/>
          </a:xfr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to add the credits table</a:t>
            </a:r>
          </a:p>
        </p:txBody>
      </p:sp>
      <p:sp>
        <p:nvSpPr>
          <p:cNvPr id="6" name="Note"/>
          <p:cNvSpPr>
            <a:spLocks noGrp="1"/>
          </p:cNvSpPr>
          <p:nvPr>
            <p:ph type="body" sz="quarter" idx="17"/>
          </p:nvPr>
        </p:nvSpPr>
        <p:spPr>
          <a:xfrm>
            <a:off x="548640" y="4983480"/>
            <a:ext cx="11091672" cy="59436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Licence note, for example how images were changed</a:t>
            </a:r>
          </a:p>
        </p:txBody>
      </p:sp>
      <p:sp>
        <p:nvSpPr>
          <p:cNvPr id="7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/ what 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rack motif" descr="Decorative drawing of two rails and sleepers seen from above"/>
          <p:cNvGrpSpPr/>
          <p:nvPr/>
        </p:nvGrpSpPr>
        <p:grpSpPr>
          <a:xfrm>
            <a:off x="9464040" y="0"/>
            <a:ext cx="2103120" cy="6858000"/>
            <a:chOff x="9464040" y="0"/>
            <a:chExt cx="2103120" cy="6858000"/>
          </a:xfrm>
        </p:grpSpPr>
        <p:sp>
          <p:nvSpPr>
            <p:cNvPr id="3" name="sleeper"/>
            <p:cNvSpPr/>
            <p:nvPr/>
          </p:nvSpPr>
          <p:spPr>
            <a:xfrm>
              <a:off x="9464040" y="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leeper"/>
            <p:cNvSpPr/>
            <p:nvPr/>
          </p:nvSpPr>
          <p:spPr>
            <a:xfrm>
              <a:off x="9464040" y="38404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sleeper"/>
            <p:cNvSpPr/>
            <p:nvPr/>
          </p:nvSpPr>
          <p:spPr>
            <a:xfrm>
              <a:off x="9464040" y="76809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>
              <a:off x="9464040" y="115214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9464040" y="153619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9464040" y="192024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9464040" y="230428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9464040" y="268833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9464040" y="307238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9464040" y="345643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9464040" y="384048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9464040" y="422452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9464040" y="460857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9464040" y="499262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9464040" y="537667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9464040" y="576072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9464040" y="614476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9464040" y="652881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ail"/>
            <p:cNvSpPr/>
            <p:nvPr/>
          </p:nvSpPr>
          <p:spPr>
            <a:xfrm>
              <a:off x="9885578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ail"/>
            <p:cNvSpPr/>
            <p:nvPr/>
          </p:nvSpPr>
          <p:spPr>
            <a:xfrm>
              <a:off x="11063325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Closing rule"/>
          <p:cNvSpPr/>
          <p:nvPr/>
        </p:nvSpPr>
        <p:spPr>
          <a:xfrm>
            <a:off x="548640" y="2011680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8229600" cy="118872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4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closing title</a:t>
            </a:r>
          </a:p>
        </p:txBody>
      </p:sp>
      <p:sp>
        <p:nvSpPr>
          <p:cNvPr id="25" name="Next steps"/>
          <p:cNvSpPr>
            <a:spLocks noGrp="1"/>
          </p:cNvSpPr>
          <p:nvPr>
            <p:ph type="body" sz="quarter" idx="17"/>
          </p:nvPr>
        </p:nvSpPr>
        <p:spPr>
          <a:xfrm>
            <a:off x="548640" y="2377440"/>
            <a:ext cx="8229600" cy="3108960"/>
          </a:xfrm>
        </p:spPr>
        <p:txBody>
          <a:bodyPr vert="horz" wrap="square" lIns="0" tIns="0" rIns="0" bIns="0" rtlCol="0" anchor="t">
            <a:noAutofit/>
          </a:bodyPr>
          <a:lstStyle>
            <a:lvl1pPr marL="457200" indent="-45720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+mj-lt"/>
              <a:buAutoNum type="arabicPeriod"/>
              <a:defRPr lang="en-GB"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300"/>
              </a:spcBef>
              <a:buNone/>
              <a:defRPr lang="en-GB"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First next step</a:t>
            </a:r>
          </a:p>
          <a:p>
            <a:r>
              <a:rPr lang="en-GB"/>
              <a:t>Second next step</a:t>
            </a:r>
          </a:p>
          <a:p>
            <a:r>
              <a:rPr lang="en-GB"/>
              <a:t>Third next step</a:t>
            </a:r>
          </a:p>
        </p:txBody>
      </p:sp>
      <p:sp>
        <p:nvSpPr>
          <p:cNvPr id="26" name="Closing note"/>
          <p:cNvSpPr>
            <a:spLocks noGrp="1"/>
          </p:cNvSpPr>
          <p:nvPr>
            <p:ph type="body" sz="quarter" idx="18"/>
          </p:nvPr>
        </p:nvSpPr>
        <p:spPr>
          <a:xfrm>
            <a:off x="548640" y="5943600"/>
            <a:ext cx="8229600" cy="36576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Contact, date or version line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/>
              <a:t>Click to edit the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325880"/>
            <a:ext cx="11091672" cy="42976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/>
              <a:t>Click to edit the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725912" y="6528816"/>
            <a:ext cx="9144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</p:sldLayoutIdLst>
  <p:txStyles>
    <p:titleStyle>
      <a:lvl1pPr marL="0" indent="0" algn="l" defTabSz="914400" rtl="0" eaLnBrk="1" latinLnBrk="0" hangingPunct="1">
        <a:spcBef>
          <a:spcPts val="0"/>
        </a:spcBef>
        <a:buNone/>
        <a:defRPr lang="en-GB" sz="3600" b="1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74320" indent="-274320" algn="l" defTabSz="914400" rtl="0" eaLnBrk="1" latinLnBrk="0" hangingPunct="1">
        <a:spcBef>
          <a:spcPts val="600"/>
        </a:spcBef>
        <a:buClr>
          <a:schemeClr val="accent1"/>
        </a:buClr>
        <a:buFont typeface="Arial"/>
        <a:buChar char="•"/>
        <a:defRPr lang="en-GB"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example.org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subtitle</a:t>
            </a:r>
          </a:p>
        </p:txBody>
      </p:sp>
      <p:sp>
        <p:nvSpPr>
          <p:cNvPr id="4" name="Cover note"/>
          <p:cNvSpPr>
            <a:spLocks noGrp="1"/>
          </p:cNvSpPr>
          <p:nvPr>
            <p:ph type="body" idx="18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Version 1 · Replace this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How to read the tags</a:t>
            </a:r>
          </a:p>
        </p:txBody>
      </p:sp>
      <p:sp>
        <p:nvSpPr>
          <p:cNvPr id="3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Every idea carries a tag in the top-right corner.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chapter title</a:t>
            </a:r>
          </a:p>
        </p:txBody>
      </p:sp>
      <p:sp>
        <p:nvSpPr>
          <p:cNvPr id="3" name="Chapter label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Part 1</a:t>
            </a:r>
          </a:p>
        </p:txBody>
      </p:sp>
      <p:sp>
        <p:nvSpPr>
          <p:cNvPr id="4" name="Summary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one-line summary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Agre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5" name="Diagram: four steps" descr="Four boxes in a row joined by arrows: step one to step four"/>
          <p:cNvGrpSpPr/>
          <p:nvPr/>
        </p:nvGrpSpPr>
        <p:grpSpPr>
          <a:xfrm>
            <a:off x="822960" y="2286000"/>
            <a:ext cx="10515599" cy="2231136"/>
            <a:chOff x="822960" y="2286000"/>
            <a:chExt cx="10515599" cy="2231136"/>
          </a:xfrm>
        </p:grpSpPr>
        <p:sp>
          <p:nvSpPr>
            <p:cNvPr id="6" name="step"/>
            <p:cNvSpPr/>
            <p:nvPr/>
          </p:nvSpPr>
          <p:spPr>
            <a:xfrm>
              <a:off x="822960" y="2286000"/>
              <a:ext cx="2148840" cy="1188720"/>
            </a:xfrm>
            <a:prstGeom prst="roundRect">
              <a:avLst>
                <a:gd name="adj" fmla="val 615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Step one</a:t>
              </a:r>
            </a:p>
          </p:txBody>
        </p:sp>
        <p:cxnSp>
          <p:nvCxnSpPr>
            <p:cNvPr id="7" name="flow arrow"/>
            <p:cNvCxnSpPr/>
            <p:nvPr/>
          </p:nvCxnSpPr>
          <p:spPr>
            <a:xfrm>
              <a:off x="3026664" y="2880360"/>
              <a:ext cx="530352" cy="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8" name="step"/>
            <p:cNvSpPr/>
            <p:nvPr/>
          </p:nvSpPr>
          <p:spPr>
            <a:xfrm>
              <a:off x="3611879" y="2286000"/>
              <a:ext cx="2148840" cy="1188720"/>
            </a:xfrm>
            <a:prstGeom prst="roundRect">
              <a:avLst>
                <a:gd name="adj" fmla="val 615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Step two</a:t>
              </a:r>
            </a:p>
          </p:txBody>
        </p:sp>
        <p:cxnSp>
          <p:nvCxnSpPr>
            <p:cNvPr id="9" name="flow arrow"/>
            <p:cNvCxnSpPr/>
            <p:nvPr/>
          </p:nvCxnSpPr>
          <p:spPr>
            <a:xfrm>
              <a:off x="5815583" y="2880360"/>
              <a:ext cx="530353" cy="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0" name="step"/>
            <p:cNvSpPr/>
            <p:nvPr/>
          </p:nvSpPr>
          <p:spPr>
            <a:xfrm>
              <a:off x="6400800" y="2286000"/>
              <a:ext cx="2148840" cy="1188720"/>
            </a:xfrm>
            <a:prstGeom prst="roundRect">
              <a:avLst>
                <a:gd name="adj" fmla="val 615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Step three</a:t>
              </a:r>
            </a:p>
          </p:txBody>
        </p:sp>
        <p:cxnSp>
          <p:nvCxnSpPr>
            <p:cNvPr id="11" name="flow arrow"/>
            <p:cNvCxnSpPr/>
            <p:nvPr/>
          </p:nvCxnSpPr>
          <p:spPr>
            <a:xfrm>
              <a:off x="8604504" y="2880360"/>
              <a:ext cx="530351" cy="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2" name="step"/>
            <p:cNvSpPr/>
            <p:nvPr/>
          </p:nvSpPr>
          <p:spPr>
            <a:xfrm>
              <a:off x="9189719" y="2286000"/>
              <a:ext cx="2148840" cy="1188720"/>
            </a:xfrm>
            <a:prstGeom prst="roundRect">
              <a:avLst>
                <a:gd name="adj" fmla="val 615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Step four</a:t>
              </a:r>
            </a:p>
          </p:txBody>
        </p:sp>
        <p:sp>
          <p:nvSpPr>
            <p:cNvPr id="13" name="step label"/>
            <p:cNvSpPr txBox="1"/>
            <p:nvPr/>
          </p:nvSpPr>
          <p:spPr>
            <a:xfrm>
              <a:off x="822960" y="3611880"/>
              <a:ext cx="2148840" cy="36576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Replace this label</a:t>
              </a:r>
            </a:p>
          </p:txBody>
        </p:sp>
        <p:sp>
          <p:nvSpPr>
            <p:cNvPr id="14" name="step label"/>
            <p:cNvSpPr txBox="1"/>
            <p:nvPr/>
          </p:nvSpPr>
          <p:spPr>
            <a:xfrm>
              <a:off x="3611879" y="3611880"/>
              <a:ext cx="2148840" cy="36576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Replace this label</a:t>
              </a:r>
            </a:p>
          </p:txBody>
        </p:sp>
        <p:sp>
          <p:nvSpPr>
            <p:cNvPr id="15" name="step label"/>
            <p:cNvSpPr txBox="1"/>
            <p:nvPr/>
          </p:nvSpPr>
          <p:spPr>
            <a:xfrm>
              <a:off x="6400800" y="3611880"/>
              <a:ext cx="2148840" cy="36576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Replace this label</a:t>
              </a:r>
            </a:p>
          </p:txBody>
        </p:sp>
        <p:sp>
          <p:nvSpPr>
            <p:cNvPr id="16" name="step label"/>
            <p:cNvSpPr txBox="1"/>
            <p:nvPr/>
          </p:nvSpPr>
          <p:spPr>
            <a:xfrm>
              <a:off x="9189719" y="3611880"/>
              <a:ext cx="2148840" cy="36576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Replace this label</a:t>
              </a:r>
            </a:p>
          </p:txBody>
        </p:sp>
        <p:sp>
          <p:nvSpPr>
            <p:cNvPr id="17" name="Inline chip: Proposed"/>
            <p:cNvSpPr/>
            <p:nvPr/>
          </p:nvSpPr>
          <p:spPr>
            <a:xfrm>
              <a:off x="6835140" y="4206240"/>
              <a:ext cx="1280160" cy="310896"/>
            </a:xfrm>
            <a:prstGeom prst="roundRect">
              <a:avLst>
                <a:gd name="adj" fmla="val 35294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Propos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5" name="Diagram: loop of three parts" descr="Three boxes arranged in a triangle with arrows running round in a loop, and a note pointing at one box"/>
          <p:cNvGrpSpPr/>
          <p:nvPr/>
        </p:nvGrpSpPr>
        <p:grpSpPr>
          <a:xfrm>
            <a:off x="1737360" y="1554480"/>
            <a:ext cx="9601200" cy="3291840"/>
            <a:chOff x="1737360" y="1554480"/>
            <a:chExt cx="9601200" cy="3291840"/>
          </a:xfrm>
        </p:grpSpPr>
        <p:sp>
          <p:nvSpPr>
            <p:cNvPr id="6" name="part"/>
            <p:cNvSpPr/>
            <p:nvPr/>
          </p:nvSpPr>
          <p:spPr>
            <a:xfrm>
              <a:off x="3657600" y="1554480"/>
              <a:ext cx="1554480" cy="731520"/>
            </a:xfrm>
            <a:prstGeom prst="roundRect">
              <a:avLst>
                <a:gd name="adj" fmla="val 10000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Part A</a:t>
              </a:r>
            </a:p>
          </p:txBody>
        </p:sp>
        <p:sp>
          <p:nvSpPr>
            <p:cNvPr id="7" name="part"/>
            <p:cNvSpPr/>
            <p:nvPr/>
          </p:nvSpPr>
          <p:spPr>
            <a:xfrm>
              <a:off x="5577840" y="4114800"/>
              <a:ext cx="1554480" cy="731520"/>
            </a:xfrm>
            <a:prstGeom prst="roundRect">
              <a:avLst>
                <a:gd name="adj" fmla="val 10000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Part B</a:t>
              </a:r>
            </a:p>
          </p:txBody>
        </p:sp>
        <p:sp>
          <p:nvSpPr>
            <p:cNvPr id="8" name="part"/>
            <p:cNvSpPr/>
            <p:nvPr/>
          </p:nvSpPr>
          <p:spPr>
            <a:xfrm>
              <a:off x="1737360" y="4114800"/>
              <a:ext cx="1554480" cy="731520"/>
            </a:xfrm>
            <a:prstGeom prst="roundRect">
              <a:avLst>
                <a:gd name="adj" fmla="val 10000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Part C</a:t>
              </a:r>
            </a:p>
          </p:txBody>
        </p:sp>
        <p:cxnSp>
          <p:nvCxnSpPr>
            <p:cNvPr id="9" name="loop arrow"/>
            <p:cNvCxnSpPr/>
            <p:nvPr/>
          </p:nvCxnSpPr>
          <p:spPr>
            <a:xfrm>
              <a:off x="5029200" y="2286000"/>
              <a:ext cx="1143000" cy="1755648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cxnSp>
          <p:nvCxnSpPr>
            <p:cNvPr id="10" name="loop arrow"/>
            <p:cNvCxnSpPr/>
            <p:nvPr/>
          </p:nvCxnSpPr>
          <p:spPr>
            <a:xfrm flipH="1">
              <a:off x="3337560" y="4480560"/>
              <a:ext cx="2194560" cy="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cxnSp>
          <p:nvCxnSpPr>
            <p:cNvPr id="11" name="loop arrow"/>
            <p:cNvCxnSpPr/>
            <p:nvPr/>
          </p:nvCxnSpPr>
          <p:spPr>
            <a:xfrm flipV="1">
              <a:off x="2514600" y="2286000"/>
              <a:ext cx="1143000" cy="1755648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2" name="callout label"/>
            <p:cNvSpPr/>
            <p:nvPr/>
          </p:nvSpPr>
          <p:spPr>
            <a:xfrm>
              <a:off x="8229600" y="2377440"/>
              <a:ext cx="3108960" cy="731520"/>
            </a:xfrm>
            <a:prstGeom prst="roundRect">
              <a:avLst>
                <a:gd name="adj" fmla="val 10000"/>
              </a:avLst>
            </a:prstGeom>
            <a:solidFill>
              <a:srgbClr val="343A43"/>
            </a:solidFill>
            <a:ln w="1905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0" lang="en-GB">
                  <a:solidFill>
                    <a:srgbClr val="F2F2F2"/>
                  </a:solidFill>
                  <a:latin typeface="Arial"/>
                </a:rPr>
                <a:t>Replace this note</a:t>
              </a:r>
            </a:p>
          </p:txBody>
        </p:sp>
        <p:cxnSp>
          <p:nvCxnSpPr>
            <p:cNvPr id="13" name="leader"/>
            <p:cNvCxnSpPr/>
            <p:nvPr/>
          </p:nvCxnSpPr>
          <p:spPr>
            <a:xfrm flipH="1">
              <a:off x="7178040" y="3108960"/>
              <a:ext cx="2606040" cy="1051560"/>
            </a:xfrm>
            <a:prstGeom prst="line">
              <a:avLst/>
            </a:prstGeom>
            <a:ln w="25400">
              <a:solidFill>
                <a:srgbClr val="F28C28"/>
              </a:solidFill>
              <a:tailEnd type="triangle" w="med" len="med"/>
            </a:ln>
          </p:spPr>
        </p:cxn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Provisional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pSp>
        <p:nvGrpSpPr>
          <p:cNvPr id="5" name="Diagram: test value on a gauge" descr="A tile showing a placeholder number, and a horizontal gauge with a marker partway along"/>
          <p:cNvGrpSpPr/>
          <p:nvPr/>
        </p:nvGrpSpPr>
        <p:grpSpPr>
          <a:xfrm>
            <a:off x="822960" y="1645920"/>
            <a:ext cx="10515600" cy="3191256"/>
            <a:chOff x="822960" y="1645920"/>
            <a:chExt cx="10515600" cy="3191256"/>
          </a:xfrm>
        </p:grpSpPr>
        <p:grpSp>
          <p:nvGrpSpPr>
            <p:cNvPr id="6" name="Tile" descr="Key fact: 00, Example value"/>
            <p:cNvGrpSpPr/>
            <p:nvPr/>
          </p:nvGrpSpPr>
          <p:grpSpPr>
            <a:xfrm>
              <a:off x="822960" y="1645920"/>
              <a:ext cx="2926080" cy="2651760"/>
              <a:chOff x="822960" y="1645920"/>
              <a:chExt cx="2926080" cy="2651760"/>
            </a:xfrm>
          </p:grpSpPr>
          <p:sp>
            <p:nvSpPr>
              <p:cNvPr id="7" name="tile panel"/>
              <p:cNvSpPr/>
              <p:nvPr/>
            </p:nvSpPr>
            <p:spPr>
              <a:xfrm>
                <a:off x="822960" y="1645920"/>
                <a:ext cx="2926080" cy="2651760"/>
              </a:xfrm>
              <a:prstGeom prst="roundRect">
                <a:avLst>
                  <a:gd name="adj" fmla="val 2758"/>
                </a:avLst>
              </a:prstGeom>
              <a:solidFill>
                <a:srgbClr val="2B2F3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ile rule"/>
              <p:cNvSpPr/>
              <p:nvPr/>
            </p:nvSpPr>
            <p:spPr>
              <a:xfrm>
                <a:off x="1051560" y="1645920"/>
                <a:ext cx="2468880" cy="73152"/>
              </a:xfrm>
              <a:prstGeom prst="rect">
                <a:avLst/>
              </a:prstGeom>
              <a:solidFill>
                <a:srgbClr val="4DA3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tile value"/>
              <p:cNvSpPr txBox="1"/>
              <p:nvPr/>
            </p:nvSpPr>
            <p:spPr>
              <a:xfrm>
                <a:off x="960120" y="1920240"/>
                <a:ext cx="2651760" cy="1325880"/>
              </a:xfrm>
              <a:prstGeom prst="rect">
                <a:avLst/>
              </a:prstGeom>
              <a:noFill/>
            </p:spPr>
            <p:txBody>
              <a:bodyPr wrap="square" anchor="ctr" lIns="18288" tIns="9144" rIns="18288" bIns="9144">
                <a:noAutofit/>
              </a:bodyPr>
              <a:lstStyle/>
              <a:p>
                <a:pPr algn="ctr"/>
                <a:r>
                  <a:rPr sz="4800" b="1" lang="en-GB">
                    <a:solidFill>
                      <a:srgbClr val="4DA3FF"/>
                    </a:solidFill>
                    <a:latin typeface="Arial"/>
                  </a:rPr>
                  <a:t>00</a:t>
                </a:r>
              </a:p>
            </p:txBody>
          </p:sp>
          <p:sp>
            <p:nvSpPr>
              <p:cNvPr id="10" name="tile label"/>
              <p:cNvSpPr txBox="1"/>
              <p:nvPr/>
            </p:nvSpPr>
            <p:spPr>
              <a:xfrm>
                <a:off x="1005840" y="3246120"/>
                <a:ext cx="2560320" cy="868680"/>
              </a:xfrm>
              <a:prstGeom prst="rect">
                <a:avLst/>
              </a:prstGeom>
              <a:noFill/>
            </p:spPr>
            <p:txBody>
              <a:bodyPr wrap="square" anchor="t" lIns="18288" tIns="9144" rIns="18288" bIns="9144">
                <a:noAutofit/>
              </a:bodyPr>
              <a:lstStyle/>
              <a:p>
                <a:pPr algn="ctr"/>
                <a:r>
                  <a:rPr sz="1800" b="0" lang="en-GB">
                    <a:solidFill>
                      <a:srgbClr val="F2F2F2"/>
                    </a:solidFill>
                    <a:latin typeface="Arial"/>
                  </a:rPr>
                  <a:t>Example value</a:t>
                </a:r>
              </a:p>
            </p:txBody>
          </p:sp>
        </p:grpSp>
        <p:sp>
          <p:nvSpPr>
            <p:cNvPr id="11" name="Inline chip: Provisional"/>
            <p:cNvSpPr/>
            <p:nvPr/>
          </p:nvSpPr>
          <p:spPr>
            <a:xfrm>
              <a:off x="1371600" y="4526280"/>
              <a:ext cx="1828800" cy="310896"/>
            </a:xfrm>
            <a:prstGeom prst="roundRect">
              <a:avLst>
                <a:gd name="adj" fmla="val 35294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2" name="gauge track"/>
            <p:cNvSpPr/>
            <p:nvPr/>
          </p:nvSpPr>
          <p:spPr>
            <a:xfrm>
              <a:off x="4572000" y="2743200"/>
              <a:ext cx="6766560" cy="457200"/>
            </a:xfrm>
            <a:prstGeom prst="roundRect">
              <a:avLst>
                <a:gd name="adj" fmla="val 20000"/>
              </a:avLst>
            </a:prstGeom>
            <a:solidFill>
              <a:srgbClr val="343A43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gauge fill"/>
            <p:cNvSpPr/>
            <p:nvPr/>
          </p:nvSpPr>
          <p:spPr>
            <a:xfrm>
              <a:off x="4572000" y="2743200"/>
              <a:ext cx="4023360" cy="457200"/>
            </a:xfrm>
            <a:prstGeom prst="roundRect">
              <a:avLst>
                <a:gd name="adj" fmla="val 2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gauge marker"/>
            <p:cNvSpPr/>
            <p:nvPr/>
          </p:nvSpPr>
          <p:spPr>
            <a:xfrm>
              <a:off x="8531352" y="2514600"/>
              <a:ext cx="9144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gauge low"/>
            <p:cNvSpPr txBox="1"/>
            <p:nvPr/>
          </p:nvSpPr>
          <p:spPr>
            <a:xfrm>
              <a:off x="4572000" y="3383280"/>
              <a:ext cx="137160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Low</a:t>
              </a:r>
            </a:p>
          </p:txBody>
        </p:sp>
        <p:sp>
          <p:nvSpPr>
            <p:cNvPr id="16" name="gauge high"/>
            <p:cNvSpPr txBox="1"/>
            <p:nvPr/>
          </p:nvSpPr>
          <p:spPr>
            <a:xfrm>
              <a:off x="9966960" y="3383280"/>
              <a:ext cx="137160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High</a:t>
              </a:r>
            </a:p>
          </p:txBody>
        </p:sp>
        <p:sp>
          <p:nvSpPr>
            <p:cNvPr id="17" name="gauge marker label"/>
            <p:cNvSpPr txBox="1"/>
            <p:nvPr/>
          </p:nvSpPr>
          <p:spPr>
            <a:xfrm>
              <a:off x="7498079" y="2057400"/>
              <a:ext cx="228600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1" lang="en-GB">
                  <a:solidFill>
                    <a:srgbClr val="F2F2F2"/>
                  </a:solidFill>
                  <a:latin typeface="Arial"/>
                </a:rPr>
                <a:t>Test value</a:t>
              </a:r>
            </a:p>
          </p:txBody>
        </p: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Undecid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  <a:prstDash val="solid"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5" name="Diagram: open question with two options" descr="A question mark in a circle beside a question box and two dashed option boxes, none chosen"/>
          <p:cNvGrpSpPr/>
          <p:nvPr/>
        </p:nvGrpSpPr>
        <p:grpSpPr>
          <a:xfrm>
            <a:off x="1097280" y="2240280"/>
            <a:ext cx="10149840" cy="2286000"/>
            <a:chOff x="1097280" y="2240280"/>
            <a:chExt cx="10149840" cy="2286000"/>
          </a:xfrm>
        </p:grpSpPr>
        <p:sp>
          <p:nvSpPr>
            <p:cNvPr id="6" name="question circle"/>
            <p:cNvSpPr/>
            <p:nvPr/>
          </p:nvSpPr>
          <p:spPr>
            <a:xfrm>
              <a:off x="1097280" y="2834640"/>
              <a:ext cx="1463040" cy="1463040"/>
            </a:xfrm>
            <a:prstGeom prst="ellipse">
              <a:avLst/>
            </a:prstGeom>
            <a:noFill/>
            <a:ln w="3175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4800" b="1" lang="en-GB">
                  <a:solidFill>
                    <a:srgbClr val="A9B0B8"/>
                  </a:solidFill>
                  <a:latin typeface="Arial"/>
                </a:rPr>
                <a:t>?</a:t>
              </a:r>
            </a:p>
          </p:txBody>
        </p:sp>
        <p:sp>
          <p:nvSpPr>
            <p:cNvPr id="7" name="question"/>
            <p:cNvSpPr/>
            <p:nvPr/>
          </p:nvSpPr>
          <p:spPr>
            <a:xfrm>
              <a:off x="3108960" y="2240280"/>
              <a:ext cx="8138160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 w="25400">
              <a:solidFill>
                <a:srgbClr val="A9B0B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lang="en-GB">
                  <a:solidFill>
                    <a:srgbClr val="F2F2F2"/>
                  </a:solidFill>
                  <a:latin typeface="Arial"/>
                </a:rPr>
                <a:t>Example question?</a:t>
              </a:r>
            </a:p>
          </p:txBody>
        </p:sp>
        <p:sp>
          <p:nvSpPr>
            <p:cNvPr id="8" name="option"/>
            <p:cNvSpPr/>
            <p:nvPr/>
          </p:nvSpPr>
          <p:spPr>
            <a:xfrm>
              <a:off x="3108960" y="3611880"/>
              <a:ext cx="3840480" cy="914400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A9B0B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0" lang="en-GB">
                  <a:solidFill>
                    <a:srgbClr val="F2F2F2"/>
                  </a:solidFill>
                  <a:latin typeface="Arial"/>
                </a:rPr>
                <a:t>Option A</a:t>
              </a:r>
            </a:p>
          </p:txBody>
        </p:sp>
        <p:sp>
          <p:nvSpPr>
            <p:cNvPr id="9" name="option"/>
            <p:cNvSpPr/>
            <p:nvPr/>
          </p:nvSpPr>
          <p:spPr>
            <a:xfrm>
              <a:off x="7406640" y="3611880"/>
              <a:ext cx="3840480" cy="914400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A9B0B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0" lang="en-GB">
                  <a:solidFill>
                    <a:srgbClr val="F2F2F2"/>
                  </a:solidFill>
                  <a:latin typeface="Arial"/>
                </a:rPr>
                <a:t>Option B</a:t>
              </a:r>
            </a:p>
          </p:txBody>
        </p: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Backgroun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A515B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5" name="Diagram: plain wagon on a rail" descr="A plain grey box wagon on a length of rail, with a label pointing at it"/>
          <p:cNvGrpSpPr/>
          <p:nvPr/>
        </p:nvGrpSpPr>
        <p:grpSpPr>
          <a:xfrm>
            <a:off x="822960" y="1737360"/>
            <a:ext cx="9875520" cy="2935224"/>
            <a:chOff x="822960" y="1737360"/>
            <a:chExt cx="9875520" cy="2935224"/>
          </a:xfrm>
        </p:grpSpPr>
        <p:sp>
          <p:nvSpPr>
            <p:cNvPr id="6" name="rail"/>
            <p:cNvSpPr/>
            <p:nvPr/>
          </p:nvSpPr>
          <p:spPr>
            <a:xfrm>
              <a:off x="822960" y="4526280"/>
              <a:ext cx="7223760" cy="64008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82296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118872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155448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192024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228600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265176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301752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338328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374904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411480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448056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484632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521208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557784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leeper"/>
            <p:cNvSpPr/>
            <p:nvPr/>
          </p:nvSpPr>
          <p:spPr>
            <a:xfrm>
              <a:off x="594360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leeper"/>
            <p:cNvSpPr/>
            <p:nvPr/>
          </p:nvSpPr>
          <p:spPr>
            <a:xfrm>
              <a:off x="630936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leeper"/>
            <p:cNvSpPr/>
            <p:nvPr/>
          </p:nvSpPr>
          <p:spPr>
            <a:xfrm>
              <a:off x="667512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leeper"/>
            <p:cNvSpPr/>
            <p:nvPr/>
          </p:nvSpPr>
          <p:spPr>
            <a:xfrm>
              <a:off x="704088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leeper"/>
            <p:cNvSpPr/>
            <p:nvPr/>
          </p:nvSpPr>
          <p:spPr>
            <a:xfrm>
              <a:off x="740664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leeper"/>
            <p:cNvSpPr/>
            <p:nvPr/>
          </p:nvSpPr>
          <p:spPr>
            <a:xfrm>
              <a:off x="7772400" y="4590288"/>
              <a:ext cx="128016" cy="8229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wagon frame"/>
            <p:cNvSpPr/>
            <p:nvPr/>
          </p:nvSpPr>
          <p:spPr>
            <a:xfrm>
              <a:off x="1097280" y="4014216"/>
              <a:ext cx="1609344" cy="146303"/>
            </a:xfrm>
            <a:prstGeom prst="rect">
              <a:avLst/>
            </a:prstGeom>
            <a:solidFill>
              <a:srgbClr val="3A3F47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wagon body"/>
            <p:cNvSpPr/>
            <p:nvPr/>
          </p:nvSpPr>
          <p:spPr>
            <a:xfrm>
              <a:off x="1097280" y="3246120"/>
              <a:ext cx="1609344" cy="768096"/>
            </a:xfrm>
            <a:prstGeom prst="roundRect">
              <a:avLst>
                <a:gd name="adj" fmla="val 2380"/>
              </a:avLst>
            </a:prstGeom>
            <a:solidFill>
              <a:srgbClr val="6C748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wagon roof"/>
            <p:cNvSpPr/>
            <p:nvPr/>
          </p:nvSpPr>
          <p:spPr>
            <a:xfrm>
              <a:off x="1060704" y="3154680"/>
              <a:ext cx="1682496" cy="91440"/>
            </a:xfrm>
            <a:prstGeom prst="rect">
              <a:avLst/>
            </a:prstGeom>
            <a:solidFill>
              <a:srgbClr val="4B515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wheel"/>
            <p:cNvSpPr/>
            <p:nvPr/>
          </p:nvSpPr>
          <p:spPr>
            <a:xfrm>
              <a:off x="1207008" y="4087368"/>
              <a:ext cx="438912" cy="438912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ub"/>
            <p:cNvSpPr/>
            <p:nvPr/>
          </p:nvSpPr>
          <p:spPr>
            <a:xfrm>
              <a:off x="1369405" y="4249765"/>
              <a:ext cx="114117" cy="11411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wheel"/>
            <p:cNvSpPr/>
            <p:nvPr/>
          </p:nvSpPr>
          <p:spPr>
            <a:xfrm>
              <a:off x="2157984" y="4087368"/>
              <a:ext cx="438912" cy="438912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ub"/>
            <p:cNvSpPr/>
            <p:nvPr/>
          </p:nvSpPr>
          <p:spPr>
            <a:xfrm>
              <a:off x="2320381" y="4249765"/>
              <a:ext cx="114117" cy="11411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wagon frame"/>
            <p:cNvSpPr/>
            <p:nvPr/>
          </p:nvSpPr>
          <p:spPr>
            <a:xfrm>
              <a:off x="3017520" y="4014216"/>
              <a:ext cx="1609344" cy="146303"/>
            </a:xfrm>
            <a:prstGeom prst="rect">
              <a:avLst/>
            </a:prstGeom>
            <a:solidFill>
              <a:srgbClr val="3A3F47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wagon body"/>
            <p:cNvSpPr/>
            <p:nvPr/>
          </p:nvSpPr>
          <p:spPr>
            <a:xfrm>
              <a:off x="3017520" y="3246120"/>
              <a:ext cx="1609344" cy="768096"/>
            </a:xfrm>
            <a:prstGeom prst="roundRect">
              <a:avLst>
                <a:gd name="adj" fmla="val 2380"/>
              </a:avLst>
            </a:prstGeom>
            <a:solidFill>
              <a:srgbClr val="6C748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wagon roof"/>
            <p:cNvSpPr/>
            <p:nvPr/>
          </p:nvSpPr>
          <p:spPr>
            <a:xfrm>
              <a:off x="2980944" y="3154680"/>
              <a:ext cx="1682496" cy="91440"/>
            </a:xfrm>
            <a:prstGeom prst="rect">
              <a:avLst/>
            </a:prstGeom>
            <a:solidFill>
              <a:srgbClr val="4B515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wheel"/>
            <p:cNvSpPr/>
            <p:nvPr/>
          </p:nvSpPr>
          <p:spPr>
            <a:xfrm>
              <a:off x="3127248" y="4087368"/>
              <a:ext cx="438912" cy="438912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ub"/>
            <p:cNvSpPr/>
            <p:nvPr/>
          </p:nvSpPr>
          <p:spPr>
            <a:xfrm>
              <a:off x="3289645" y="4249765"/>
              <a:ext cx="114117" cy="11411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wheel"/>
            <p:cNvSpPr/>
            <p:nvPr/>
          </p:nvSpPr>
          <p:spPr>
            <a:xfrm>
              <a:off x="4078224" y="4087368"/>
              <a:ext cx="438912" cy="438912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ub"/>
            <p:cNvSpPr/>
            <p:nvPr/>
          </p:nvSpPr>
          <p:spPr>
            <a:xfrm>
              <a:off x="4240621" y="4249765"/>
              <a:ext cx="114117" cy="11411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wagon frame"/>
            <p:cNvSpPr/>
            <p:nvPr/>
          </p:nvSpPr>
          <p:spPr>
            <a:xfrm>
              <a:off x="4937760" y="4014216"/>
              <a:ext cx="1609344" cy="146303"/>
            </a:xfrm>
            <a:prstGeom prst="rect">
              <a:avLst/>
            </a:prstGeom>
            <a:solidFill>
              <a:srgbClr val="3A3F47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wagon body"/>
            <p:cNvSpPr/>
            <p:nvPr/>
          </p:nvSpPr>
          <p:spPr>
            <a:xfrm>
              <a:off x="4937760" y="3246120"/>
              <a:ext cx="1609344" cy="768096"/>
            </a:xfrm>
            <a:prstGeom prst="roundRect">
              <a:avLst>
                <a:gd name="adj" fmla="val 2380"/>
              </a:avLst>
            </a:prstGeom>
            <a:solidFill>
              <a:srgbClr val="6C748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wagon roof"/>
            <p:cNvSpPr/>
            <p:nvPr/>
          </p:nvSpPr>
          <p:spPr>
            <a:xfrm>
              <a:off x="4901184" y="3154680"/>
              <a:ext cx="1682496" cy="91440"/>
            </a:xfrm>
            <a:prstGeom prst="rect">
              <a:avLst/>
            </a:prstGeom>
            <a:solidFill>
              <a:srgbClr val="4B515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wheel"/>
            <p:cNvSpPr/>
            <p:nvPr/>
          </p:nvSpPr>
          <p:spPr>
            <a:xfrm>
              <a:off x="5047488" y="4087368"/>
              <a:ext cx="438912" cy="438912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ub"/>
            <p:cNvSpPr/>
            <p:nvPr/>
          </p:nvSpPr>
          <p:spPr>
            <a:xfrm>
              <a:off x="5209885" y="4249765"/>
              <a:ext cx="114117" cy="11411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wheel"/>
            <p:cNvSpPr/>
            <p:nvPr/>
          </p:nvSpPr>
          <p:spPr>
            <a:xfrm>
              <a:off x="5998464" y="4087368"/>
              <a:ext cx="438912" cy="438912"/>
            </a:xfrm>
            <a:prstGeom prst="ellipse">
              <a:avLst/>
            </a:prstGeom>
            <a:solidFill>
              <a:srgbClr val="1B1D21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ub"/>
            <p:cNvSpPr/>
            <p:nvPr/>
          </p:nvSpPr>
          <p:spPr>
            <a:xfrm>
              <a:off x="6160861" y="4249765"/>
              <a:ext cx="114117" cy="11411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callout label"/>
            <p:cNvSpPr/>
            <p:nvPr/>
          </p:nvSpPr>
          <p:spPr>
            <a:xfrm>
              <a:off x="7223760" y="1737360"/>
              <a:ext cx="3474720" cy="731520"/>
            </a:xfrm>
            <a:prstGeom prst="roundRect">
              <a:avLst>
                <a:gd name="adj" fmla="val 10000"/>
              </a:avLst>
            </a:prstGeom>
            <a:solidFill>
              <a:srgbClr val="343A43"/>
            </a:solidFill>
            <a:ln w="1905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0" lang="en-GB">
                  <a:solidFill>
                    <a:srgbClr val="F2F2F2"/>
                  </a:solidFill>
                  <a:latin typeface="Arial"/>
                </a:rPr>
                <a:t>Example label</a:t>
              </a:r>
            </a:p>
          </p:txBody>
        </p:sp>
        <p:cxnSp>
          <p:nvCxnSpPr>
            <p:cNvPr id="49" name="leader"/>
            <p:cNvCxnSpPr/>
            <p:nvPr/>
          </p:nvCxnSpPr>
          <p:spPr>
            <a:xfrm flipH="1">
              <a:off x="5852160" y="2468880"/>
              <a:ext cx="3108960" cy="640080"/>
            </a:xfrm>
            <a:prstGeom prst="line">
              <a:avLst/>
            </a:prstGeom>
            <a:ln w="25400">
              <a:solidFill>
                <a:srgbClr val="F28C28"/>
              </a:solidFill>
              <a:tailEnd type="triangle" w="med" len="med"/>
            </a:ln>
          </p:spPr>
        </p:cxn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50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Chips and pills</a:t>
            </a:r>
          </a:p>
        </p:txBody>
      </p:sp>
      <p:grpSp>
        <p:nvGrpSpPr>
          <p:cNvPr id="5" name="Reference: status chips and workflow pills" descr="Left: five filled design status chips. Right: four outlined report workflow pills with marker shapes"/>
          <p:cNvGrpSpPr/>
          <p:nvPr/>
        </p:nvGrpSpPr>
        <p:grpSpPr>
          <a:xfrm>
            <a:off x="822960" y="1371600"/>
            <a:ext cx="10789920" cy="3794760"/>
            <a:chOff x="822960" y="1371600"/>
            <a:chExt cx="10789920" cy="3794760"/>
          </a:xfrm>
        </p:grpSpPr>
        <p:sp>
          <p:nvSpPr>
            <p:cNvPr id="6" name="heading"/>
            <p:cNvSpPr txBox="1"/>
            <p:nvPr/>
          </p:nvSpPr>
          <p:spPr>
            <a:xfrm>
              <a:off x="822960" y="1371600"/>
              <a:ext cx="4846320" cy="4114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Design status chips</a:t>
              </a:r>
            </a:p>
          </p:txBody>
        </p:sp>
        <p:sp>
          <p:nvSpPr>
            <p:cNvPr id="7" name="Chip: Agreed"/>
            <p:cNvSpPr/>
            <p:nvPr/>
          </p:nvSpPr>
          <p:spPr>
            <a:xfrm>
              <a:off x="822960" y="1920240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8" name="Chip: Proposed"/>
            <p:cNvSpPr/>
            <p:nvPr/>
          </p:nvSpPr>
          <p:spPr>
            <a:xfrm>
              <a:off x="822960" y="2487168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9" name="Chip: Provisional"/>
            <p:cNvSpPr/>
            <p:nvPr/>
          </p:nvSpPr>
          <p:spPr>
            <a:xfrm>
              <a:off x="822960" y="3054096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0" name="Chip: Undecided"/>
            <p:cNvSpPr/>
            <p:nvPr/>
          </p:nvSpPr>
          <p:spPr>
            <a:xfrm>
              <a:off x="822960" y="3621024"/>
              <a:ext cx="1554480" cy="365760"/>
            </a:xfrm>
            <a:prstGeom prst="roundRect">
              <a:avLst>
                <a:gd name="adj" fmla="val 3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1" name="Chip: Background"/>
            <p:cNvSpPr/>
            <p:nvPr/>
          </p:nvSpPr>
          <p:spPr>
            <a:xfrm>
              <a:off x="822960" y="4187952"/>
              <a:ext cx="1554480" cy="365760"/>
            </a:xfrm>
            <a:prstGeom prst="roundRect">
              <a:avLst>
                <a:gd name="adj" fmla="val 30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F2F2F2"/>
                  </a:solidFill>
                  <a:latin typeface="Arial"/>
                </a:rPr>
                <a:t>BACKGROUND</a:t>
              </a:r>
            </a:p>
          </p:txBody>
        </p:sp>
        <p:sp>
          <p:nvSpPr>
            <p:cNvPr id="12" name="example statement"/>
            <p:cNvSpPr txBox="1"/>
            <p:nvPr/>
          </p:nvSpPr>
          <p:spPr>
            <a:xfrm>
              <a:off x="822960" y="4800600"/>
              <a:ext cx="237744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0" lang="en-GB">
                  <a:solidFill>
                    <a:srgbClr val="F2F2F2"/>
                  </a:solidFill>
                  <a:latin typeface="Arial"/>
                </a:rPr>
                <a:t>Example statement</a:t>
              </a:r>
            </a:p>
          </p:txBody>
        </p:sp>
        <p:sp>
          <p:nvSpPr>
            <p:cNvPr id="13" name="Inline chip: Proposed"/>
            <p:cNvSpPr/>
            <p:nvPr/>
          </p:nvSpPr>
          <p:spPr>
            <a:xfrm>
              <a:off x="3063240" y="4828032"/>
              <a:ext cx="1280160" cy="310896"/>
            </a:xfrm>
            <a:prstGeom prst="roundRect">
              <a:avLst>
                <a:gd name="adj" fmla="val 35294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square" lIns="54864" tIns="0" rIns="54864" bIns="0">
              <a:noAutofit/>
            </a:bodyPr>
            <a:lstStyle/>
            <a:p>
              <a:pPr algn="ctr"/>
              <a:r>
                <a:rPr sz="1400" b="1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14" name="heading"/>
            <p:cNvSpPr txBox="1"/>
            <p:nvPr/>
          </p:nvSpPr>
          <p:spPr>
            <a:xfrm>
              <a:off x="6400800" y="1371600"/>
              <a:ext cx="5212080" cy="4114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lang="en-GB">
                  <a:solidFill>
                    <a:srgbClr val="F2F2F2"/>
                  </a:solidFill>
                  <a:latin typeface="Arial"/>
                </a:rPr>
                <a:t>Report workflow pills</a:t>
              </a:r>
            </a:p>
          </p:txBody>
        </p:sp>
        <p:grpSp>
          <p:nvGrpSpPr>
            <p:cNvPr id="15" name="Workflow pill: Complete" descr="Report workflow state: Complete. Not a design status."/>
            <p:cNvGrpSpPr/>
            <p:nvPr/>
          </p:nvGrpSpPr>
          <p:grpSpPr>
            <a:xfrm>
              <a:off x="6400800" y="1920240"/>
              <a:ext cx="2103120" cy="365760"/>
              <a:chOff x="6400800" y="1920240"/>
              <a:chExt cx="2103120" cy="365760"/>
            </a:xfrm>
          </p:grpSpPr>
          <p:sp>
            <p:nvSpPr>
              <p:cNvPr id="16" name="pill outline"/>
              <p:cNvSpPr/>
              <p:nvPr/>
            </p:nvSpPr>
            <p:spPr>
              <a:xfrm>
                <a:off x="6400800" y="1920240"/>
                <a:ext cx="2103120" cy="365760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3FB950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marker"/>
              <p:cNvSpPr/>
              <p:nvPr/>
            </p:nvSpPr>
            <p:spPr>
              <a:xfrm>
                <a:off x="6492240" y="2011680"/>
                <a:ext cx="182880" cy="182880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marker tick"/>
              <p:cNvSpPr/>
              <p:nvPr/>
            </p:nvSpPr>
            <p:spPr>
              <a:xfrm>
                <a:off x="6537960" y="2066544"/>
                <a:ext cx="95097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95097" h="73152">
                    <a:moveTo>
                      <a:pt x="0" y="36576"/>
                    </a:moveTo>
                    <a:lnTo>
                      <a:pt x="36576" y="73152"/>
                    </a:lnTo>
                    <a:lnTo>
                      <a:pt x="95097" y="0"/>
                    </a:lnTo>
                  </a:path>
                </a:pathLst>
              </a:custGeom>
              <a:noFill/>
              <a:ln w="222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pill text"/>
              <p:cNvSpPr txBox="1"/>
              <p:nvPr/>
            </p:nvSpPr>
            <p:spPr>
              <a:xfrm>
                <a:off x="6766560" y="1920240"/>
                <a:ext cx="1627631" cy="365760"/>
              </a:xfrm>
              <a:prstGeom prst="rect">
                <a:avLst/>
              </a:prstGeom>
              <a:noFill/>
            </p:spPr>
            <p:txBody>
              <a:bodyPr wrap="square" anchor="ctr" lIns="18288" tIns="9144" rIns="18288" bIns="9144">
                <a:noAutofit/>
              </a:bodyPr>
              <a:lstStyle/>
              <a:p>
                <a:pPr algn="l"/>
                <a:r>
                  <a:rPr sz="1400" b="0" lang="en-GB">
                    <a:solidFill>
                      <a:srgbClr val="F2F2F2"/>
                    </a:solidFill>
                    <a:latin typeface="Arial"/>
                  </a:rPr>
                  <a:t>Complete</a:t>
                </a:r>
              </a:p>
            </p:txBody>
          </p:sp>
        </p:grpSp>
        <p:grpSp>
          <p:nvGrpSpPr>
            <p:cNvPr id="20" name="Workflow pill: In progress" descr="Report workflow state: In progress. Not a design status."/>
            <p:cNvGrpSpPr/>
            <p:nvPr/>
          </p:nvGrpSpPr>
          <p:grpSpPr>
            <a:xfrm>
              <a:off x="6400800" y="2487168"/>
              <a:ext cx="2103120" cy="365760"/>
              <a:chOff x="6400800" y="2487168"/>
              <a:chExt cx="2103120" cy="365760"/>
            </a:xfrm>
          </p:grpSpPr>
          <p:sp>
            <p:nvSpPr>
              <p:cNvPr id="21" name="pill outline"/>
              <p:cNvSpPr/>
              <p:nvPr/>
            </p:nvSpPr>
            <p:spPr>
              <a:xfrm>
                <a:off x="6400800" y="2487168"/>
                <a:ext cx="2103120" cy="365760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F2C14E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marker"/>
              <p:cNvSpPr/>
              <p:nvPr/>
            </p:nvSpPr>
            <p:spPr>
              <a:xfrm>
                <a:off x="6492240" y="2578608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rgbClr val="F2C14E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marker dot"/>
              <p:cNvSpPr/>
              <p:nvPr/>
            </p:nvSpPr>
            <p:spPr>
              <a:xfrm>
                <a:off x="6523329" y="2657246"/>
                <a:ext cx="25603" cy="25603"/>
              </a:xfrm>
              <a:prstGeom prst="ellipse">
                <a:avLst/>
              </a:prstGeom>
              <a:solidFill>
                <a:srgbClr val="F2C14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marker dot"/>
              <p:cNvSpPr/>
              <p:nvPr/>
            </p:nvSpPr>
            <p:spPr>
              <a:xfrm>
                <a:off x="6570878" y="2657246"/>
                <a:ext cx="25603" cy="25603"/>
              </a:xfrm>
              <a:prstGeom prst="ellipse">
                <a:avLst/>
              </a:prstGeom>
              <a:solidFill>
                <a:srgbClr val="F2C14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marker dot"/>
              <p:cNvSpPr/>
              <p:nvPr/>
            </p:nvSpPr>
            <p:spPr>
              <a:xfrm>
                <a:off x="6618427" y="2657246"/>
                <a:ext cx="25603" cy="25603"/>
              </a:xfrm>
              <a:prstGeom prst="ellipse">
                <a:avLst/>
              </a:prstGeom>
              <a:solidFill>
                <a:srgbClr val="F2C14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pill text"/>
              <p:cNvSpPr txBox="1"/>
              <p:nvPr/>
            </p:nvSpPr>
            <p:spPr>
              <a:xfrm>
                <a:off x="6766560" y="2487168"/>
                <a:ext cx="1627631" cy="365760"/>
              </a:xfrm>
              <a:prstGeom prst="rect">
                <a:avLst/>
              </a:prstGeom>
              <a:noFill/>
            </p:spPr>
            <p:txBody>
              <a:bodyPr wrap="square" anchor="ctr" lIns="18288" tIns="9144" rIns="18288" bIns="9144">
                <a:noAutofit/>
              </a:bodyPr>
              <a:lstStyle/>
              <a:p>
                <a:pPr algn="l"/>
                <a:r>
                  <a:rPr sz="1400" b="0" lang="en-GB">
                    <a:solidFill>
                      <a:srgbClr val="F2F2F2"/>
                    </a:solidFill>
                    <a:latin typeface="Arial"/>
                  </a:rPr>
                  <a:t>In progress</a:t>
                </a:r>
              </a:p>
            </p:txBody>
          </p:sp>
        </p:grpSp>
        <p:grpSp>
          <p:nvGrpSpPr>
            <p:cNvPr id="27" name="Workflow pill: Blocked" descr="Report workflow state: Blocked. Not a design status."/>
            <p:cNvGrpSpPr/>
            <p:nvPr/>
          </p:nvGrpSpPr>
          <p:grpSpPr>
            <a:xfrm>
              <a:off x="6400800" y="3054096"/>
              <a:ext cx="2103120" cy="365760"/>
              <a:chOff x="6400800" y="3054096"/>
              <a:chExt cx="2103120" cy="365760"/>
            </a:xfrm>
          </p:grpSpPr>
          <p:sp>
            <p:nvSpPr>
              <p:cNvPr id="28" name="pill outline"/>
              <p:cNvSpPr/>
              <p:nvPr/>
            </p:nvSpPr>
            <p:spPr>
              <a:xfrm>
                <a:off x="6400800" y="3054096"/>
                <a:ext cx="2103120" cy="365760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E5484D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marker"/>
              <p:cNvSpPr/>
              <p:nvPr/>
            </p:nvSpPr>
            <p:spPr>
              <a:xfrm>
                <a:off x="6492240" y="3145536"/>
                <a:ext cx="182880" cy="182880"/>
              </a:xfrm>
              <a:prstGeom prst="ellipse">
                <a:avLst/>
              </a:pr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marker bar"/>
              <p:cNvSpPr/>
              <p:nvPr/>
            </p:nvSpPr>
            <p:spPr>
              <a:xfrm>
                <a:off x="6528816" y="3222345"/>
                <a:ext cx="109728" cy="29260"/>
              </a:xfrm>
              <a:prstGeom prst="rect">
                <a:avLst/>
              </a:prstGeom>
              <a:solidFill>
                <a:srgbClr val="10141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pill text"/>
              <p:cNvSpPr txBox="1"/>
              <p:nvPr/>
            </p:nvSpPr>
            <p:spPr>
              <a:xfrm>
                <a:off x="6766560" y="3054096"/>
                <a:ext cx="1627631" cy="365760"/>
              </a:xfrm>
              <a:prstGeom prst="rect">
                <a:avLst/>
              </a:prstGeom>
              <a:noFill/>
            </p:spPr>
            <p:txBody>
              <a:bodyPr wrap="square" anchor="ctr" lIns="18288" tIns="9144" rIns="18288" bIns="9144">
                <a:noAutofit/>
              </a:bodyPr>
              <a:lstStyle/>
              <a:p>
                <a:pPr algn="l"/>
                <a:r>
                  <a:rPr sz="1400" b="0" lang="en-GB">
                    <a:solidFill>
                      <a:srgbClr val="F2F2F2"/>
                    </a:solidFill>
                    <a:latin typeface="Arial"/>
                  </a:rPr>
                  <a:t>Blocked</a:t>
                </a:r>
              </a:p>
            </p:txBody>
          </p:sp>
        </p:grpSp>
        <p:grpSp>
          <p:nvGrpSpPr>
            <p:cNvPr id="32" name="Workflow pill: Planned" descr="Report workflow state: Planned. Not a design status."/>
            <p:cNvGrpSpPr/>
            <p:nvPr/>
          </p:nvGrpSpPr>
          <p:grpSpPr>
            <a:xfrm>
              <a:off x="6400800" y="3621024"/>
              <a:ext cx="2103120" cy="365760"/>
              <a:chOff x="6400800" y="3621024"/>
              <a:chExt cx="2103120" cy="365760"/>
            </a:xfrm>
          </p:grpSpPr>
          <p:sp>
            <p:nvSpPr>
              <p:cNvPr id="33" name="pill outline"/>
              <p:cNvSpPr/>
              <p:nvPr/>
            </p:nvSpPr>
            <p:spPr>
              <a:xfrm>
                <a:off x="6400800" y="3621024"/>
                <a:ext cx="2103120" cy="365760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9AA0A6"/>
                </a:solidFill>
                <a:prstDash val="dash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marker"/>
              <p:cNvSpPr/>
              <p:nvPr/>
            </p:nvSpPr>
            <p:spPr>
              <a:xfrm>
                <a:off x="6492240" y="3712464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rgbClr val="9AA0A6"/>
                </a:solidFill>
                <a:prstDash val="dash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pill text"/>
              <p:cNvSpPr txBox="1"/>
              <p:nvPr/>
            </p:nvSpPr>
            <p:spPr>
              <a:xfrm>
                <a:off x="6766560" y="3621024"/>
                <a:ext cx="1627631" cy="365760"/>
              </a:xfrm>
              <a:prstGeom prst="rect">
                <a:avLst/>
              </a:prstGeom>
              <a:noFill/>
            </p:spPr>
            <p:txBody>
              <a:bodyPr wrap="square" anchor="ctr" lIns="18288" tIns="9144" rIns="18288" bIns="9144">
                <a:noAutofit/>
              </a:bodyPr>
              <a:lstStyle/>
              <a:p>
                <a:pPr algn="l"/>
                <a:r>
                  <a:rPr sz="1400" b="0" lang="en-GB">
                    <a:solidFill>
                      <a:srgbClr val="F2F2F2"/>
                    </a:solidFill>
                    <a:latin typeface="Arial"/>
                  </a:rPr>
                  <a:t>Planned</a:t>
                </a:r>
              </a:p>
            </p:txBody>
          </p:sp>
        </p:grpSp>
        <p:sp>
          <p:nvSpPr>
            <p:cNvPr id="36" name="pill note"/>
            <p:cNvSpPr txBox="1"/>
            <p:nvPr/>
          </p:nvSpPr>
          <p:spPr>
            <a:xfrm>
              <a:off x="6400800" y="4343400"/>
              <a:ext cx="457200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Not design statuses</a:t>
              </a:r>
            </a:p>
          </p:txBody>
        </p: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37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Diagram parts</a:t>
            </a:r>
          </a:p>
        </p:txBody>
      </p:sp>
      <p:grpSp>
        <p:nvGrpSpPr>
          <p:cNvPr id="5" name="Part: arrow" descr="Two plain boxes joined by an orange arrow"/>
          <p:cNvGrpSpPr/>
          <p:nvPr/>
        </p:nvGrpSpPr>
        <p:grpSpPr>
          <a:xfrm>
            <a:off x="548640" y="1371600"/>
            <a:ext cx="3575304" cy="2011680"/>
            <a:chOff x="548640" y="1371600"/>
            <a:chExt cx="3575304" cy="2011680"/>
          </a:xfrm>
        </p:grpSpPr>
        <p:sp>
          <p:nvSpPr>
            <p:cNvPr id="6" name="cell panel"/>
            <p:cNvSpPr/>
            <p:nvPr/>
          </p:nvSpPr>
          <p:spPr>
            <a:xfrm>
              <a:off x="548640" y="1371600"/>
              <a:ext cx="3575304" cy="2011680"/>
            </a:xfrm>
            <a:prstGeom prst="roundRect">
              <a:avLst>
                <a:gd name="adj" fmla="val 363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node"/>
            <p:cNvSpPr/>
            <p:nvPr/>
          </p:nvSpPr>
          <p:spPr>
            <a:xfrm>
              <a:off x="914400" y="1828800"/>
              <a:ext cx="914400" cy="640080"/>
            </a:xfrm>
            <a:prstGeom prst="roundRect">
              <a:avLst>
                <a:gd name="adj" fmla="val 11428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node"/>
            <p:cNvSpPr/>
            <p:nvPr/>
          </p:nvSpPr>
          <p:spPr>
            <a:xfrm>
              <a:off x="2843784" y="1828800"/>
              <a:ext cx="914400" cy="640080"/>
            </a:xfrm>
            <a:prstGeom prst="roundRect">
              <a:avLst>
                <a:gd name="adj" fmla="val 11428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arrow"/>
            <p:cNvCxnSpPr/>
            <p:nvPr/>
          </p:nvCxnSpPr>
          <p:spPr>
            <a:xfrm>
              <a:off x="1920240" y="2148840"/>
              <a:ext cx="832104" cy="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0" name="cell label"/>
            <p:cNvSpPr txBox="1"/>
            <p:nvPr/>
          </p:nvSpPr>
          <p:spPr>
            <a:xfrm>
              <a:off x="731520" y="2926080"/>
              <a:ext cx="3209544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Arrow</a:t>
              </a:r>
            </a:p>
          </p:txBody>
        </p:sp>
      </p:grpSp>
      <p:grpSp>
        <p:nvGrpSpPr>
          <p:cNvPr id="11" name="Part: elbow arrow" descr="Two boxes joined by an orange elbow arrow"/>
          <p:cNvGrpSpPr/>
          <p:nvPr/>
        </p:nvGrpSpPr>
        <p:grpSpPr>
          <a:xfrm>
            <a:off x="4306824" y="1371600"/>
            <a:ext cx="3575304" cy="2011680"/>
            <a:chOff x="4306824" y="1371600"/>
            <a:chExt cx="3575304" cy="2011680"/>
          </a:xfrm>
        </p:grpSpPr>
        <p:sp>
          <p:nvSpPr>
            <p:cNvPr id="12" name="cell panel"/>
            <p:cNvSpPr/>
            <p:nvPr/>
          </p:nvSpPr>
          <p:spPr>
            <a:xfrm>
              <a:off x="4306824" y="1371600"/>
              <a:ext cx="3575304" cy="2011680"/>
            </a:xfrm>
            <a:prstGeom prst="roundRect">
              <a:avLst>
                <a:gd name="adj" fmla="val 363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node"/>
            <p:cNvSpPr/>
            <p:nvPr/>
          </p:nvSpPr>
          <p:spPr>
            <a:xfrm>
              <a:off x="4672584" y="1645920"/>
              <a:ext cx="91440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node"/>
            <p:cNvSpPr/>
            <p:nvPr/>
          </p:nvSpPr>
          <p:spPr>
            <a:xfrm>
              <a:off x="6601968" y="2286000"/>
              <a:ext cx="91440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elbow arrow"/>
            <p:cNvSpPr/>
            <p:nvPr/>
          </p:nvSpPr>
          <p:spPr>
            <a:xfrm>
              <a:off x="5129784" y="2240280"/>
              <a:ext cx="1380744" cy="320040"/>
            </a:xfrm>
            <a:custGeom>
              <a:avLst/>
              <a:gdLst/>
              <a:ahLst/>
              <a:cxnLst/>
              <a:rect l="l" t="t" r="r" b="b"/>
              <a:pathLst>
                <a:path w="1380744" h="320040">
                  <a:moveTo>
                    <a:pt x="0" y="0"/>
                  </a:moveTo>
                  <a:lnTo>
                    <a:pt x="0" y="320040"/>
                  </a:lnTo>
                  <a:lnTo>
                    <a:pt x="1380744" y="320040"/>
                  </a:lnTo>
                </a:path>
              </a:pathLst>
            </a:custGeom>
            <a:noFill/>
            <a:ln w="28575">
              <a:solidFill>
                <a:srgbClr val="F28C28"/>
              </a:solidFill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cell label"/>
            <p:cNvSpPr txBox="1"/>
            <p:nvPr/>
          </p:nvSpPr>
          <p:spPr>
            <a:xfrm>
              <a:off x="4489704" y="2926080"/>
              <a:ext cx="3209544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Elbow arrow</a:t>
              </a:r>
            </a:p>
          </p:txBody>
        </p:sp>
      </p:grpSp>
      <p:grpSp>
        <p:nvGrpSpPr>
          <p:cNvPr id="17" name="Part: curved arrow" descr="Two boxes joined by a curved orange arrow"/>
          <p:cNvGrpSpPr/>
          <p:nvPr/>
        </p:nvGrpSpPr>
        <p:grpSpPr>
          <a:xfrm>
            <a:off x="8065008" y="1371600"/>
            <a:ext cx="3575304" cy="2011680"/>
            <a:chOff x="8065008" y="1371600"/>
            <a:chExt cx="3575304" cy="2011680"/>
          </a:xfrm>
        </p:grpSpPr>
        <p:sp>
          <p:nvSpPr>
            <p:cNvPr id="18" name="cell panel"/>
            <p:cNvSpPr/>
            <p:nvPr/>
          </p:nvSpPr>
          <p:spPr>
            <a:xfrm>
              <a:off x="8065008" y="1371600"/>
              <a:ext cx="3575304" cy="2011680"/>
            </a:xfrm>
            <a:prstGeom prst="roundRect">
              <a:avLst>
                <a:gd name="adj" fmla="val 363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node"/>
            <p:cNvSpPr/>
            <p:nvPr/>
          </p:nvSpPr>
          <p:spPr>
            <a:xfrm>
              <a:off x="8430768" y="2194560"/>
              <a:ext cx="91440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node"/>
            <p:cNvSpPr/>
            <p:nvPr/>
          </p:nvSpPr>
          <p:spPr>
            <a:xfrm>
              <a:off x="10360152" y="2194560"/>
              <a:ext cx="91440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urved arrow"/>
            <p:cNvSpPr/>
            <p:nvPr/>
          </p:nvSpPr>
          <p:spPr>
            <a:xfrm>
              <a:off x="8979408" y="1760219"/>
              <a:ext cx="1746504" cy="388621"/>
            </a:xfrm>
            <a:custGeom>
              <a:avLst/>
              <a:gdLst/>
              <a:ahLst/>
              <a:cxnLst/>
              <a:rect l="l" t="t" r="r" b="b"/>
              <a:pathLst>
                <a:path w="1746504" h="388621">
                  <a:moveTo>
                    <a:pt x="0" y="388621"/>
                  </a:moveTo>
                  <a:lnTo>
                    <a:pt x="62375" y="335086"/>
                  </a:lnTo>
                  <a:lnTo>
                    <a:pt x="124750" y="285517"/>
                  </a:lnTo>
                  <a:lnTo>
                    <a:pt x="187125" y="239914"/>
                  </a:lnTo>
                  <a:lnTo>
                    <a:pt x="249500" y="198276"/>
                  </a:lnTo>
                  <a:lnTo>
                    <a:pt x="311875" y="160604"/>
                  </a:lnTo>
                  <a:lnTo>
                    <a:pt x="374250" y="126897"/>
                  </a:lnTo>
                  <a:lnTo>
                    <a:pt x="436626" y="97156"/>
                  </a:lnTo>
                  <a:lnTo>
                    <a:pt x="499001" y="71380"/>
                  </a:lnTo>
                  <a:lnTo>
                    <a:pt x="561376" y="49569"/>
                  </a:lnTo>
                  <a:lnTo>
                    <a:pt x="623751" y="31725"/>
                  </a:lnTo>
                  <a:lnTo>
                    <a:pt x="686126" y="17845"/>
                  </a:lnTo>
                  <a:lnTo>
                    <a:pt x="748501" y="7932"/>
                  </a:lnTo>
                  <a:lnTo>
                    <a:pt x="810876" y="1983"/>
                  </a:lnTo>
                  <a:lnTo>
                    <a:pt x="873252" y="0"/>
                  </a:lnTo>
                  <a:lnTo>
                    <a:pt x="935627" y="1983"/>
                  </a:lnTo>
                  <a:lnTo>
                    <a:pt x="998002" y="7932"/>
                  </a:lnTo>
                  <a:lnTo>
                    <a:pt x="1060377" y="17845"/>
                  </a:lnTo>
                  <a:lnTo>
                    <a:pt x="1122752" y="31725"/>
                  </a:lnTo>
                  <a:lnTo>
                    <a:pt x="1185127" y="49569"/>
                  </a:lnTo>
                  <a:lnTo>
                    <a:pt x="1247502" y="71380"/>
                  </a:lnTo>
                  <a:lnTo>
                    <a:pt x="1309878" y="97156"/>
                  </a:lnTo>
                  <a:lnTo>
                    <a:pt x="1372253" y="126897"/>
                  </a:lnTo>
                  <a:lnTo>
                    <a:pt x="1434628" y="160604"/>
                  </a:lnTo>
                  <a:lnTo>
                    <a:pt x="1497003" y="198276"/>
                  </a:lnTo>
                  <a:lnTo>
                    <a:pt x="1559378" y="239914"/>
                  </a:lnTo>
                  <a:lnTo>
                    <a:pt x="1621753" y="285517"/>
                  </a:lnTo>
                  <a:lnTo>
                    <a:pt x="1684128" y="335086"/>
                  </a:lnTo>
                  <a:lnTo>
                    <a:pt x="1746504" y="388621"/>
                  </a:lnTo>
                </a:path>
              </a:pathLst>
            </a:custGeom>
            <a:noFill/>
            <a:ln w="28575">
              <a:solidFill>
                <a:srgbClr val="F28C28"/>
              </a:solidFill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cell label"/>
            <p:cNvSpPr txBox="1"/>
            <p:nvPr/>
          </p:nvSpPr>
          <p:spPr>
            <a:xfrm>
              <a:off x="8247888" y="2926080"/>
              <a:ext cx="3209544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Curved arrow</a:t>
              </a:r>
            </a:p>
          </p:txBody>
        </p:sp>
      </p:grpSp>
      <p:grpSp>
        <p:nvGrpSpPr>
          <p:cNvPr id="23" name="Part: dashed outline" descr="A box with a dashed outline"/>
          <p:cNvGrpSpPr/>
          <p:nvPr/>
        </p:nvGrpSpPr>
        <p:grpSpPr>
          <a:xfrm>
            <a:off x="548640" y="3566160"/>
            <a:ext cx="3575304" cy="2011680"/>
            <a:chOff x="548640" y="3566160"/>
            <a:chExt cx="3575304" cy="2011680"/>
          </a:xfrm>
        </p:grpSpPr>
        <p:sp>
          <p:nvSpPr>
            <p:cNvPr id="24" name="cell panel"/>
            <p:cNvSpPr/>
            <p:nvPr/>
          </p:nvSpPr>
          <p:spPr>
            <a:xfrm>
              <a:off x="548640" y="3566160"/>
              <a:ext cx="3575304" cy="2011680"/>
            </a:xfrm>
            <a:prstGeom prst="roundRect">
              <a:avLst>
                <a:gd name="adj" fmla="val 363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ashed outline"/>
            <p:cNvSpPr/>
            <p:nvPr/>
          </p:nvSpPr>
          <p:spPr>
            <a:xfrm>
              <a:off x="1280160" y="3931920"/>
              <a:ext cx="2112264" cy="1005840"/>
            </a:xfrm>
            <a:prstGeom prst="roundRect">
              <a:avLst>
                <a:gd name="adj" fmla="val 7272"/>
              </a:avLst>
            </a:prstGeom>
            <a:noFill/>
            <a:ln w="25400">
              <a:solidFill>
                <a:srgbClr val="A9B0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ell label"/>
            <p:cNvSpPr txBox="1"/>
            <p:nvPr/>
          </p:nvSpPr>
          <p:spPr>
            <a:xfrm>
              <a:off x="731520" y="5120640"/>
              <a:ext cx="3209544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Dashed outline</a:t>
              </a:r>
            </a:p>
          </p:txBody>
        </p:sp>
      </p:grpSp>
      <p:grpSp>
        <p:nvGrpSpPr>
          <p:cNvPr id="27" name="Part: callout" descr="A label with a leader line pointing at a box"/>
          <p:cNvGrpSpPr/>
          <p:nvPr/>
        </p:nvGrpSpPr>
        <p:grpSpPr>
          <a:xfrm>
            <a:off x="4306824" y="3566160"/>
            <a:ext cx="3575304" cy="2011680"/>
            <a:chOff x="4306824" y="3566160"/>
            <a:chExt cx="3575304" cy="2011680"/>
          </a:xfrm>
        </p:grpSpPr>
        <p:sp>
          <p:nvSpPr>
            <p:cNvPr id="28" name="cell panel"/>
            <p:cNvSpPr/>
            <p:nvPr/>
          </p:nvSpPr>
          <p:spPr>
            <a:xfrm>
              <a:off x="4306824" y="3566160"/>
              <a:ext cx="3575304" cy="2011680"/>
            </a:xfrm>
            <a:prstGeom prst="roundRect">
              <a:avLst>
                <a:gd name="adj" fmla="val 363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node"/>
            <p:cNvSpPr/>
            <p:nvPr/>
          </p:nvSpPr>
          <p:spPr>
            <a:xfrm>
              <a:off x="6510528" y="4389120"/>
              <a:ext cx="100584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allout label"/>
            <p:cNvSpPr/>
            <p:nvPr/>
          </p:nvSpPr>
          <p:spPr>
            <a:xfrm>
              <a:off x="4672584" y="3840480"/>
              <a:ext cx="1371600" cy="457200"/>
            </a:xfrm>
            <a:prstGeom prst="roundRect">
              <a:avLst>
                <a:gd name="adj" fmla="val 16000"/>
              </a:avLst>
            </a:prstGeom>
            <a:solidFill>
              <a:srgbClr val="343A43"/>
            </a:solidFill>
            <a:ln w="1905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400" b="0" lang="en-GB">
                  <a:solidFill>
                    <a:srgbClr val="F2F2F2"/>
                  </a:solidFill>
                  <a:latin typeface="Arial"/>
                </a:rPr>
                <a:t>Label</a:t>
              </a:r>
            </a:p>
          </p:txBody>
        </p:sp>
        <p:cxnSp>
          <p:nvCxnSpPr>
            <p:cNvPr id="31" name="leader"/>
            <p:cNvCxnSpPr/>
            <p:nvPr/>
          </p:nvCxnSpPr>
          <p:spPr>
            <a:xfrm>
              <a:off x="6044184" y="4069080"/>
              <a:ext cx="923544" cy="301752"/>
            </a:xfrm>
            <a:prstGeom prst="line">
              <a:avLst/>
            </a:prstGeom>
            <a:ln w="254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32" name="cell label"/>
            <p:cNvSpPr txBox="1"/>
            <p:nvPr/>
          </p:nvSpPr>
          <p:spPr>
            <a:xfrm>
              <a:off x="4489704" y="5120640"/>
              <a:ext cx="3209544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Callout and leader</a:t>
              </a:r>
            </a:p>
          </p:txBody>
        </p:sp>
      </p:grpSp>
      <p:grpSp>
        <p:nvGrpSpPr>
          <p:cNvPr id="33" name="Part: track motif" descr="Two rails and sleepers seen from above"/>
          <p:cNvGrpSpPr/>
          <p:nvPr/>
        </p:nvGrpSpPr>
        <p:grpSpPr>
          <a:xfrm>
            <a:off x="8065008" y="3566160"/>
            <a:ext cx="3575304" cy="2011680"/>
            <a:chOff x="8065008" y="3566160"/>
            <a:chExt cx="3575304" cy="2011680"/>
          </a:xfrm>
        </p:grpSpPr>
        <p:sp>
          <p:nvSpPr>
            <p:cNvPr id="34" name="cell panel"/>
            <p:cNvSpPr/>
            <p:nvPr/>
          </p:nvSpPr>
          <p:spPr>
            <a:xfrm>
              <a:off x="8065008" y="3566160"/>
              <a:ext cx="3575304" cy="2011680"/>
            </a:xfrm>
            <a:prstGeom prst="roundRect">
              <a:avLst>
                <a:gd name="adj" fmla="val 363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5" name="Track motif" descr="Decorative drawing of two rails and sleepers seen from above"/>
            <p:cNvGrpSpPr/>
            <p:nvPr/>
          </p:nvGrpSpPr>
          <p:grpSpPr>
            <a:xfrm>
              <a:off x="8430768" y="3977640"/>
              <a:ext cx="2843784" cy="731520"/>
              <a:chOff x="8430768" y="3977640"/>
              <a:chExt cx="2843784" cy="731520"/>
            </a:xfrm>
          </p:grpSpPr>
          <p:sp>
            <p:nvSpPr>
              <p:cNvPr id="36" name="sleeper"/>
              <p:cNvSpPr/>
              <p:nvPr/>
            </p:nvSpPr>
            <p:spPr>
              <a:xfrm>
                <a:off x="8430768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sleeper"/>
              <p:cNvSpPr/>
              <p:nvPr/>
            </p:nvSpPr>
            <p:spPr>
              <a:xfrm>
                <a:off x="8814816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leeper"/>
              <p:cNvSpPr/>
              <p:nvPr/>
            </p:nvSpPr>
            <p:spPr>
              <a:xfrm>
                <a:off x="9198864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sleeper"/>
              <p:cNvSpPr/>
              <p:nvPr/>
            </p:nvSpPr>
            <p:spPr>
              <a:xfrm>
                <a:off x="9582912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sleeper"/>
              <p:cNvSpPr/>
              <p:nvPr/>
            </p:nvSpPr>
            <p:spPr>
              <a:xfrm>
                <a:off x="9966960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sleeper"/>
              <p:cNvSpPr/>
              <p:nvPr/>
            </p:nvSpPr>
            <p:spPr>
              <a:xfrm>
                <a:off x="10351008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sleeper"/>
              <p:cNvSpPr/>
              <p:nvPr/>
            </p:nvSpPr>
            <p:spPr>
              <a:xfrm>
                <a:off x="10735056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leeper"/>
              <p:cNvSpPr/>
              <p:nvPr/>
            </p:nvSpPr>
            <p:spPr>
              <a:xfrm>
                <a:off x="11119104" y="3977640"/>
                <a:ext cx="128016" cy="73152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rail"/>
              <p:cNvSpPr/>
              <p:nvPr/>
            </p:nvSpPr>
            <p:spPr>
              <a:xfrm>
                <a:off x="8430768" y="4097426"/>
                <a:ext cx="2843784" cy="82296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rail"/>
              <p:cNvSpPr/>
              <p:nvPr/>
            </p:nvSpPr>
            <p:spPr>
              <a:xfrm>
                <a:off x="8430768" y="4507077"/>
                <a:ext cx="2843784" cy="82296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6" name="cell label"/>
            <p:cNvSpPr txBox="1"/>
            <p:nvPr/>
          </p:nvSpPr>
          <p:spPr>
            <a:xfrm>
              <a:off x="8247888" y="5120640"/>
              <a:ext cx="3209544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0" lang="en-GB">
                  <a:solidFill>
                    <a:srgbClr val="A9B0B8"/>
                  </a:solidFill>
                  <a:latin typeface="Arial"/>
                </a:rPr>
                <a:t>Track motif</a:t>
              </a:r>
            </a:p>
          </p:txBody>
        </p:sp>
      </p:grpSp>
      <p:sp>
        <p:nvSpPr>
          <p:cNvPr id="4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47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Backgroun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A515B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Picture box" descr="Grey box standing in for a picture"/>
          <p:cNvGrpSpPr/>
          <p:nvPr/>
        </p:nvGrpSpPr>
        <p:grpSpPr>
          <a:xfrm>
            <a:off x="548640" y="1325880"/>
            <a:ext cx="7315200" cy="4114800"/>
            <a:chOff x="548640" y="1325880"/>
            <a:chExt cx="7315200" cy="4114800"/>
          </a:xfrm>
        </p:grpSpPr>
        <p:sp>
          <p:nvSpPr>
            <p:cNvPr id="8" name="picture box outline"/>
            <p:cNvSpPr/>
            <p:nvPr/>
          </p:nvSpPr>
          <p:spPr>
            <a:xfrm>
              <a:off x="548640" y="1325880"/>
              <a:ext cx="7315200" cy="4114800"/>
            </a:xfrm>
            <a:prstGeom prst="roundRect">
              <a:avLst>
                <a:gd name="adj" fmla="val 1777"/>
              </a:avLst>
            </a:prstGeom>
            <a:solidFill>
              <a:srgbClr val="343A43"/>
            </a:solidFill>
            <a:ln w="19050">
              <a:solidFill>
                <a:srgbClr val="4A515B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glyph sun"/>
            <p:cNvSpPr/>
            <p:nvPr/>
          </p:nvSpPr>
          <p:spPr>
            <a:xfrm>
              <a:off x="4617720" y="2743200"/>
              <a:ext cx="274320" cy="27432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glyph hills"/>
            <p:cNvSpPr/>
            <p:nvPr/>
          </p:nvSpPr>
          <p:spPr>
            <a:xfrm>
              <a:off x="3383279" y="3017520"/>
              <a:ext cx="1645921" cy="594360"/>
            </a:xfrm>
            <a:custGeom>
              <a:avLst/>
              <a:gdLst/>
              <a:ahLst/>
              <a:cxnLst/>
              <a:rect l="l" t="t" r="r" b="b"/>
              <a:pathLst>
                <a:path w="1645921" h="594360">
                  <a:moveTo>
                    <a:pt x="0" y="594360"/>
                  </a:moveTo>
                  <a:lnTo>
                    <a:pt x="502921" y="0"/>
                  </a:lnTo>
                  <a:lnTo>
                    <a:pt x="868680" y="411480"/>
                  </a:lnTo>
                  <a:lnTo>
                    <a:pt x="1143000" y="137160"/>
                  </a:lnTo>
                  <a:lnTo>
                    <a:pt x="1645921" y="594360"/>
                  </a:lnTo>
                  <a:close/>
                </a:path>
              </a:pathLst>
            </a:cu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icture box label"/>
            <p:cNvSpPr txBox="1"/>
            <p:nvPr/>
          </p:nvSpPr>
          <p:spPr>
            <a:xfrm>
              <a:off x="548640" y="3749040"/>
              <a:ext cx="731520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800" b="1" lang="en-GB">
                  <a:solidFill>
                    <a:srgbClr val="A9B0B8"/>
                  </a:solidFill>
                  <a:latin typeface="Arial"/>
                </a:rPr>
                <a:t>Picture goes here</a:t>
              </a:r>
            </a:p>
          </p:txBody>
        </p:sp>
      </p:grpSp>
      <p:sp>
        <p:nvSpPr>
          <p:cNvPr id="5" name="Credit line"/>
          <p:cNvSpPr>
            <a:spLocks noGrp="1"/>
          </p:cNvSpPr>
          <p:nvPr>
            <p:ph type="body" idx="15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Credit line: author, licence, source (10 pt)</a:t>
            </a:r>
          </a:p>
        </p:txBody>
      </p:sp>
      <p:sp>
        <p:nvSpPr>
          <p:cNvPr id="6" name="Notes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Short point to notice</a:t>
            </a:r>
          </a:p>
          <a:p>
            <a:r>
              <a:rPr lang="en-GB">
                <a:latin typeface="Arial"/>
              </a:rPr>
              <a:t>Another short point</a:t>
            </a:r>
          </a:p>
        </p:txBody>
      </p:sp>
      <p:sp>
        <p:nvSpPr>
          <p:cNvPr id="7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Agre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sp>
        <p:nvSpPr>
          <p:cNvPr id="4" name="Left heading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Option A</a:t>
            </a:r>
          </a:p>
        </p:txBody>
      </p:sp>
      <p:sp>
        <p:nvSpPr>
          <p:cNvPr id="5" name="Left body"/>
          <p:cNvSpPr>
            <a:spLocks noGrp="1"/>
          </p:cNvSpPr>
          <p:nvPr>
            <p:ph type="body" idx="22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Short point</a:t>
            </a:r>
          </a:p>
          <a:p>
            <a:r>
              <a:rPr lang="en-GB">
                <a:latin typeface="Arial"/>
              </a:rPr>
              <a:t>Another short point</a:t>
            </a:r>
          </a:p>
        </p:txBody>
      </p:sp>
      <p:sp>
        <p:nvSpPr>
          <p:cNvPr id="6" name="Right heading"/>
          <p:cNvSpPr>
            <a:spLocks noGrp="1"/>
          </p:cNvSpPr>
          <p:nvPr>
            <p:ph type="body" idx="23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Option B</a:t>
            </a:r>
          </a:p>
        </p:txBody>
      </p:sp>
      <p:sp>
        <p:nvSpPr>
          <p:cNvPr id="7" name="Right body"/>
          <p:cNvSpPr>
            <a:spLocks noGrp="1"/>
          </p:cNvSpPr>
          <p:nvPr>
            <p:ph type="body" idx="2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Short point</a:t>
            </a:r>
          </a:p>
          <a:p>
            <a:r>
              <a:rPr lang="en-GB">
                <a:latin typeface="Arial"/>
              </a:rPr>
              <a:t>Another short point</a:t>
            </a:r>
          </a:p>
        </p:txBody>
      </p:sp>
      <p:sp>
        <p:nvSpPr>
          <p:cNvPr id="8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Provisional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aphicFrame>
        <p:nvGraphicFramePr>
          <p:cNvPr id="4" name="Table" descr="Example table: four columns, three rows of placeholder values"/>
          <p:cNvGraphicFramePr>
            <a:graphicFrameLocks noGrp="1"/>
          </p:cNvGraphicFramePr>
          <p:nvPr>
            <p:ph type="tbl" idx="20" sz="quarter"/>
          </p:nvPr>
        </p:nvGraphicFramePr>
        <p:xfrm>
          <a:off x="548640" y="1325880"/>
          <a:ext cx="11091670" cy="2926080"/>
        </p:xfrm>
        <a:graphic>
          <a:graphicData uri="http://schemas.openxmlformats.org/drawingml/2006/table">
            <a:tbl>
              <a:tblPr firstRow="1" bandRow="0"/>
              <a:tblGrid>
                <a:gridCol w="3116668"/>
                <a:gridCol w="2658334"/>
                <a:gridCol w="2658334"/>
                <a:gridCol w="2658334"/>
              </a:tblGrid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 lang="en-GB">
                          <a:solidFill>
                            <a:srgbClr val="F2F2F2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 lang="en-GB">
                          <a:solidFill>
                            <a:srgbClr val="F2F2F2"/>
                          </a:solidFill>
                          <a:latin typeface="Arial"/>
                        </a:rPr>
                        <a:t>Value A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 lang="en-GB">
                          <a:solidFill>
                            <a:srgbClr val="F2F2F2"/>
                          </a:solidFill>
                          <a:latin typeface="Arial"/>
                        </a:rPr>
                        <a:t>Value B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 lang="en-GB">
                          <a:solidFill>
                            <a:srgbClr val="F2F2F2"/>
                          </a:solidFill>
                          <a:latin typeface="Arial"/>
                        </a:rPr>
                        <a:t>Value C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Row one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Row two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Row three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 lang="en-GB">
                          <a:solidFill>
                            <a:srgbClr val="F2F2F2"/>
                          </a:solidFill>
                          <a:latin typeface="Arial"/>
                        </a:rPr>
                        <a:t>00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Undecid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  <a:prstDash val="solid"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sp>
        <p:nvSpPr>
          <p:cNvPr id="4" name="Card 1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Question 1?</a:t>
            </a:r>
          </a:p>
          <a:p>
            <a:pPr lvl="1"/>
            <a:r>
              <a:rPr lang="en-GB">
                <a:latin typeface="Arial"/>
              </a:rPr>
              <a:t>Replace this detail</a:t>
            </a:r>
          </a:p>
        </p:txBody>
      </p:sp>
      <p:sp>
        <p:nvSpPr>
          <p:cNvPr id="5" name="Card 2"/>
          <p:cNvSpPr>
            <a:spLocks noGrp="1"/>
          </p:cNvSpPr>
          <p:nvPr>
            <p:ph type="body" idx="22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Question 2?</a:t>
            </a:r>
          </a:p>
          <a:p>
            <a:pPr lvl="1"/>
            <a:r>
              <a:rPr lang="en-GB">
                <a:latin typeface="Arial"/>
              </a:rPr>
              <a:t>Replace this detail</a:t>
            </a:r>
          </a:p>
        </p:txBody>
      </p:sp>
      <p:sp>
        <p:nvSpPr>
          <p:cNvPr id="6" name="Card 3"/>
          <p:cNvSpPr>
            <a:spLocks noGrp="1"/>
          </p:cNvSpPr>
          <p:nvPr>
            <p:ph type="body" idx="23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Question 3?</a:t>
            </a:r>
          </a:p>
          <a:p>
            <a:pPr lvl="1"/>
            <a:r>
              <a:rPr lang="en-GB">
                <a:latin typeface="Arial"/>
              </a:rPr>
              <a:t>Replace this detail</a:t>
            </a:r>
          </a:p>
        </p:txBody>
      </p:sp>
      <p:sp>
        <p:nvSpPr>
          <p:cNvPr id="7" name="Card 4"/>
          <p:cNvSpPr>
            <a:spLocks noGrp="1"/>
          </p:cNvSpPr>
          <p:nvPr>
            <p:ph type="body" idx="2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Question 4?</a:t>
            </a:r>
          </a:p>
          <a:p>
            <a:pPr lvl="1"/>
            <a:r>
              <a:rPr lang="en-GB">
                <a:latin typeface="Arial"/>
              </a:rPr>
              <a:t>Replace this detail</a:t>
            </a:r>
          </a:p>
        </p:txBody>
      </p:sp>
      <p:sp>
        <p:nvSpPr>
          <p:cNvPr id="8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Agre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sp>
        <p:nvSpPr>
          <p:cNvPr id="4" name="Card 1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1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5" name="Card 2"/>
          <p:cNvSpPr>
            <a:spLocks noGrp="1"/>
          </p:cNvSpPr>
          <p:nvPr>
            <p:ph type="body" idx="22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2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6" name="Card 3"/>
          <p:cNvSpPr>
            <a:spLocks noGrp="1"/>
          </p:cNvSpPr>
          <p:nvPr>
            <p:ph type="body" idx="23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3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7" name="Card 4"/>
          <p:cNvSpPr>
            <a:spLocks noGrp="1"/>
          </p:cNvSpPr>
          <p:nvPr>
            <p:ph type="body" idx="2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4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8" name="Card 5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5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9" name="Card 6"/>
          <p:cNvSpPr>
            <a:spLocks noGrp="1"/>
          </p:cNvSpPr>
          <p:nvPr>
            <p:ph type="body" idx="26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6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10" name="Card 7"/>
          <p:cNvSpPr>
            <a:spLocks noGrp="1"/>
          </p:cNvSpPr>
          <p:nvPr>
            <p:ph type="body" idx="27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7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11" name="Card 8"/>
          <p:cNvSpPr>
            <a:spLocks noGrp="1"/>
          </p:cNvSpPr>
          <p:nvPr>
            <p:ph type="body" idx="28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Card 8</a:t>
            </a:r>
          </a:p>
          <a:p>
            <a:pPr lvl="1"/>
            <a:r>
              <a:rPr lang="en-GB">
                <a:latin typeface="Arial"/>
              </a:rPr>
              <a:t>Detail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Proposed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sp>
        <p:nvSpPr>
          <p:cNvPr id="4" name="Stop 1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Stop 1</a:t>
            </a:r>
          </a:p>
          <a:p>
            <a:pPr lvl="1"/>
            <a:r>
              <a:rPr lang="en-GB">
                <a:latin typeface="Arial"/>
              </a:rPr>
              <a:t>Short detail</a:t>
            </a:r>
          </a:p>
        </p:txBody>
      </p:sp>
      <p:sp>
        <p:nvSpPr>
          <p:cNvPr id="5" name="Stop 2"/>
          <p:cNvSpPr>
            <a:spLocks noGrp="1"/>
          </p:cNvSpPr>
          <p:nvPr>
            <p:ph type="body" idx="22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Stop 2</a:t>
            </a:r>
          </a:p>
          <a:p>
            <a:pPr lvl="1"/>
            <a:r>
              <a:rPr lang="en-GB">
                <a:latin typeface="Arial"/>
              </a:rPr>
              <a:t>Short detail</a:t>
            </a:r>
          </a:p>
        </p:txBody>
      </p:sp>
      <p:sp>
        <p:nvSpPr>
          <p:cNvPr id="6" name="Stop 3"/>
          <p:cNvSpPr>
            <a:spLocks noGrp="1"/>
          </p:cNvSpPr>
          <p:nvPr>
            <p:ph type="body" idx="23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Stop 3</a:t>
            </a:r>
          </a:p>
          <a:p>
            <a:pPr lvl="1"/>
            <a:r>
              <a:rPr lang="en-GB">
                <a:latin typeface="Arial"/>
              </a:rPr>
              <a:t>Short detail</a:t>
            </a:r>
          </a:p>
        </p:txBody>
      </p:sp>
      <p:sp>
        <p:nvSpPr>
          <p:cNvPr id="7" name="Stop 4"/>
          <p:cNvSpPr>
            <a:spLocks noGrp="1"/>
          </p:cNvSpPr>
          <p:nvPr>
            <p:ph type="body" idx="2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Stop 4</a:t>
            </a:r>
          </a:p>
          <a:p>
            <a:pPr lvl="1"/>
            <a:r>
              <a:rPr lang="en-GB">
                <a:latin typeface="Arial"/>
              </a:rPr>
              <a:t>Short detail</a:t>
            </a:r>
          </a:p>
        </p:txBody>
      </p:sp>
      <p:sp>
        <p:nvSpPr>
          <p:cNvPr id="8" name="Stop 5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Stop 5</a:t>
            </a:r>
          </a:p>
          <a:p>
            <a:pPr lvl="1"/>
            <a:r>
              <a:rPr lang="en-GB">
                <a:latin typeface="Arial"/>
              </a:rPr>
              <a:t>Short detail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title</a:t>
            </a:r>
          </a:p>
        </p:txBody>
      </p:sp>
      <p:sp>
        <p:nvSpPr>
          <p:cNvPr id="3" name="Status chip" descr="Status: Provisional"/>
          <p:cNvSpPr>
            <a:spLocks noGrp="1"/>
          </p:cNvSpPr>
          <p:nvPr>
            <p:ph type="body" idx="13" sz="quarter"/>
          </p:nvPr>
        </p:nvSpPr>
        <p:spPr>
          <a:xfrm>
            <a:off x="10085832" y="530352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b="1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sp>
        <p:nvSpPr>
          <p:cNvPr id="4" name="Tile 1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00</a:t>
            </a:r>
          </a:p>
          <a:p>
            <a:pPr lvl="1"/>
            <a:r>
              <a:rPr lang="en-GB">
                <a:latin typeface="Arial"/>
              </a:rPr>
              <a:t>Short label</a:t>
            </a:r>
          </a:p>
        </p:txBody>
      </p:sp>
      <p:sp>
        <p:nvSpPr>
          <p:cNvPr id="5" name="Tile 2"/>
          <p:cNvSpPr>
            <a:spLocks noGrp="1"/>
          </p:cNvSpPr>
          <p:nvPr>
            <p:ph type="body" idx="22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00</a:t>
            </a:r>
          </a:p>
          <a:p>
            <a:pPr lvl="1"/>
            <a:r>
              <a:rPr lang="en-GB">
                <a:latin typeface="Arial"/>
              </a:rPr>
              <a:t>Short label</a:t>
            </a:r>
          </a:p>
        </p:txBody>
      </p:sp>
      <p:sp>
        <p:nvSpPr>
          <p:cNvPr id="6" name="Tile 3"/>
          <p:cNvSpPr>
            <a:spLocks noGrp="1"/>
          </p:cNvSpPr>
          <p:nvPr>
            <p:ph type="body" idx="23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00</a:t>
            </a:r>
          </a:p>
          <a:p>
            <a:pPr lvl="1"/>
            <a:r>
              <a:rPr lang="en-GB">
                <a:latin typeface="Arial"/>
              </a:rPr>
              <a:t>Short label</a:t>
            </a:r>
          </a:p>
        </p:txBody>
      </p:sp>
      <p:sp>
        <p:nvSpPr>
          <p:cNvPr id="7" name="Tile 4"/>
          <p:cNvSpPr>
            <a:spLocks noGrp="1"/>
          </p:cNvSpPr>
          <p:nvPr>
            <p:ph type="body" idx="2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00</a:t>
            </a:r>
          </a:p>
          <a:p>
            <a:pPr lvl="1"/>
            <a:r>
              <a:rPr lang="en-GB">
                <a:latin typeface="Arial"/>
              </a:rPr>
              <a:t>Short label</a:t>
            </a:r>
          </a:p>
        </p:txBody>
      </p:sp>
      <p:sp>
        <p:nvSpPr>
          <p:cNvPr id="8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caption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Image credits</a:t>
            </a:r>
          </a:p>
        </p:txBody>
      </p:sp>
      <p:graphicFrame>
        <p:nvGraphicFramePr>
          <p:cNvPr id="3" name="Table" descr="Credits table: item, author, licence and source link"/>
          <p:cNvGraphicFramePr>
            <a:graphicFrameLocks noGrp="1"/>
          </p:cNvGraphicFramePr>
          <p:nvPr>
            <p:ph type="tbl" idx="20" sz="quarter"/>
          </p:nvPr>
        </p:nvGraphicFramePr>
        <p:xfrm>
          <a:off x="548640" y="1325880"/>
          <a:ext cx="11091671" cy="3017520"/>
        </p:xfrm>
        <a:graphic>
          <a:graphicData uri="http://schemas.openxmlformats.org/drawingml/2006/table">
            <a:tbl>
              <a:tblPr firstRow="1" bandRow="0"/>
              <a:tblGrid>
                <a:gridCol w="3116668"/>
                <a:gridCol w="2750001"/>
                <a:gridCol w="2750001"/>
                <a:gridCol w="2475001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1" lang="en-GB">
                          <a:solidFill>
                            <a:srgbClr val="F2F2F2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1" lang="en-GB">
                          <a:solidFill>
                            <a:srgbClr val="F2F2F2"/>
                          </a:solidFill>
                          <a:latin typeface="Arial"/>
                        </a:rPr>
                        <a:t>Author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1" lang="en-GB">
                          <a:solidFill>
                            <a:srgbClr val="F2F2F2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1" lang="en-GB">
                          <a:solidFill>
                            <a:srgbClr val="F2F2F2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solidFill>
                      <a:srgbClr val="343A43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item one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author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licence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8FC7FF"/>
                          </a:solidFill>
                          <a:latin typeface="Arial"/>
                          <a:hlinkClick r:id="rId2"/>
                        </a:rPr>
                        <a:t>example.org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item two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author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licence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8FC7FF"/>
                          </a:solidFill>
                          <a:latin typeface="Arial"/>
                          <a:hlinkClick r:id="rId2"/>
                        </a:rPr>
                        <a:t>example.org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item three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author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licence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8FC7FF"/>
                          </a:solidFill>
                          <a:latin typeface="Arial"/>
                          <a:hlinkClick r:id="rId2"/>
                        </a:rPr>
                        <a:t>example.org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item four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author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licence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8FC7FF"/>
                          </a:solidFill>
                          <a:latin typeface="Arial"/>
                          <a:hlinkClick r:id="rId2"/>
                        </a:rPr>
                        <a:t>example.org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item five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author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F2F2F2"/>
                          </a:solidFill>
                          <a:latin typeface="Arial"/>
                        </a:rPr>
                        <a:t>Example licence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100" b="0" lang="en-GB">
                          <a:solidFill>
                            <a:srgbClr val="8FC7FF"/>
                          </a:solidFill>
                          <a:latin typeface="Arial"/>
                          <a:hlinkClick r:id="rId2"/>
                        </a:rPr>
                        <a:t>example.org</a:t>
                      </a:r>
                    </a:p>
                  </a:txBody>
                  <a:tcPr marL="73152" marT="36576" marR="73152" marB="36576" anchor="ctr">
                    <a:lnL w="9525" cap="flat" cmpd="sng">
                      <a:solidFill>
                        <a:srgbClr val="4A515B"/>
                      </a:solidFill>
                      <a:prstDash val="solid"/>
                    </a:lnL>
                    <a:lnR w="9525" cap="flat" cmpd="sng">
                      <a:solidFill>
                        <a:srgbClr val="4A515B"/>
                      </a:solidFill>
                      <a:prstDash val="solid"/>
                    </a:lnR>
                    <a:lnT w="9525" cap="flat" cmpd="sng">
                      <a:solidFill>
                        <a:srgbClr val="4A515B"/>
                      </a:solidFill>
                      <a:prstDash val="solid"/>
                    </a:lnT>
                    <a:lnB w="9525" cap="flat" cmpd="sng">
                      <a:solidFill>
                        <a:srgbClr val="4A515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Note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licence note.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idx="14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This deck uses no photographs.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Example closing title</a:t>
            </a:r>
          </a:p>
        </p:txBody>
      </p:sp>
      <p:sp>
        <p:nvSpPr>
          <p:cNvPr id="3" name="Next steps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First next step</a:t>
            </a:r>
          </a:p>
          <a:p>
            <a:r>
              <a:rPr lang="en-GB">
                <a:latin typeface="Arial"/>
              </a:rPr>
              <a:t>Second next step</a:t>
            </a:r>
          </a:p>
          <a:p>
            <a:r>
              <a:rPr lang="en-GB">
                <a:latin typeface="Arial"/>
              </a:rPr>
              <a:t>Third next step</a:t>
            </a:r>
          </a:p>
        </p:txBody>
      </p:sp>
      <p:sp>
        <p:nvSpPr>
          <p:cNvPr id="4" name="Closing note"/>
          <p:cNvSpPr>
            <a:spLocks noGrp="1"/>
          </p:cNvSpPr>
          <p:nvPr>
            <p:ph type="body" idx="18" sz="quarter"/>
          </p:nvPr>
        </p:nvSpPr>
        <p:spPr/>
        <p:txBody>
          <a:bodyPr wrap="square">
            <a:noAutofit/>
          </a:bodyPr>
          <a:lstStyle/>
          <a:p>
            <a:r>
              <a:rPr lang="en-GB">
                <a:latin typeface="Arial"/>
              </a:rPr>
              <a:t>Replace this contact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rly Locomotion Charcoal and Orange">
  <a:themeElements>
    <a:clrScheme name="Early Locomotion Charcoal and Orange">
      <a:dk1>
        <a:srgbClr val="1E2126"/>
      </a:dk1>
      <a:lt1>
        <a:srgbClr val="F2F2F2"/>
      </a:lt1>
      <a:dk2>
        <a:srgbClr val="2B2F36"/>
      </a:dk2>
      <a:lt2>
        <a:srgbClr val="A9B0B8"/>
      </a:lt2>
      <a:accent1>
        <a:srgbClr val="F28C28"/>
      </a:accent1>
      <a:accent2>
        <a:srgbClr val="3FB950"/>
      </a:accent2>
      <a:accent3>
        <a:srgbClr val="4DA3FF"/>
      </a:accent3>
      <a:accent4>
        <a:srgbClr val="B084F5"/>
      </a:accent4>
      <a:accent5>
        <a:srgbClr val="F2C14E"/>
      </a:accent5>
      <a:accent6>
        <a:srgbClr val="E5484D"/>
      </a:accent6>
      <a:hlink>
        <a:srgbClr val="8FC7FF"/>
      </a:hlink>
      <a:folHlink>
        <a:srgbClr val="C9B2F5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Early Locomotion kit (python-pptx)</Application>
  <PresentationFormat>Widescreen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Locomotion house style: template patterns (v001)</dc:title>
  <dc:subject>One filled example slide per layout, with neutral dummy text and native-shape diagrams</dc:subject>
  <dc:creator>Claude (Early Locomotion project)</dc:creator>
  <cp:keywords>template; patterns; examples; Early Locomotion; Claude Presents</cp:keywords>
  <dc:description/>
  <cp:lastModifiedBy>Claude (Early Locomotion project)</cp:lastModifiedBy>
  <cp:revision>1</cp:revision>
  <dcterms:created xsi:type="dcterms:W3CDTF">2026-10-22T20:47:30Z</dcterms:created>
  <dcterms:modified xsi:type="dcterms:W3CDTF">2026-10-22T20:47:30Z</dcterms:modified>
  <cp:category/>
  <dc:language>en-GB</dc:language>
</cp:coreProperties>
</file>