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/>
  <p:notesSz cx="6858000" cy="9144000"/>
  <p:defaultTextStyle>
    <a:defPPr>
      <a:defRPr lang="en-GB"/>
    </a:defPPr>
    <a:lvl1pPr marL="0" indent="0" algn="l" defTabSz="914400" rtl="0" eaLnBrk="1" latinLnBrk="0" hangingPunct="1">
      <a:spcBef>
        <a:spcPts val="0"/>
      </a:spcBef>
      <a:buNone/>
      <a:defRPr lang="en-GB" sz="1400" b="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spcBef>
        <a:spcPts val="0"/>
      </a:spcBef>
      <a:buNone/>
      <a:defRPr lang="en-GB" sz="1400" b="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spcBef>
        <a:spcPts val="0"/>
      </a:spcBef>
      <a:buNone/>
      <a:defRPr lang="en-GB" sz="1400" b="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spcBef>
        <a:spcPts val="0"/>
      </a:spcBef>
      <a:buNone/>
      <a:defRPr lang="en-GB" sz="1400" b="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spcBef>
        <a:spcPts val="0"/>
      </a:spcBef>
      <a:buNone/>
      <a:defRPr lang="en-GB" sz="1400" b="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spcBef>
        <a:spcPts val="0"/>
      </a:spcBef>
      <a:buNone/>
      <a:defRPr lang="en-GB" sz="1400" b="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spcBef>
        <a:spcPts val="0"/>
      </a:spcBef>
      <a:buNone/>
      <a:defRPr lang="en-GB" sz="1400" b="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spcBef>
        <a:spcPts val="0"/>
      </a:spcBef>
      <a:buNone/>
      <a:defRPr lang="en-GB" sz="1400" b="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spcBef>
        <a:spcPts val="0"/>
      </a:spcBef>
      <a:buNone/>
      <a:defRPr lang="en-GB" sz="1400" b="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Track motif" descr="Decorative drawing of two rails and sleepers seen from above"/>
          <p:cNvGrpSpPr/>
          <p:nvPr/>
        </p:nvGrpSpPr>
        <p:grpSpPr>
          <a:xfrm>
            <a:off x="9464040" y="0"/>
            <a:ext cx="2103120" cy="6858000"/>
            <a:chOff x="9464040" y="0"/>
            <a:chExt cx="2103120" cy="6858000"/>
          </a:xfrm>
        </p:grpSpPr>
        <p:sp>
          <p:nvSpPr>
            <p:cNvPr id="3" name="sleeper"/>
            <p:cNvSpPr/>
            <p:nvPr/>
          </p:nvSpPr>
          <p:spPr>
            <a:xfrm>
              <a:off x="9464040" y="0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sleeper"/>
            <p:cNvSpPr/>
            <p:nvPr/>
          </p:nvSpPr>
          <p:spPr>
            <a:xfrm>
              <a:off x="9464040" y="384048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sleeper"/>
            <p:cNvSpPr/>
            <p:nvPr/>
          </p:nvSpPr>
          <p:spPr>
            <a:xfrm>
              <a:off x="9464040" y="768096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sleeper"/>
            <p:cNvSpPr/>
            <p:nvPr/>
          </p:nvSpPr>
          <p:spPr>
            <a:xfrm>
              <a:off x="9464040" y="1152144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sleeper"/>
            <p:cNvSpPr/>
            <p:nvPr/>
          </p:nvSpPr>
          <p:spPr>
            <a:xfrm>
              <a:off x="9464040" y="1536192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sleeper"/>
            <p:cNvSpPr/>
            <p:nvPr/>
          </p:nvSpPr>
          <p:spPr>
            <a:xfrm>
              <a:off x="9464040" y="1920240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sleeper"/>
            <p:cNvSpPr/>
            <p:nvPr/>
          </p:nvSpPr>
          <p:spPr>
            <a:xfrm>
              <a:off x="9464040" y="2304288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sleeper"/>
            <p:cNvSpPr/>
            <p:nvPr/>
          </p:nvSpPr>
          <p:spPr>
            <a:xfrm>
              <a:off x="9464040" y="2688336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sleeper"/>
            <p:cNvSpPr/>
            <p:nvPr/>
          </p:nvSpPr>
          <p:spPr>
            <a:xfrm>
              <a:off x="9464040" y="3072384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sleeper"/>
            <p:cNvSpPr/>
            <p:nvPr/>
          </p:nvSpPr>
          <p:spPr>
            <a:xfrm>
              <a:off x="9464040" y="3456432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sleeper"/>
            <p:cNvSpPr/>
            <p:nvPr/>
          </p:nvSpPr>
          <p:spPr>
            <a:xfrm>
              <a:off x="9464040" y="3840480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sleeper"/>
            <p:cNvSpPr/>
            <p:nvPr/>
          </p:nvSpPr>
          <p:spPr>
            <a:xfrm>
              <a:off x="9464040" y="4224528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sleeper"/>
            <p:cNvSpPr/>
            <p:nvPr/>
          </p:nvSpPr>
          <p:spPr>
            <a:xfrm>
              <a:off x="9464040" y="4608576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sleeper"/>
            <p:cNvSpPr/>
            <p:nvPr/>
          </p:nvSpPr>
          <p:spPr>
            <a:xfrm>
              <a:off x="9464040" y="4992624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sleeper"/>
            <p:cNvSpPr/>
            <p:nvPr/>
          </p:nvSpPr>
          <p:spPr>
            <a:xfrm>
              <a:off x="9464040" y="5376672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sleeper"/>
            <p:cNvSpPr/>
            <p:nvPr/>
          </p:nvSpPr>
          <p:spPr>
            <a:xfrm>
              <a:off x="9464040" y="5760720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sleeper"/>
            <p:cNvSpPr/>
            <p:nvPr/>
          </p:nvSpPr>
          <p:spPr>
            <a:xfrm>
              <a:off x="9464040" y="6144768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sleeper"/>
            <p:cNvSpPr/>
            <p:nvPr/>
          </p:nvSpPr>
          <p:spPr>
            <a:xfrm>
              <a:off x="9464040" y="6528816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ail"/>
            <p:cNvSpPr/>
            <p:nvPr/>
          </p:nvSpPr>
          <p:spPr>
            <a:xfrm>
              <a:off x="9885578" y="0"/>
              <a:ext cx="82296" cy="68580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ail"/>
            <p:cNvSpPr/>
            <p:nvPr/>
          </p:nvSpPr>
          <p:spPr>
            <a:xfrm>
              <a:off x="11063325" y="0"/>
              <a:ext cx="82296" cy="68580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" name="Cover rule"/>
          <p:cNvSpPr/>
          <p:nvPr/>
        </p:nvSpPr>
        <p:spPr>
          <a:xfrm>
            <a:off x="548640" y="4114800"/>
            <a:ext cx="1645920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itle"/>
          <p:cNvSpPr>
            <a:spLocks noGrp="1"/>
          </p:cNvSpPr>
          <p:nvPr>
            <p:ph type="ctrTitle"/>
          </p:nvPr>
        </p:nvSpPr>
        <p:spPr>
          <a:xfrm>
            <a:off x="548640" y="1005840"/>
            <a:ext cx="8138160" cy="288036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GB" sz="5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deck title</a:t>
            </a:r>
          </a:p>
        </p:txBody>
      </p:sp>
      <p:sp>
        <p:nvSpPr>
          <p:cNvPr id="25" name="Subtitle"/>
          <p:cNvSpPr>
            <a:spLocks noGrp="1"/>
          </p:cNvSpPr>
          <p:nvPr>
            <p:ph type="subTitle" idx="1"/>
          </p:nvPr>
        </p:nvSpPr>
        <p:spPr>
          <a:xfrm>
            <a:off x="548640" y="4389120"/>
            <a:ext cx="8138160" cy="100584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Click to add the subtitle</a:t>
            </a:r>
          </a:p>
        </p:txBody>
      </p:sp>
      <p:sp>
        <p:nvSpPr>
          <p:cNvPr id="26" name="Cover note"/>
          <p:cNvSpPr>
            <a:spLocks noGrp="1"/>
          </p:cNvSpPr>
          <p:nvPr>
            <p:ph type="body" sz="quarter" idx="18"/>
          </p:nvPr>
        </p:nvSpPr>
        <p:spPr>
          <a:xfrm>
            <a:off x="548640" y="5943600"/>
            <a:ext cx="8138160" cy="36576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Version, date and author line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Track motif" descr="Decorative drawing of two rails and sleepers seen from above"/>
          <p:cNvGrpSpPr/>
          <p:nvPr/>
        </p:nvGrpSpPr>
        <p:grpSpPr>
          <a:xfrm>
            <a:off x="0" y="5897880"/>
            <a:ext cx="12191695" cy="566928"/>
            <a:chOff x="0" y="5897880"/>
            <a:chExt cx="12191695" cy="566928"/>
          </a:xfrm>
        </p:grpSpPr>
        <p:sp>
          <p:nvSpPr>
            <p:cNvPr id="3" name="sleeper"/>
            <p:cNvSpPr/>
            <p:nvPr/>
          </p:nvSpPr>
          <p:spPr>
            <a:xfrm>
              <a:off x="0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sleeper"/>
            <p:cNvSpPr/>
            <p:nvPr/>
          </p:nvSpPr>
          <p:spPr>
            <a:xfrm>
              <a:off x="384048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sleeper"/>
            <p:cNvSpPr/>
            <p:nvPr/>
          </p:nvSpPr>
          <p:spPr>
            <a:xfrm>
              <a:off x="768096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sleeper"/>
            <p:cNvSpPr/>
            <p:nvPr/>
          </p:nvSpPr>
          <p:spPr>
            <a:xfrm>
              <a:off x="1152144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sleeper"/>
            <p:cNvSpPr/>
            <p:nvPr/>
          </p:nvSpPr>
          <p:spPr>
            <a:xfrm>
              <a:off x="1536192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sleeper"/>
            <p:cNvSpPr/>
            <p:nvPr/>
          </p:nvSpPr>
          <p:spPr>
            <a:xfrm>
              <a:off x="1920240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sleeper"/>
            <p:cNvSpPr/>
            <p:nvPr/>
          </p:nvSpPr>
          <p:spPr>
            <a:xfrm>
              <a:off x="2304288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sleeper"/>
            <p:cNvSpPr/>
            <p:nvPr/>
          </p:nvSpPr>
          <p:spPr>
            <a:xfrm>
              <a:off x="2688336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sleeper"/>
            <p:cNvSpPr/>
            <p:nvPr/>
          </p:nvSpPr>
          <p:spPr>
            <a:xfrm>
              <a:off x="3072384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sleeper"/>
            <p:cNvSpPr/>
            <p:nvPr/>
          </p:nvSpPr>
          <p:spPr>
            <a:xfrm>
              <a:off x="3456432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sleeper"/>
            <p:cNvSpPr/>
            <p:nvPr/>
          </p:nvSpPr>
          <p:spPr>
            <a:xfrm>
              <a:off x="3840480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sleeper"/>
            <p:cNvSpPr/>
            <p:nvPr/>
          </p:nvSpPr>
          <p:spPr>
            <a:xfrm>
              <a:off x="4224528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sleeper"/>
            <p:cNvSpPr/>
            <p:nvPr/>
          </p:nvSpPr>
          <p:spPr>
            <a:xfrm>
              <a:off x="4608576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sleeper"/>
            <p:cNvSpPr/>
            <p:nvPr/>
          </p:nvSpPr>
          <p:spPr>
            <a:xfrm>
              <a:off x="4992624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sleeper"/>
            <p:cNvSpPr/>
            <p:nvPr/>
          </p:nvSpPr>
          <p:spPr>
            <a:xfrm>
              <a:off x="5376672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sleeper"/>
            <p:cNvSpPr/>
            <p:nvPr/>
          </p:nvSpPr>
          <p:spPr>
            <a:xfrm>
              <a:off x="5760720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sleeper"/>
            <p:cNvSpPr/>
            <p:nvPr/>
          </p:nvSpPr>
          <p:spPr>
            <a:xfrm>
              <a:off x="6144768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sleeper"/>
            <p:cNvSpPr/>
            <p:nvPr/>
          </p:nvSpPr>
          <p:spPr>
            <a:xfrm>
              <a:off x="6528816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sleeper"/>
            <p:cNvSpPr/>
            <p:nvPr/>
          </p:nvSpPr>
          <p:spPr>
            <a:xfrm>
              <a:off x="6912864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sleeper"/>
            <p:cNvSpPr/>
            <p:nvPr/>
          </p:nvSpPr>
          <p:spPr>
            <a:xfrm>
              <a:off x="7296912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sleeper"/>
            <p:cNvSpPr/>
            <p:nvPr/>
          </p:nvSpPr>
          <p:spPr>
            <a:xfrm>
              <a:off x="7680960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sleeper"/>
            <p:cNvSpPr/>
            <p:nvPr/>
          </p:nvSpPr>
          <p:spPr>
            <a:xfrm>
              <a:off x="8065008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sleeper"/>
            <p:cNvSpPr/>
            <p:nvPr/>
          </p:nvSpPr>
          <p:spPr>
            <a:xfrm>
              <a:off x="8449056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sleeper"/>
            <p:cNvSpPr/>
            <p:nvPr/>
          </p:nvSpPr>
          <p:spPr>
            <a:xfrm>
              <a:off x="8833104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sleeper"/>
            <p:cNvSpPr/>
            <p:nvPr/>
          </p:nvSpPr>
          <p:spPr>
            <a:xfrm>
              <a:off x="9217152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sleeper"/>
            <p:cNvSpPr/>
            <p:nvPr/>
          </p:nvSpPr>
          <p:spPr>
            <a:xfrm>
              <a:off x="9601200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sleeper"/>
            <p:cNvSpPr/>
            <p:nvPr/>
          </p:nvSpPr>
          <p:spPr>
            <a:xfrm>
              <a:off x="9985248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sleeper"/>
            <p:cNvSpPr/>
            <p:nvPr/>
          </p:nvSpPr>
          <p:spPr>
            <a:xfrm>
              <a:off x="10369296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sleeper"/>
            <p:cNvSpPr/>
            <p:nvPr/>
          </p:nvSpPr>
          <p:spPr>
            <a:xfrm>
              <a:off x="10753344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sleeper"/>
            <p:cNvSpPr/>
            <p:nvPr/>
          </p:nvSpPr>
          <p:spPr>
            <a:xfrm>
              <a:off x="11137392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sleeper"/>
            <p:cNvSpPr/>
            <p:nvPr/>
          </p:nvSpPr>
          <p:spPr>
            <a:xfrm>
              <a:off x="11521440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sleeper"/>
            <p:cNvSpPr/>
            <p:nvPr/>
          </p:nvSpPr>
          <p:spPr>
            <a:xfrm>
              <a:off x="11905488" y="5897880"/>
              <a:ext cx="128016" cy="5669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ail"/>
            <p:cNvSpPr/>
            <p:nvPr/>
          </p:nvSpPr>
          <p:spPr>
            <a:xfrm>
              <a:off x="0" y="5981456"/>
              <a:ext cx="12191695" cy="82296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ail"/>
            <p:cNvSpPr/>
            <p:nvPr/>
          </p:nvSpPr>
          <p:spPr>
            <a:xfrm>
              <a:off x="0" y="6298935"/>
              <a:ext cx="12191695" cy="82296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7" name="Chapter rule"/>
          <p:cNvSpPr/>
          <p:nvPr/>
        </p:nvSpPr>
        <p:spPr>
          <a:xfrm>
            <a:off x="548640" y="1874519"/>
            <a:ext cx="1645920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itle"/>
          <p:cNvSpPr>
            <a:spLocks noGrp="1"/>
          </p:cNvSpPr>
          <p:nvPr>
            <p:ph type="title"/>
          </p:nvPr>
        </p:nvSpPr>
        <p:spPr>
          <a:xfrm>
            <a:off x="548640" y="2606040"/>
            <a:ext cx="10515600" cy="13716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GB" sz="48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chapter title</a:t>
            </a:r>
          </a:p>
        </p:txBody>
      </p:sp>
      <p:sp>
        <p:nvSpPr>
          <p:cNvPr id="39" name="Chapter label"/>
          <p:cNvSpPr>
            <a:spLocks noGrp="1"/>
          </p:cNvSpPr>
          <p:nvPr>
            <p:ph type="body" sz="quarter" idx="19"/>
          </p:nvPr>
        </p:nvSpPr>
        <p:spPr>
          <a:xfrm>
            <a:off x="548640" y="2103120"/>
            <a:ext cx="9601200" cy="4572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400" b="1" cap="all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Part number or label</a:t>
            </a:r>
          </a:p>
        </p:txBody>
      </p:sp>
      <p:sp>
        <p:nvSpPr>
          <p:cNvPr id="40" name="Summary"/>
          <p:cNvSpPr>
            <a:spLocks noGrp="1"/>
          </p:cNvSpPr>
          <p:nvPr>
            <p:ph type="body" sz="quarter" idx="17"/>
          </p:nvPr>
        </p:nvSpPr>
        <p:spPr>
          <a:xfrm>
            <a:off x="548640" y="4114800"/>
            <a:ext cx="9601200" cy="10972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One line saying what this part covers</a:t>
            </a:r>
          </a:p>
        </p:txBody>
      </p:sp>
      <p:sp>
        <p:nvSpPr>
          <p:cNvPr id="41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visual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aption rule"/>
          <p:cNvSpPr/>
          <p:nvPr/>
        </p:nvSpPr>
        <p:spPr>
          <a:xfrm>
            <a:off x="548640" y="5815584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title</a:t>
            </a:r>
          </a:p>
        </p:txBody>
      </p:sp>
      <p:sp>
        <p:nvSpPr>
          <p:cNvPr id="5" name="Status chip"/>
          <p:cNvSpPr>
            <a:spLocks noGrp="1"/>
          </p:cNvSpPr>
          <p:nvPr>
            <p:ph type="body" sz="quarter" idx="13"/>
          </p:nvPr>
        </p:nvSpPr>
        <p:spPr>
          <a:xfrm>
            <a:off x="10085832" y="530352"/>
            <a:ext cx="1554480" cy="365760"/>
          </a:xfrm>
        </p:spPr>
        <p:txBody>
          <a:bodyPr vert="horz" wrap="square" lIns="54864" tIns="0" rIns="54864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STATUS</a:t>
            </a:r>
          </a:p>
        </p:txBody>
      </p:sp>
      <p:sp>
        <p:nvSpPr>
          <p:cNvPr id="6" name="Caption"/>
          <p:cNvSpPr>
            <a:spLocks noGrp="1"/>
          </p:cNvSpPr>
          <p:nvPr>
            <p:ph type="body" sz="quarter" idx="14"/>
          </p:nvPr>
        </p:nvSpPr>
        <p:spPr>
          <a:xfrm>
            <a:off x="548640" y="5760720"/>
            <a:ext cx="11091672" cy="731520"/>
          </a:xfrm>
        </p:spPr>
        <p:txBody>
          <a:bodyPr vert="horz" wrap="square" lIns="274320" tIns="36576" rIns="182880" bIns="36576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Caption: one idea, one or two lines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caption + credit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aption rule"/>
          <p:cNvSpPr/>
          <p:nvPr/>
        </p:nvSpPr>
        <p:spPr>
          <a:xfrm>
            <a:off x="548640" y="5815584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Notes panel"/>
          <p:cNvSpPr/>
          <p:nvPr/>
        </p:nvSpPr>
        <p:spPr>
          <a:xfrm>
            <a:off x="8138160" y="1325880"/>
            <a:ext cx="3502152" cy="4114800"/>
          </a:xfrm>
          <a:prstGeom prst="roundRect">
            <a:avLst>
              <a:gd name="adj" fmla="val 2088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Notes rule"/>
          <p:cNvSpPr/>
          <p:nvPr/>
        </p:nvSpPr>
        <p:spPr>
          <a:xfrm>
            <a:off x="8193024" y="1435608"/>
            <a:ext cx="73152" cy="389534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title</a:t>
            </a:r>
          </a:p>
        </p:txBody>
      </p:sp>
      <p:sp>
        <p:nvSpPr>
          <p:cNvPr id="7" name="Status chip"/>
          <p:cNvSpPr>
            <a:spLocks noGrp="1"/>
          </p:cNvSpPr>
          <p:nvPr>
            <p:ph type="body" sz="quarter" idx="13"/>
          </p:nvPr>
        </p:nvSpPr>
        <p:spPr>
          <a:xfrm>
            <a:off x="10085832" y="530352"/>
            <a:ext cx="1554480" cy="365760"/>
          </a:xfrm>
        </p:spPr>
        <p:txBody>
          <a:bodyPr vert="horz" wrap="square" lIns="54864" tIns="0" rIns="54864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STATUS</a:t>
            </a:r>
          </a:p>
        </p:txBody>
      </p:sp>
      <p:sp>
        <p:nvSpPr>
          <p:cNvPr id="8" name="Picture"/>
          <p:cNvSpPr>
            <a:spLocks noGrp="1"/>
          </p:cNvSpPr>
          <p:nvPr>
            <p:ph type="pic" sz="quarter" idx="16"/>
          </p:nvPr>
        </p:nvSpPr>
        <p:spPr>
          <a:xfrm>
            <a:off x="548640" y="1325880"/>
            <a:ext cx="7315200" cy="4114800"/>
          </a:xfrm>
          <a:prstGeom prst="roundRect">
            <a:avLst>
              <a:gd name="adj" fmla="val 1777"/>
            </a:avLst>
          </a:pr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Click the icon to add a picture</a:t>
            </a:r>
          </a:p>
        </p:txBody>
      </p:sp>
      <p:sp>
        <p:nvSpPr>
          <p:cNvPr id="9" name="Credit line"/>
          <p:cNvSpPr>
            <a:spLocks noGrp="1"/>
          </p:cNvSpPr>
          <p:nvPr>
            <p:ph type="body" sz="quarter" idx="15"/>
          </p:nvPr>
        </p:nvSpPr>
        <p:spPr>
          <a:xfrm>
            <a:off x="548640" y="5468112"/>
            <a:ext cx="7315200" cy="219456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Credit line: author, licence, source</a:t>
            </a:r>
          </a:p>
        </p:txBody>
      </p:sp>
      <p:sp>
        <p:nvSpPr>
          <p:cNvPr id="10" name="Notes"/>
          <p:cNvSpPr>
            <a:spLocks noGrp="1"/>
          </p:cNvSpPr>
          <p:nvPr>
            <p:ph type="body" sz="quarter" idx="17"/>
          </p:nvPr>
        </p:nvSpPr>
        <p:spPr>
          <a:xfrm>
            <a:off x="8503920" y="1508760"/>
            <a:ext cx="2971800" cy="3749040"/>
          </a:xfrm>
        </p:spPr>
        <p:txBody>
          <a:bodyPr vert="horz" wrap="square" lIns="0" tIns="0" rIns="0" bIns="0" rtlCol="0" anchor="t">
            <a:noAutofit/>
          </a:bodyPr>
          <a:lstStyle>
            <a:lvl1pPr marL="274320" indent="-27432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/>
              <a:buChar char="•"/>
              <a:defRPr lang="en-GB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spcBef>
                <a:spcPts val="300"/>
              </a:spcBef>
              <a:buClr>
                <a:schemeClr val="accent1"/>
              </a:buClr>
              <a:buFont typeface="Arial"/>
              <a:buChar char="•"/>
              <a:defRPr lang="en-GB"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Short point to notice</a:t>
            </a:r>
          </a:p>
          <a:p>
            <a:r>
              <a:rPr lang="en-GB"/>
              <a:t>Another short point</a:t>
            </a:r>
          </a:p>
        </p:txBody>
      </p:sp>
      <p:sp>
        <p:nvSpPr>
          <p:cNvPr id="11" name="Caption"/>
          <p:cNvSpPr>
            <a:spLocks noGrp="1"/>
          </p:cNvSpPr>
          <p:nvPr>
            <p:ph type="body" sz="quarter" idx="14"/>
          </p:nvPr>
        </p:nvSpPr>
        <p:spPr>
          <a:xfrm>
            <a:off x="548640" y="5760720"/>
            <a:ext cx="11091672" cy="731520"/>
          </a:xfrm>
        </p:spPr>
        <p:txBody>
          <a:bodyPr vert="horz" wrap="square" lIns="274320" tIns="36576" rIns="182880" bIns="36576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Caption: one idea, one or two lines</a:t>
            </a:r>
          </a:p>
        </p:txBody>
      </p:sp>
      <p:sp>
        <p:nvSpPr>
          <p:cNvPr id="12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panel comp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aption rule"/>
          <p:cNvSpPr/>
          <p:nvPr/>
        </p:nvSpPr>
        <p:spPr>
          <a:xfrm>
            <a:off x="548640" y="5815584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anel 1"/>
          <p:cNvSpPr/>
          <p:nvPr/>
        </p:nvSpPr>
        <p:spPr>
          <a:xfrm>
            <a:off x="548640" y="1325880"/>
            <a:ext cx="5458968" cy="4297680"/>
          </a:xfrm>
          <a:prstGeom prst="roundRect">
            <a:avLst>
              <a:gd name="adj" fmla="val 1702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anel 1 rule"/>
          <p:cNvSpPr/>
          <p:nvPr/>
        </p:nvSpPr>
        <p:spPr>
          <a:xfrm>
            <a:off x="777240" y="2103120"/>
            <a:ext cx="1097280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anel 2"/>
          <p:cNvSpPr/>
          <p:nvPr/>
        </p:nvSpPr>
        <p:spPr>
          <a:xfrm>
            <a:off x="6181344" y="1325880"/>
            <a:ext cx="5458968" cy="4297680"/>
          </a:xfrm>
          <a:prstGeom prst="roundRect">
            <a:avLst>
              <a:gd name="adj" fmla="val 1702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anel 2 rule"/>
          <p:cNvSpPr/>
          <p:nvPr/>
        </p:nvSpPr>
        <p:spPr>
          <a:xfrm>
            <a:off x="6409944" y="2103120"/>
            <a:ext cx="1097280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title</a:t>
            </a:r>
          </a:p>
        </p:txBody>
      </p:sp>
      <p:sp>
        <p:nvSpPr>
          <p:cNvPr id="9" name="Status chip"/>
          <p:cNvSpPr>
            <a:spLocks noGrp="1"/>
          </p:cNvSpPr>
          <p:nvPr>
            <p:ph type="body" sz="quarter" idx="13"/>
          </p:nvPr>
        </p:nvSpPr>
        <p:spPr>
          <a:xfrm>
            <a:off x="10085832" y="530352"/>
            <a:ext cx="1554480" cy="365760"/>
          </a:xfrm>
        </p:spPr>
        <p:txBody>
          <a:bodyPr vert="horz" wrap="square" lIns="54864" tIns="0" rIns="54864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STATUS</a:t>
            </a:r>
          </a:p>
        </p:txBody>
      </p:sp>
      <p:sp>
        <p:nvSpPr>
          <p:cNvPr id="10" name="Left heading"/>
          <p:cNvSpPr>
            <a:spLocks noGrp="1"/>
          </p:cNvSpPr>
          <p:nvPr>
            <p:ph type="body" sz="quarter" idx="21"/>
          </p:nvPr>
        </p:nvSpPr>
        <p:spPr>
          <a:xfrm>
            <a:off x="777240" y="1463040"/>
            <a:ext cx="5001768" cy="54864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Left heading</a:t>
            </a:r>
          </a:p>
        </p:txBody>
      </p:sp>
      <p:sp>
        <p:nvSpPr>
          <p:cNvPr id="11" name="Left body"/>
          <p:cNvSpPr>
            <a:spLocks noGrp="1"/>
          </p:cNvSpPr>
          <p:nvPr>
            <p:ph type="body" sz="quarter" idx="22"/>
          </p:nvPr>
        </p:nvSpPr>
        <p:spPr>
          <a:xfrm>
            <a:off x="777240" y="2331720"/>
            <a:ext cx="5001768" cy="3108960"/>
          </a:xfrm>
        </p:spPr>
        <p:txBody>
          <a:bodyPr vert="horz" wrap="square" lIns="0" tIns="0" rIns="0" bIns="0" rtlCol="0" anchor="t">
            <a:noAutofit/>
          </a:bodyPr>
          <a:lstStyle>
            <a:lvl1pPr marL="274320" indent="-27432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/>
              <a:buChar char="•"/>
              <a:defRPr lang="en-GB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spcBef>
                <a:spcPts val="300"/>
              </a:spcBef>
              <a:buClr>
                <a:schemeClr val="accent1"/>
              </a:buClr>
              <a:buFont typeface="Arial"/>
              <a:buChar char="•"/>
              <a:defRPr lang="en-GB"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Short point</a:t>
            </a:r>
          </a:p>
          <a:p>
            <a:r>
              <a:rPr lang="en-GB"/>
              <a:t>Short point</a:t>
            </a:r>
          </a:p>
        </p:txBody>
      </p:sp>
      <p:sp>
        <p:nvSpPr>
          <p:cNvPr id="12" name="Right heading"/>
          <p:cNvSpPr>
            <a:spLocks noGrp="1"/>
          </p:cNvSpPr>
          <p:nvPr>
            <p:ph type="body" sz="quarter" idx="23"/>
          </p:nvPr>
        </p:nvSpPr>
        <p:spPr>
          <a:xfrm>
            <a:off x="6409944" y="1463040"/>
            <a:ext cx="5001768" cy="54864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Right heading</a:t>
            </a:r>
          </a:p>
        </p:txBody>
      </p:sp>
      <p:sp>
        <p:nvSpPr>
          <p:cNvPr id="13" name="Right body"/>
          <p:cNvSpPr>
            <a:spLocks noGrp="1"/>
          </p:cNvSpPr>
          <p:nvPr>
            <p:ph type="body" sz="quarter" idx="24"/>
          </p:nvPr>
        </p:nvSpPr>
        <p:spPr>
          <a:xfrm>
            <a:off x="6409944" y="2331720"/>
            <a:ext cx="5001768" cy="3108960"/>
          </a:xfrm>
        </p:spPr>
        <p:txBody>
          <a:bodyPr vert="horz" wrap="square" lIns="0" tIns="0" rIns="0" bIns="0" rtlCol="0" anchor="t">
            <a:noAutofit/>
          </a:bodyPr>
          <a:lstStyle>
            <a:lvl1pPr marL="274320" indent="-27432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/>
              <a:buChar char="•"/>
              <a:defRPr lang="en-GB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spcBef>
                <a:spcPts val="300"/>
              </a:spcBef>
              <a:buClr>
                <a:schemeClr val="accent1"/>
              </a:buClr>
              <a:buFont typeface="Arial"/>
              <a:buChar char="•"/>
              <a:defRPr lang="en-GB"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Short point</a:t>
            </a:r>
          </a:p>
          <a:p>
            <a:r>
              <a:rPr lang="en-GB"/>
              <a:t>Short point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sz="quarter" idx="14"/>
          </p:nvPr>
        </p:nvSpPr>
        <p:spPr>
          <a:xfrm>
            <a:off x="548640" y="5760720"/>
            <a:ext cx="11091672" cy="731520"/>
          </a:xfrm>
        </p:spPr>
        <p:txBody>
          <a:bodyPr vert="horz" wrap="square" lIns="274320" tIns="36576" rIns="182880" bIns="36576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Caption: one idea, one or two lines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aption rule"/>
          <p:cNvSpPr/>
          <p:nvPr/>
        </p:nvSpPr>
        <p:spPr>
          <a:xfrm>
            <a:off x="548640" y="5815584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title</a:t>
            </a:r>
          </a:p>
        </p:txBody>
      </p:sp>
      <p:sp>
        <p:nvSpPr>
          <p:cNvPr id="5" name="Status chip"/>
          <p:cNvSpPr>
            <a:spLocks noGrp="1"/>
          </p:cNvSpPr>
          <p:nvPr>
            <p:ph type="body" sz="quarter" idx="13"/>
          </p:nvPr>
        </p:nvSpPr>
        <p:spPr>
          <a:xfrm>
            <a:off x="10085832" y="530352"/>
            <a:ext cx="1554480" cy="365760"/>
          </a:xfrm>
        </p:spPr>
        <p:txBody>
          <a:bodyPr vert="horz" wrap="square" lIns="54864" tIns="0" rIns="54864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STATUS</a:t>
            </a:r>
          </a:p>
        </p:txBody>
      </p:sp>
      <p:sp>
        <p:nvSpPr>
          <p:cNvPr id="6" name="Table"/>
          <p:cNvSpPr>
            <a:spLocks noGrp="1"/>
          </p:cNvSpPr>
          <p:nvPr>
            <p:ph type="tbl" sz="quarter" idx="20"/>
          </p:nvPr>
        </p:nvSpPr>
        <p:spPr>
          <a:xfrm>
            <a:off x="548640" y="1325880"/>
            <a:ext cx="11091672" cy="4206240"/>
          </a:xfr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Click the icon to add a table</a:t>
            </a:r>
          </a:p>
        </p:txBody>
      </p:sp>
      <p:sp>
        <p:nvSpPr>
          <p:cNvPr id="7" name="Caption"/>
          <p:cNvSpPr>
            <a:spLocks noGrp="1"/>
          </p:cNvSpPr>
          <p:nvPr>
            <p:ph type="body" sz="quarter" idx="14"/>
          </p:nvPr>
        </p:nvSpPr>
        <p:spPr>
          <a:xfrm>
            <a:off x="548640" y="5760720"/>
            <a:ext cx="11091672" cy="731520"/>
          </a:xfrm>
        </p:spPr>
        <p:txBody>
          <a:bodyPr vert="horz" wrap="square" lIns="274320" tIns="36576" rIns="182880" bIns="36576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Caption: one idea, one or two lines</a:t>
            </a:r>
          </a:p>
        </p:txBody>
      </p:sp>
      <p:sp>
        <p:nvSpPr>
          <p:cNvPr id="8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 grid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aption rule"/>
          <p:cNvSpPr/>
          <p:nvPr/>
        </p:nvSpPr>
        <p:spPr>
          <a:xfrm>
            <a:off x="548640" y="5815584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ard 1 panel"/>
          <p:cNvSpPr/>
          <p:nvPr/>
        </p:nvSpPr>
        <p:spPr>
          <a:xfrm>
            <a:off x="548640" y="1325880"/>
            <a:ext cx="5454396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ard 1 rule"/>
          <p:cNvSpPr/>
          <p:nvPr/>
        </p:nvSpPr>
        <p:spPr>
          <a:xfrm>
            <a:off x="603503" y="1435607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2 panel"/>
          <p:cNvSpPr/>
          <p:nvPr/>
        </p:nvSpPr>
        <p:spPr>
          <a:xfrm>
            <a:off x="6185916" y="1325880"/>
            <a:ext cx="5454396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rule"/>
          <p:cNvSpPr/>
          <p:nvPr/>
        </p:nvSpPr>
        <p:spPr>
          <a:xfrm>
            <a:off x="6240780" y="1435607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 3 panel"/>
          <p:cNvSpPr/>
          <p:nvPr/>
        </p:nvSpPr>
        <p:spPr>
          <a:xfrm>
            <a:off x="548640" y="3566160"/>
            <a:ext cx="5454396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ard 3 rule"/>
          <p:cNvSpPr/>
          <p:nvPr/>
        </p:nvSpPr>
        <p:spPr>
          <a:xfrm>
            <a:off x="603503" y="3675888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 4 panel"/>
          <p:cNvSpPr/>
          <p:nvPr/>
        </p:nvSpPr>
        <p:spPr>
          <a:xfrm>
            <a:off x="6185916" y="3566160"/>
            <a:ext cx="5454396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 4 rule"/>
          <p:cNvSpPr/>
          <p:nvPr/>
        </p:nvSpPr>
        <p:spPr>
          <a:xfrm>
            <a:off x="6240780" y="3675888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title</a:t>
            </a:r>
          </a:p>
        </p:txBody>
      </p:sp>
      <p:sp>
        <p:nvSpPr>
          <p:cNvPr id="13" name="Status chip"/>
          <p:cNvSpPr>
            <a:spLocks noGrp="1"/>
          </p:cNvSpPr>
          <p:nvPr>
            <p:ph type="body" sz="quarter" idx="13"/>
          </p:nvPr>
        </p:nvSpPr>
        <p:spPr>
          <a:xfrm>
            <a:off x="10085832" y="530352"/>
            <a:ext cx="1554480" cy="365760"/>
          </a:xfrm>
        </p:spPr>
        <p:txBody>
          <a:bodyPr vert="horz" wrap="square" lIns="54864" tIns="0" rIns="54864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STATUS</a:t>
            </a:r>
          </a:p>
        </p:txBody>
      </p:sp>
      <p:sp>
        <p:nvSpPr>
          <p:cNvPr id="14" name="Card 1"/>
          <p:cNvSpPr>
            <a:spLocks noGrp="1"/>
          </p:cNvSpPr>
          <p:nvPr>
            <p:ph type="body" sz="quarter" idx="21"/>
          </p:nvPr>
        </p:nvSpPr>
        <p:spPr>
          <a:xfrm>
            <a:off x="841248" y="1463040"/>
            <a:ext cx="4951476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1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15" name="Card 2"/>
          <p:cNvSpPr>
            <a:spLocks noGrp="1"/>
          </p:cNvSpPr>
          <p:nvPr>
            <p:ph type="body" sz="quarter" idx="22"/>
          </p:nvPr>
        </p:nvSpPr>
        <p:spPr>
          <a:xfrm>
            <a:off x="6478524" y="1463040"/>
            <a:ext cx="4951476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2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16" name="Card 3"/>
          <p:cNvSpPr>
            <a:spLocks noGrp="1"/>
          </p:cNvSpPr>
          <p:nvPr>
            <p:ph type="body" sz="quarter" idx="23"/>
          </p:nvPr>
        </p:nvSpPr>
        <p:spPr>
          <a:xfrm>
            <a:off x="841248" y="3703320"/>
            <a:ext cx="4951476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3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17" name="Card 4"/>
          <p:cNvSpPr>
            <a:spLocks noGrp="1"/>
          </p:cNvSpPr>
          <p:nvPr>
            <p:ph type="body" sz="quarter" idx="24"/>
          </p:nvPr>
        </p:nvSpPr>
        <p:spPr>
          <a:xfrm>
            <a:off x="6478524" y="3703320"/>
            <a:ext cx="4951476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4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18" name="Caption"/>
          <p:cNvSpPr>
            <a:spLocks noGrp="1"/>
          </p:cNvSpPr>
          <p:nvPr>
            <p:ph type="body" sz="quarter" idx="14"/>
          </p:nvPr>
        </p:nvSpPr>
        <p:spPr>
          <a:xfrm>
            <a:off x="548640" y="5760720"/>
            <a:ext cx="11091672" cy="731520"/>
          </a:xfrm>
        </p:spPr>
        <p:txBody>
          <a:bodyPr vert="horz" wrap="square" lIns="274320" tIns="36576" rIns="182880" bIns="36576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Caption: one idea, one or two lines</a:t>
            </a:r>
          </a:p>
        </p:txBody>
      </p:sp>
      <p:sp>
        <p:nvSpPr>
          <p:cNvPr id="19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 grid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aption rule"/>
          <p:cNvSpPr/>
          <p:nvPr/>
        </p:nvSpPr>
        <p:spPr>
          <a:xfrm>
            <a:off x="548640" y="5815584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ard 1 panel"/>
          <p:cNvSpPr/>
          <p:nvPr/>
        </p:nvSpPr>
        <p:spPr>
          <a:xfrm>
            <a:off x="548640" y="1325880"/>
            <a:ext cx="2635758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ard 1 rule"/>
          <p:cNvSpPr/>
          <p:nvPr/>
        </p:nvSpPr>
        <p:spPr>
          <a:xfrm>
            <a:off x="603503" y="1435607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2 panel"/>
          <p:cNvSpPr/>
          <p:nvPr/>
        </p:nvSpPr>
        <p:spPr>
          <a:xfrm>
            <a:off x="3367278" y="1325880"/>
            <a:ext cx="2635758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ard 2 rule"/>
          <p:cNvSpPr/>
          <p:nvPr/>
        </p:nvSpPr>
        <p:spPr>
          <a:xfrm>
            <a:off x="3422142" y="1435607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 3 panel"/>
          <p:cNvSpPr/>
          <p:nvPr/>
        </p:nvSpPr>
        <p:spPr>
          <a:xfrm>
            <a:off x="6185916" y="1325880"/>
            <a:ext cx="2635758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ard 3 rule"/>
          <p:cNvSpPr/>
          <p:nvPr/>
        </p:nvSpPr>
        <p:spPr>
          <a:xfrm>
            <a:off x="6240780" y="1435607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 4 panel"/>
          <p:cNvSpPr/>
          <p:nvPr/>
        </p:nvSpPr>
        <p:spPr>
          <a:xfrm>
            <a:off x="9004554" y="1325880"/>
            <a:ext cx="2635758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 4 rule"/>
          <p:cNvSpPr/>
          <p:nvPr/>
        </p:nvSpPr>
        <p:spPr>
          <a:xfrm>
            <a:off x="9059418" y="1435607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ard 5 panel"/>
          <p:cNvSpPr/>
          <p:nvPr/>
        </p:nvSpPr>
        <p:spPr>
          <a:xfrm>
            <a:off x="548640" y="3566160"/>
            <a:ext cx="2635758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ard 5 rule"/>
          <p:cNvSpPr/>
          <p:nvPr/>
        </p:nvSpPr>
        <p:spPr>
          <a:xfrm>
            <a:off x="603503" y="3675888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ard 6 panel"/>
          <p:cNvSpPr/>
          <p:nvPr/>
        </p:nvSpPr>
        <p:spPr>
          <a:xfrm>
            <a:off x="3367278" y="3566160"/>
            <a:ext cx="2635758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Card 6 rule"/>
          <p:cNvSpPr/>
          <p:nvPr/>
        </p:nvSpPr>
        <p:spPr>
          <a:xfrm>
            <a:off x="3422142" y="3675888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Card 7 panel"/>
          <p:cNvSpPr/>
          <p:nvPr/>
        </p:nvSpPr>
        <p:spPr>
          <a:xfrm>
            <a:off x="6185916" y="3566160"/>
            <a:ext cx="2635758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Card 7 rule"/>
          <p:cNvSpPr/>
          <p:nvPr/>
        </p:nvSpPr>
        <p:spPr>
          <a:xfrm>
            <a:off x="6240780" y="3675888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Card 8 panel"/>
          <p:cNvSpPr/>
          <p:nvPr/>
        </p:nvSpPr>
        <p:spPr>
          <a:xfrm>
            <a:off x="9004554" y="3566160"/>
            <a:ext cx="2635758" cy="2057400"/>
          </a:xfrm>
          <a:prstGeom prst="roundRect">
            <a:avLst>
              <a:gd name="adj" fmla="val 355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Card 8 rule"/>
          <p:cNvSpPr/>
          <p:nvPr/>
        </p:nvSpPr>
        <p:spPr>
          <a:xfrm>
            <a:off x="9059418" y="3675888"/>
            <a:ext cx="73152" cy="1837943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title</a:t>
            </a:r>
          </a:p>
        </p:txBody>
      </p:sp>
      <p:sp>
        <p:nvSpPr>
          <p:cNvPr id="21" name="Status chip"/>
          <p:cNvSpPr>
            <a:spLocks noGrp="1"/>
          </p:cNvSpPr>
          <p:nvPr>
            <p:ph type="body" sz="quarter" idx="13"/>
          </p:nvPr>
        </p:nvSpPr>
        <p:spPr>
          <a:xfrm>
            <a:off x="10085832" y="530352"/>
            <a:ext cx="1554480" cy="365760"/>
          </a:xfrm>
        </p:spPr>
        <p:txBody>
          <a:bodyPr vert="horz" wrap="square" lIns="54864" tIns="0" rIns="54864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STATUS</a:t>
            </a:r>
          </a:p>
        </p:txBody>
      </p:sp>
      <p:sp>
        <p:nvSpPr>
          <p:cNvPr id="22" name="Card 1"/>
          <p:cNvSpPr>
            <a:spLocks noGrp="1"/>
          </p:cNvSpPr>
          <p:nvPr>
            <p:ph type="body" sz="quarter" idx="21"/>
          </p:nvPr>
        </p:nvSpPr>
        <p:spPr>
          <a:xfrm>
            <a:off x="841248" y="1463040"/>
            <a:ext cx="2132838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1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23" name="Card 2"/>
          <p:cNvSpPr>
            <a:spLocks noGrp="1"/>
          </p:cNvSpPr>
          <p:nvPr>
            <p:ph type="body" sz="quarter" idx="22"/>
          </p:nvPr>
        </p:nvSpPr>
        <p:spPr>
          <a:xfrm>
            <a:off x="3659886" y="1463040"/>
            <a:ext cx="2132838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2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24" name="Card 3"/>
          <p:cNvSpPr>
            <a:spLocks noGrp="1"/>
          </p:cNvSpPr>
          <p:nvPr>
            <p:ph type="body" sz="quarter" idx="23"/>
          </p:nvPr>
        </p:nvSpPr>
        <p:spPr>
          <a:xfrm>
            <a:off x="6478524" y="1463040"/>
            <a:ext cx="2132838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3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25" name="Card 4"/>
          <p:cNvSpPr>
            <a:spLocks noGrp="1"/>
          </p:cNvSpPr>
          <p:nvPr>
            <p:ph type="body" sz="quarter" idx="24"/>
          </p:nvPr>
        </p:nvSpPr>
        <p:spPr>
          <a:xfrm>
            <a:off x="9297162" y="1463040"/>
            <a:ext cx="2132838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4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26" name="Card 5"/>
          <p:cNvSpPr>
            <a:spLocks noGrp="1"/>
          </p:cNvSpPr>
          <p:nvPr>
            <p:ph type="body" sz="quarter" idx="25"/>
          </p:nvPr>
        </p:nvSpPr>
        <p:spPr>
          <a:xfrm>
            <a:off x="841248" y="3703320"/>
            <a:ext cx="2132838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5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27" name="Card 6"/>
          <p:cNvSpPr>
            <a:spLocks noGrp="1"/>
          </p:cNvSpPr>
          <p:nvPr>
            <p:ph type="body" sz="quarter" idx="26"/>
          </p:nvPr>
        </p:nvSpPr>
        <p:spPr>
          <a:xfrm>
            <a:off x="3659886" y="3703320"/>
            <a:ext cx="2132838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6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28" name="Card 7"/>
          <p:cNvSpPr>
            <a:spLocks noGrp="1"/>
          </p:cNvSpPr>
          <p:nvPr>
            <p:ph type="body" sz="quarter" idx="27"/>
          </p:nvPr>
        </p:nvSpPr>
        <p:spPr>
          <a:xfrm>
            <a:off x="6478524" y="3703320"/>
            <a:ext cx="2132838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7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29" name="Card 8"/>
          <p:cNvSpPr>
            <a:spLocks noGrp="1"/>
          </p:cNvSpPr>
          <p:nvPr>
            <p:ph type="body" sz="quarter" idx="28"/>
          </p:nvPr>
        </p:nvSpPr>
        <p:spPr>
          <a:xfrm>
            <a:off x="9297162" y="3703320"/>
            <a:ext cx="2132838" cy="17830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Card 8 heading</a:t>
            </a:r>
          </a:p>
          <a:p>
            <a:pPr lvl="1"/>
            <a:r>
              <a:rPr lang="en-GB"/>
              <a:t>Detail line</a:t>
            </a:r>
          </a:p>
        </p:txBody>
      </p:sp>
      <p:sp>
        <p:nvSpPr>
          <p:cNvPr id="30" name="Caption"/>
          <p:cNvSpPr>
            <a:spLocks noGrp="1"/>
          </p:cNvSpPr>
          <p:nvPr>
            <p:ph type="body" sz="quarter" idx="14"/>
          </p:nvPr>
        </p:nvSpPr>
        <p:spPr>
          <a:xfrm>
            <a:off x="548640" y="5760720"/>
            <a:ext cx="11091672" cy="731520"/>
          </a:xfrm>
        </p:spPr>
        <p:txBody>
          <a:bodyPr vert="horz" wrap="square" lIns="274320" tIns="36576" rIns="182880" bIns="36576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Caption: one idea, one or two lines</a:t>
            </a:r>
          </a:p>
        </p:txBody>
      </p:sp>
      <p:sp>
        <p:nvSpPr>
          <p:cNvPr id="31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aption rule"/>
          <p:cNvSpPr/>
          <p:nvPr/>
        </p:nvSpPr>
        <p:spPr>
          <a:xfrm>
            <a:off x="548640" y="5815584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meline axis"/>
          <p:cNvSpPr/>
          <p:nvPr/>
        </p:nvSpPr>
        <p:spPr>
          <a:xfrm>
            <a:off x="548640" y="3401568"/>
            <a:ext cx="11091672" cy="54864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Stem 1"/>
          <p:cNvCxnSpPr/>
          <p:nvPr/>
        </p:nvCxnSpPr>
        <p:spPr>
          <a:xfrm flipV="1">
            <a:off x="1657807" y="3017520"/>
            <a:ext cx="0" cy="274320"/>
          </a:xfrm>
          <a:prstGeom prst="line">
            <a:avLst/>
          </a:prstGeom>
          <a:ln w="19050">
            <a:solidFill>
              <a:srgbClr val="4A515B"/>
            </a:solidFill>
          </a:ln>
        </p:spPr>
      </p:cxnSp>
      <p:sp>
        <p:nvSpPr>
          <p:cNvPr id="6" name="Node 1"/>
          <p:cNvSpPr/>
          <p:nvPr/>
        </p:nvSpPr>
        <p:spPr>
          <a:xfrm>
            <a:off x="1520647" y="3291840"/>
            <a:ext cx="274320" cy="274320"/>
          </a:xfrm>
          <a:prstGeom prst="ellipse">
            <a:avLst/>
          </a:prstGeom>
          <a:solidFill>
            <a:srgbClr val="F28C28"/>
          </a:solidFill>
          <a:ln w="38100">
            <a:solidFill>
              <a:srgbClr val="1E212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Stem 2"/>
          <p:cNvCxnSpPr/>
          <p:nvPr/>
        </p:nvCxnSpPr>
        <p:spPr>
          <a:xfrm>
            <a:off x="3876141" y="3566160"/>
            <a:ext cx="0" cy="274320"/>
          </a:xfrm>
          <a:prstGeom prst="line">
            <a:avLst/>
          </a:prstGeom>
          <a:ln w="19050">
            <a:solidFill>
              <a:srgbClr val="4A515B"/>
            </a:solidFill>
          </a:ln>
        </p:spPr>
      </p:cxnSp>
      <p:sp>
        <p:nvSpPr>
          <p:cNvPr id="8" name="Node 2"/>
          <p:cNvSpPr/>
          <p:nvPr/>
        </p:nvSpPr>
        <p:spPr>
          <a:xfrm>
            <a:off x="3738981" y="3291840"/>
            <a:ext cx="274320" cy="274320"/>
          </a:xfrm>
          <a:prstGeom prst="ellipse">
            <a:avLst/>
          </a:prstGeom>
          <a:solidFill>
            <a:srgbClr val="F28C28"/>
          </a:solidFill>
          <a:ln w="38100">
            <a:solidFill>
              <a:srgbClr val="1E212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Stem 3"/>
          <p:cNvCxnSpPr/>
          <p:nvPr/>
        </p:nvCxnSpPr>
        <p:spPr>
          <a:xfrm flipV="1">
            <a:off x="6094476" y="3017520"/>
            <a:ext cx="0" cy="274320"/>
          </a:xfrm>
          <a:prstGeom prst="line">
            <a:avLst/>
          </a:prstGeom>
          <a:ln w="19050">
            <a:solidFill>
              <a:srgbClr val="4A515B"/>
            </a:solidFill>
          </a:ln>
        </p:spPr>
      </p:cxnSp>
      <p:sp>
        <p:nvSpPr>
          <p:cNvPr id="10" name="Node 3"/>
          <p:cNvSpPr/>
          <p:nvPr/>
        </p:nvSpPr>
        <p:spPr>
          <a:xfrm>
            <a:off x="5957316" y="3291840"/>
            <a:ext cx="274320" cy="274320"/>
          </a:xfrm>
          <a:prstGeom prst="ellipse">
            <a:avLst/>
          </a:prstGeom>
          <a:solidFill>
            <a:srgbClr val="F28C28"/>
          </a:solidFill>
          <a:ln w="38100">
            <a:solidFill>
              <a:srgbClr val="1E212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Stem 4"/>
          <p:cNvCxnSpPr/>
          <p:nvPr/>
        </p:nvCxnSpPr>
        <p:spPr>
          <a:xfrm>
            <a:off x="8312810" y="3566160"/>
            <a:ext cx="0" cy="274320"/>
          </a:xfrm>
          <a:prstGeom prst="line">
            <a:avLst/>
          </a:prstGeom>
          <a:ln w="19050">
            <a:solidFill>
              <a:srgbClr val="4A515B"/>
            </a:solidFill>
          </a:ln>
        </p:spPr>
      </p:cxnSp>
      <p:sp>
        <p:nvSpPr>
          <p:cNvPr id="12" name="Node 4"/>
          <p:cNvSpPr/>
          <p:nvPr/>
        </p:nvSpPr>
        <p:spPr>
          <a:xfrm>
            <a:off x="8175650" y="3291840"/>
            <a:ext cx="274320" cy="274320"/>
          </a:xfrm>
          <a:prstGeom prst="ellipse">
            <a:avLst/>
          </a:prstGeom>
          <a:solidFill>
            <a:srgbClr val="F28C28"/>
          </a:solidFill>
          <a:ln w="38100">
            <a:solidFill>
              <a:srgbClr val="1E212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" name="Stem 5"/>
          <p:cNvCxnSpPr/>
          <p:nvPr/>
        </p:nvCxnSpPr>
        <p:spPr>
          <a:xfrm flipV="1">
            <a:off x="10531144" y="3017520"/>
            <a:ext cx="0" cy="274320"/>
          </a:xfrm>
          <a:prstGeom prst="line">
            <a:avLst/>
          </a:prstGeom>
          <a:ln w="19050">
            <a:solidFill>
              <a:srgbClr val="4A515B"/>
            </a:solidFill>
          </a:ln>
        </p:spPr>
      </p:cxnSp>
      <p:sp>
        <p:nvSpPr>
          <p:cNvPr id="14" name="Node 5"/>
          <p:cNvSpPr/>
          <p:nvPr/>
        </p:nvSpPr>
        <p:spPr>
          <a:xfrm>
            <a:off x="10393984" y="3291840"/>
            <a:ext cx="274320" cy="274320"/>
          </a:xfrm>
          <a:prstGeom prst="ellipse">
            <a:avLst/>
          </a:prstGeom>
          <a:solidFill>
            <a:srgbClr val="F28C28"/>
          </a:solidFill>
          <a:ln w="38100">
            <a:solidFill>
              <a:srgbClr val="1E21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title</a:t>
            </a:r>
          </a:p>
        </p:txBody>
      </p:sp>
      <p:sp>
        <p:nvSpPr>
          <p:cNvPr id="16" name="Status chip"/>
          <p:cNvSpPr>
            <a:spLocks noGrp="1"/>
          </p:cNvSpPr>
          <p:nvPr>
            <p:ph type="body" sz="quarter" idx="13"/>
          </p:nvPr>
        </p:nvSpPr>
        <p:spPr>
          <a:xfrm>
            <a:off x="10085832" y="530352"/>
            <a:ext cx="1554480" cy="365760"/>
          </a:xfrm>
        </p:spPr>
        <p:txBody>
          <a:bodyPr vert="horz" wrap="square" lIns="54864" tIns="0" rIns="54864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STATUS</a:t>
            </a:r>
          </a:p>
        </p:txBody>
      </p:sp>
      <p:sp>
        <p:nvSpPr>
          <p:cNvPr id="17" name="Stop 1"/>
          <p:cNvSpPr>
            <a:spLocks noGrp="1"/>
          </p:cNvSpPr>
          <p:nvPr>
            <p:ph type="body" sz="quarter" idx="21"/>
          </p:nvPr>
        </p:nvSpPr>
        <p:spPr>
          <a:xfrm>
            <a:off x="560527" y="1417320"/>
            <a:ext cx="2194560" cy="16002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spcBef>
                <a:spcPts val="3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Stop 1</a:t>
            </a:r>
          </a:p>
          <a:p>
            <a:pPr lvl="1"/>
            <a:r>
              <a:rPr lang="en-GB"/>
              <a:t>Short detail</a:t>
            </a:r>
          </a:p>
        </p:txBody>
      </p:sp>
      <p:sp>
        <p:nvSpPr>
          <p:cNvPr id="18" name="Stop 2"/>
          <p:cNvSpPr>
            <a:spLocks noGrp="1"/>
          </p:cNvSpPr>
          <p:nvPr>
            <p:ph type="body" sz="quarter" idx="22"/>
          </p:nvPr>
        </p:nvSpPr>
        <p:spPr>
          <a:xfrm>
            <a:off x="2778862" y="3840480"/>
            <a:ext cx="2194560" cy="16002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spcBef>
                <a:spcPts val="3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Stop 2</a:t>
            </a:r>
          </a:p>
          <a:p>
            <a:pPr lvl="1"/>
            <a:r>
              <a:rPr lang="en-GB"/>
              <a:t>Short detail</a:t>
            </a:r>
          </a:p>
        </p:txBody>
      </p:sp>
      <p:sp>
        <p:nvSpPr>
          <p:cNvPr id="19" name="Stop 3"/>
          <p:cNvSpPr>
            <a:spLocks noGrp="1"/>
          </p:cNvSpPr>
          <p:nvPr>
            <p:ph type="body" sz="quarter" idx="23"/>
          </p:nvPr>
        </p:nvSpPr>
        <p:spPr>
          <a:xfrm>
            <a:off x="4997196" y="1417320"/>
            <a:ext cx="2194560" cy="16002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spcBef>
                <a:spcPts val="3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Stop 3</a:t>
            </a:r>
          </a:p>
          <a:p>
            <a:pPr lvl="1"/>
            <a:r>
              <a:rPr lang="en-GB"/>
              <a:t>Short detail</a:t>
            </a:r>
          </a:p>
        </p:txBody>
      </p:sp>
      <p:sp>
        <p:nvSpPr>
          <p:cNvPr id="20" name="Stop 4"/>
          <p:cNvSpPr>
            <a:spLocks noGrp="1"/>
          </p:cNvSpPr>
          <p:nvPr>
            <p:ph type="body" sz="quarter" idx="24"/>
          </p:nvPr>
        </p:nvSpPr>
        <p:spPr>
          <a:xfrm>
            <a:off x="7215530" y="3840480"/>
            <a:ext cx="2194560" cy="16002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spcBef>
                <a:spcPts val="3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Stop 4</a:t>
            </a:r>
          </a:p>
          <a:p>
            <a:pPr lvl="1"/>
            <a:r>
              <a:rPr lang="en-GB"/>
              <a:t>Short detail</a:t>
            </a:r>
          </a:p>
        </p:txBody>
      </p:sp>
      <p:sp>
        <p:nvSpPr>
          <p:cNvPr id="21" name="Stop 5"/>
          <p:cNvSpPr>
            <a:spLocks noGrp="1"/>
          </p:cNvSpPr>
          <p:nvPr>
            <p:ph type="body" sz="quarter" idx="25"/>
          </p:nvPr>
        </p:nvSpPr>
        <p:spPr>
          <a:xfrm>
            <a:off x="9433865" y="1417320"/>
            <a:ext cx="2194560" cy="16002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spcBef>
                <a:spcPts val="30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Stop 5</a:t>
            </a:r>
          </a:p>
          <a:p>
            <a:pPr lvl="1"/>
            <a:r>
              <a:rPr lang="en-GB"/>
              <a:t>Short detail</a:t>
            </a:r>
          </a:p>
        </p:txBody>
      </p:sp>
      <p:sp>
        <p:nvSpPr>
          <p:cNvPr id="22" name="Caption"/>
          <p:cNvSpPr>
            <a:spLocks noGrp="1"/>
          </p:cNvSpPr>
          <p:nvPr>
            <p:ph type="body" sz="quarter" idx="14"/>
          </p:nvPr>
        </p:nvSpPr>
        <p:spPr>
          <a:xfrm>
            <a:off x="548640" y="5760720"/>
            <a:ext cx="11091672" cy="731520"/>
          </a:xfrm>
        </p:spPr>
        <p:txBody>
          <a:bodyPr vert="horz" wrap="square" lIns="274320" tIns="36576" rIns="182880" bIns="36576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Caption: one idea, one or two lines</a:t>
            </a:r>
          </a:p>
        </p:txBody>
      </p:sp>
      <p:sp>
        <p:nvSpPr>
          <p:cNvPr id="23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-facts t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aption rule"/>
          <p:cNvSpPr/>
          <p:nvPr/>
        </p:nvSpPr>
        <p:spPr>
          <a:xfrm>
            <a:off x="548640" y="5815584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le 1 panel"/>
          <p:cNvSpPr/>
          <p:nvPr/>
        </p:nvSpPr>
        <p:spPr>
          <a:xfrm>
            <a:off x="548640" y="1600200"/>
            <a:ext cx="2635758" cy="3566160"/>
          </a:xfrm>
          <a:prstGeom prst="roundRect">
            <a:avLst>
              <a:gd name="adj" fmla="val 277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ile 1 rule"/>
          <p:cNvSpPr/>
          <p:nvPr/>
        </p:nvSpPr>
        <p:spPr>
          <a:xfrm>
            <a:off x="777240" y="1600200"/>
            <a:ext cx="2178558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ile 2 panel"/>
          <p:cNvSpPr/>
          <p:nvPr/>
        </p:nvSpPr>
        <p:spPr>
          <a:xfrm>
            <a:off x="3367278" y="1600200"/>
            <a:ext cx="2635758" cy="3566160"/>
          </a:xfrm>
          <a:prstGeom prst="roundRect">
            <a:avLst>
              <a:gd name="adj" fmla="val 277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ile 2 rule"/>
          <p:cNvSpPr/>
          <p:nvPr/>
        </p:nvSpPr>
        <p:spPr>
          <a:xfrm>
            <a:off x="3595878" y="1600200"/>
            <a:ext cx="2178558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le 3 panel"/>
          <p:cNvSpPr/>
          <p:nvPr/>
        </p:nvSpPr>
        <p:spPr>
          <a:xfrm>
            <a:off x="6185916" y="1600200"/>
            <a:ext cx="2635758" cy="3566160"/>
          </a:xfrm>
          <a:prstGeom prst="roundRect">
            <a:avLst>
              <a:gd name="adj" fmla="val 277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3 rule"/>
          <p:cNvSpPr/>
          <p:nvPr/>
        </p:nvSpPr>
        <p:spPr>
          <a:xfrm>
            <a:off x="6414516" y="1600200"/>
            <a:ext cx="2178558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4 panel"/>
          <p:cNvSpPr/>
          <p:nvPr/>
        </p:nvSpPr>
        <p:spPr>
          <a:xfrm>
            <a:off x="9004554" y="1600200"/>
            <a:ext cx="2635758" cy="3566160"/>
          </a:xfrm>
          <a:prstGeom prst="roundRect">
            <a:avLst>
              <a:gd name="adj" fmla="val 2775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4 rule"/>
          <p:cNvSpPr/>
          <p:nvPr/>
        </p:nvSpPr>
        <p:spPr>
          <a:xfrm>
            <a:off x="9233154" y="1600200"/>
            <a:ext cx="2178558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title</a:t>
            </a:r>
          </a:p>
        </p:txBody>
      </p:sp>
      <p:sp>
        <p:nvSpPr>
          <p:cNvPr id="13" name="Status chip"/>
          <p:cNvSpPr>
            <a:spLocks noGrp="1"/>
          </p:cNvSpPr>
          <p:nvPr>
            <p:ph type="body" sz="quarter" idx="13"/>
          </p:nvPr>
        </p:nvSpPr>
        <p:spPr>
          <a:xfrm>
            <a:off x="10085832" y="530352"/>
            <a:ext cx="1554480" cy="365760"/>
          </a:xfrm>
        </p:spPr>
        <p:txBody>
          <a:bodyPr vert="horz" wrap="square" lIns="54864" tIns="0" rIns="54864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STATUS</a:t>
            </a:r>
          </a:p>
        </p:txBody>
      </p:sp>
      <p:sp>
        <p:nvSpPr>
          <p:cNvPr id="14" name="Tile 1"/>
          <p:cNvSpPr>
            <a:spLocks noGrp="1"/>
          </p:cNvSpPr>
          <p:nvPr>
            <p:ph type="body" sz="quarter" idx="21"/>
          </p:nvPr>
        </p:nvSpPr>
        <p:spPr>
          <a:xfrm>
            <a:off x="685800" y="1920240"/>
            <a:ext cx="2361438" cy="3017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4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spcBef>
                <a:spcPts val="600"/>
              </a:spcBef>
              <a:buNone/>
              <a:defRPr lang="en-GB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00</a:t>
            </a:r>
          </a:p>
          <a:p>
            <a:pPr lvl="1"/>
            <a:r>
              <a:rPr lang="en-GB"/>
              <a:t>Short label</a:t>
            </a:r>
          </a:p>
        </p:txBody>
      </p:sp>
      <p:sp>
        <p:nvSpPr>
          <p:cNvPr id="15" name="Tile 2"/>
          <p:cNvSpPr>
            <a:spLocks noGrp="1"/>
          </p:cNvSpPr>
          <p:nvPr>
            <p:ph type="body" sz="quarter" idx="22"/>
          </p:nvPr>
        </p:nvSpPr>
        <p:spPr>
          <a:xfrm>
            <a:off x="3504438" y="1920240"/>
            <a:ext cx="2361438" cy="3017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4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spcBef>
                <a:spcPts val="600"/>
              </a:spcBef>
              <a:buNone/>
              <a:defRPr lang="en-GB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00</a:t>
            </a:r>
          </a:p>
          <a:p>
            <a:pPr lvl="1"/>
            <a:r>
              <a:rPr lang="en-GB"/>
              <a:t>Short label</a:t>
            </a:r>
          </a:p>
        </p:txBody>
      </p:sp>
      <p:sp>
        <p:nvSpPr>
          <p:cNvPr id="16" name="Tile 3"/>
          <p:cNvSpPr>
            <a:spLocks noGrp="1"/>
          </p:cNvSpPr>
          <p:nvPr>
            <p:ph type="body" sz="quarter" idx="23"/>
          </p:nvPr>
        </p:nvSpPr>
        <p:spPr>
          <a:xfrm>
            <a:off x="6323076" y="1920240"/>
            <a:ext cx="2361438" cy="3017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4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spcBef>
                <a:spcPts val="600"/>
              </a:spcBef>
              <a:buNone/>
              <a:defRPr lang="en-GB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00</a:t>
            </a:r>
          </a:p>
          <a:p>
            <a:pPr lvl="1"/>
            <a:r>
              <a:rPr lang="en-GB"/>
              <a:t>Short label</a:t>
            </a:r>
          </a:p>
        </p:txBody>
      </p:sp>
      <p:sp>
        <p:nvSpPr>
          <p:cNvPr id="17" name="Tile 4"/>
          <p:cNvSpPr>
            <a:spLocks noGrp="1"/>
          </p:cNvSpPr>
          <p:nvPr>
            <p:ph type="body" sz="quarter" idx="24"/>
          </p:nvPr>
        </p:nvSpPr>
        <p:spPr>
          <a:xfrm>
            <a:off x="9141714" y="1920240"/>
            <a:ext cx="2361438" cy="3017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4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spcBef>
                <a:spcPts val="600"/>
              </a:spcBef>
              <a:buNone/>
              <a:defRPr lang="en-GB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00</a:t>
            </a:r>
          </a:p>
          <a:p>
            <a:pPr lvl="1"/>
            <a:r>
              <a:rPr lang="en-GB"/>
              <a:t>Short label</a:t>
            </a:r>
          </a:p>
        </p:txBody>
      </p:sp>
      <p:sp>
        <p:nvSpPr>
          <p:cNvPr id="18" name="Caption"/>
          <p:cNvSpPr>
            <a:spLocks noGrp="1"/>
          </p:cNvSpPr>
          <p:nvPr>
            <p:ph type="body" sz="quarter" idx="14"/>
          </p:nvPr>
        </p:nvSpPr>
        <p:spPr>
          <a:xfrm>
            <a:off x="548640" y="5760720"/>
            <a:ext cx="11091672" cy="731520"/>
          </a:xfrm>
        </p:spPr>
        <p:txBody>
          <a:bodyPr vert="horz" wrap="square" lIns="274320" tIns="36576" rIns="182880" bIns="36576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Caption: one idea, one or two lines</a:t>
            </a:r>
          </a:p>
        </p:txBody>
      </p:sp>
      <p:sp>
        <p:nvSpPr>
          <p:cNvPr id="19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us leg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aption rule"/>
          <p:cNvSpPr/>
          <p:nvPr/>
        </p:nvSpPr>
        <p:spPr>
          <a:xfrm>
            <a:off x="548640" y="5815584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Legend row 1"/>
          <p:cNvSpPr/>
          <p:nvPr/>
        </p:nvSpPr>
        <p:spPr>
          <a:xfrm>
            <a:off x="548640" y="1325880"/>
            <a:ext cx="7315200" cy="713232"/>
          </a:xfrm>
          <a:prstGeom prst="roundRect">
            <a:avLst>
              <a:gd name="adj" fmla="val 10256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hip: Agreed"/>
          <p:cNvSpPr/>
          <p:nvPr/>
        </p:nvSpPr>
        <p:spPr>
          <a:xfrm>
            <a:off x="777240" y="1499616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/>
            <a:r>
              <a:rPr sz="1400" b="1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sp>
        <p:nvSpPr>
          <p:cNvPr id="6" name="Legend meaning: Agreed"/>
          <p:cNvSpPr txBox="1"/>
          <p:nvPr/>
        </p:nvSpPr>
        <p:spPr>
          <a:xfrm>
            <a:off x="2606040" y="1325880"/>
            <a:ext cx="5120640" cy="7132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2000" b="0" lang="en-GB">
                <a:solidFill>
                  <a:srgbClr val="F2F2F2"/>
                </a:solidFill>
                <a:latin typeface="Arial"/>
              </a:rPr>
              <a:t>Decided.</a:t>
            </a:r>
          </a:p>
        </p:txBody>
      </p:sp>
      <p:sp>
        <p:nvSpPr>
          <p:cNvPr id="7" name="Legend row 2"/>
          <p:cNvSpPr/>
          <p:nvPr/>
        </p:nvSpPr>
        <p:spPr>
          <a:xfrm>
            <a:off x="548640" y="2221991"/>
            <a:ext cx="7315200" cy="713232"/>
          </a:xfrm>
          <a:prstGeom prst="roundRect">
            <a:avLst>
              <a:gd name="adj" fmla="val 10256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hip: Proposed"/>
          <p:cNvSpPr/>
          <p:nvPr/>
        </p:nvSpPr>
        <p:spPr>
          <a:xfrm>
            <a:off x="777240" y="2395727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B084F5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/>
            <a:r>
              <a:rPr sz="1400" b="1" lang="en-GB">
                <a:solidFill>
                  <a:srgbClr val="101418"/>
                </a:solidFill>
                <a:latin typeface="Arial"/>
              </a:rPr>
              <a:t>PROPOSED</a:t>
            </a:r>
          </a:p>
        </p:txBody>
      </p:sp>
      <p:sp>
        <p:nvSpPr>
          <p:cNvPr id="9" name="Legend meaning: Proposed"/>
          <p:cNvSpPr txBox="1"/>
          <p:nvPr/>
        </p:nvSpPr>
        <p:spPr>
          <a:xfrm>
            <a:off x="2606040" y="2221991"/>
            <a:ext cx="5120640" cy="7132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2000" b="0" lang="en-GB">
                <a:solidFill>
                  <a:srgbClr val="F2F2F2"/>
                </a:solidFill>
                <a:latin typeface="Arial"/>
              </a:rPr>
              <a:t>Suggested, not confirmed.</a:t>
            </a:r>
          </a:p>
        </p:txBody>
      </p:sp>
      <p:sp>
        <p:nvSpPr>
          <p:cNvPr id="10" name="Legend row 3"/>
          <p:cNvSpPr/>
          <p:nvPr/>
        </p:nvSpPr>
        <p:spPr>
          <a:xfrm>
            <a:off x="548640" y="3118104"/>
            <a:ext cx="7315200" cy="713232"/>
          </a:xfrm>
          <a:prstGeom prst="roundRect">
            <a:avLst>
              <a:gd name="adj" fmla="val 10256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hip: Provisional"/>
          <p:cNvSpPr/>
          <p:nvPr/>
        </p:nvSpPr>
        <p:spPr>
          <a:xfrm>
            <a:off x="777240" y="3291840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4DA3FF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/>
            <a:r>
              <a:rPr sz="1400" b="1" lang="en-GB">
                <a:solidFill>
                  <a:srgbClr val="101418"/>
                </a:solidFill>
                <a:latin typeface="Arial"/>
              </a:rPr>
              <a:t>PROVISIONAL</a:t>
            </a:r>
          </a:p>
        </p:txBody>
      </p:sp>
      <p:sp>
        <p:nvSpPr>
          <p:cNvPr id="12" name="Legend meaning: Provisional"/>
          <p:cNvSpPr txBox="1"/>
          <p:nvPr/>
        </p:nvSpPr>
        <p:spPr>
          <a:xfrm>
            <a:off x="2606040" y="3118104"/>
            <a:ext cx="5120640" cy="7132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2000" b="0" lang="en-GB">
                <a:solidFill>
                  <a:srgbClr val="F2F2F2"/>
                </a:solidFill>
                <a:latin typeface="Arial"/>
              </a:rPr>
              <a:t>A test number that may change.</a:t>
            </a:r>
          </a:p>
        </p:txBody>
      </p:sp>
      <p:sp>
        <p:nvSpPr>
          <p:cNvPr id="13" name="Legend row 4"/>
          <p:cNvSpPr/>
          <p:nvPr/>
        </p:nvSpPr>
        <p:spPr>
          <a:xfrm>
            <a:off x="548640" y="4014215"/>
            <a:ext cx="7315200" cy="713232"/>
          </a:xfrm>
          <a:prstGeom prst="roundRect">
            <a:avLst>
              <a:gd name="adj" fmla="val 10256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hip: Undecided"/>
          <p:cNvSpPr/>
          <p:nvPr/>
        </p:nvSpPr>
        <p:spPr>
          <a:xfrm>
            <a:off x="777240" y="4187952"/>
            <a:ext cx="1554480" cy="365760"/>
          </a:xfrm>
          <a:prstGeom prst="roundRect">
            <a:avLst>
              <a:gd name="adj" fmla="val 30000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square" lIns="54864" tIns="0" rIns="54864" bIns="0">
            <a:noAutofit/>
          </a:bodyPr>
          <a:lstStyle/>
          <a:p>
            <a:pPr algn="ctr"/>
            <a:r>
              <a:rPr sz="1400" b="1" lang="en-GB">
                <a:solidFill>
                  <a:srgbClr val="F2F2F2"/>
                </a:solidFill>
                <a:latin typeface="Arial"/>
              </a:rPr>
              <a:t>UNDECIDED</a:t>
            </a:r>
          </a:p>
        </p:txBody>
      </p:sp>
      <p:sp>
        <p:nvSpPr>
          <p:cNvPr id="15" name="Legend meaning: Undecided"/>
          <p:cNvSpPr txBox="1"/>
          <p:nvPr/>
        </p:nvSpPr>
        <p:spPr>
          <a:xfrm>
            <a:off x="2606040" y="4014215"/>
            <a:ext cx="5120640" cy="7132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2000" b="0" lang="en-GB">
                <a:solidFill>
                  <a:srgbClr val="F2F2F2"/>
                </a:solidFill>
                <a:latin typeface="Arial"/>
              </a:rPr>
              <a:t>Still an open question.</a:t>
            </a:r>
          </a:p>
        </p:txBody>
      </p:sp>
      <p:sp>
        <p:nvSpPr>
          <p:cNvPr id="16" name="Legend row 5"/>
          <p:cNvSpPr/>
          <p:nvPr/>
        </p:nvSpPr>
        <p:spPr>
          <a:xfrm>
            <a:off x="548640" y="4910328"/>
            <a:ext cx="7315200" cy="713232"/>
          </a:xfrm>
          <a:prstGeom prst="roundRect">
            <a:avLst>
              <a:gd name="adj" fmla="val 10256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Chip: Background"/>
          <p:cNvSpPr/>
          <p:nvPr/>
        </p:nvSpPr>
        <p:spPr>
          <a:xfrm>
            <a:off x="777240" y="5084064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4A515B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/>
            <a:r>
              <a:rPr sz="1400" b="1" lang="en-GB">
                <a:solidFill>
                  <a:srgbClr val="F2F2F2"/>
                </a:solidFill>
                <a:latin typeface="Arial"/>
              </a:rPr>
              <a:t>BACKGROUND</a:t>
            </a:r>
          </a:p>
        </p:txBody>
      </p:sp>
      <p:sp>
        <p:nvSpPr>
          <p:cNvPr id="18" name="Legend meaning: Background"/>
          <p:cNvSpPr txBox="1"/>
          <p:nvPr/>
        </p:nvSpPr>
        <p:spPr>
          <a:xfrm>
            <a:off x="2606040" y="4910328"/>
            <a:ext cx="5120640" cy="7132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2000" b="0" lang="en-GB">
                <a:solidFill>
                  <a:srgbClr val="F2F2F2"/>
                </a:solidFill>
                <a:latin typeface="Arial"/>
              </a:rPr>
              <a:t>A real-world fact.</a:t>
            </a:r>
          </a:p>
        </p:txBody>
      </p:sp>
      <p:grpSp>
        <p:nvGrpSpPr>
          <p:cNvPr id="19" name="Corner sketch" descr="Small drawing of a slide with a tag chip in its top-right corner"/>
          <p:cNvGrpSpPr/>
          <p:nvPr/>
        </p:nvGrpSpPr>
        <p:grpSpPr>
          <a:xfrm>
            <a:off x="8412480" y="1554480"/>
            <a:ext cx="3227832" cy="1819656"/>
            <a:chOff x="8412480" y="1554480"/>
            <a:chExt cx="3227832" cy="1819656"/>
          </a:xfrm>
        </p:grpSpPr>
        <p:sp>
          <p:nvSpPr>
            <p:cNvPr id="20" name="sketch slide"/>
            <p:cNvSpPr/>
            <p:nvPr/>
          </p:nvSpPr>
          <p:spPr>
            <a:xfrm>
              <a:off x="8412480" y="1554480"/>
              <a:ext cx="3227832" cy="1819656"/>
            </a:xfrm>
            <a:prstGeom prst="roundRect">
              <a:avLst>
                <a:gd name="adj" fmla="val 4020"/>
              </a:avLst>
            </a:prstGeom>
            <a:solidFill>
              <a:srgbClr val="1E2126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sketch title"/>
            <p:cNvSpPr/>
            <p:nvPr/>
          </p:nvSpPr>
          <p:spPr>
            <a:xfrm>
              <a:off x="8595360" y="1783080"/>
              <a:ext cx="1554480" cy="146304"/>
            </a:xfrm>
            <a:prstGeom prst="roundRect">
              <a:avLst>
                <a:gd name="adj" fmla="val 31250"/>
              </a:avLst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sketch chip"/>
            <p:cNvSpPr/>
            <p:nvPr/>
          </p:nvSpPr>
          <p:spPr>
            <a:xfrm>
              <a:off x="10378440" y="1737360"/>
              <a:ext cx="1097280" cy="237744"/>
            </a:xfrm>
            <a:prstGeom prst="roundRect">
              <a:avLst>
                <a:gd name="adj" fmla="val 38461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sketch caption"/>
            <p:cNvSpPr/>
            <p:nvPr/>
          </p:nvSpPr>
          <p:spPr>
            <a:xfrm>
              <a:off x="8595360" y="3017520"/>
              <a:ext cx="2862072" cy="219456"/>
            </a:xfrm>
            <a:prstGeom prst="roundRect">
              <a:avLst>
                <a:gd name="adj" fmla="val 2083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" name="Legend note 1"/>
          <p:cNvSpPr txBox="1"/>
          <p:nvPr/>
        </p:nvSpPr>
        <p:spPr>
          <a:xfrm>
            <a:off x="8412480" y="3493008"/>
            <a:ext cx="3227832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400" b="0" lang="en-GB">
                <a:solidFill>
                  <a:srgbClr val="A9B0B8"/>
                </a:solidFill>
                <a:latin typeface="Arial"/>
              </a:rPr>
              <a:t>Top-right corner of every content slide</a:t>
            </a:r>
          </a:p>
        </p:txBody>
      </p:sp>
      <p:sp>
        <p:nvSpPr>
          <p:cNvPr id="25" name="Legend note 2"/>
          <p:cNvSpPr txBox="1"/>
          <p:nvPr/>
        </p:nvSpPr>
        <p:spPr>
          <a:xfrm>
            <a:off x="8412480" y="4160520"/>
            <a:ext cx="3227832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400" b="0" lang="en-GB">
                <a:solidFill>
                  <a:srgbClr val="A9B0B8"/>
                </a:solidFill>
                <a:latin typeface="Arial"/>
              </a:rPr>
              <a:t>A small chip beside a statement tags that statement.</a:t>
            </a:r>
          </a:p>
        </p:txBody>
      </p:sp>
      <p:sp>
        <p:nvSpPr>
          <p:cNvPr id="26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731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title</a:t>
            </a:r>
          </a:p>
        </p:txBody>
      </p:sp>
      <p:sp>
        <p:nvSpPr>
          <p:cNvPr id="27" name="Caption"/>
          <p:cNvSpPr>
            <a:spLocks noGrp="1"/>
          </p:cNvSpPr>
          <p:nvPr>
            <p:ph type="body" sz="quarter" idx="14"/>
          </p:nvPr>
        </p:nvSpPr>
        <p:spPr>
          <a:xfrm>
            <a:off x="548640" y="5760720"/>
            <a:ext cx="11091672" cy="731520"/>
          </a:xfrm>
        </p:spPr>
        <p:txBody>
          <a:bodyPr vert="horz" wrap="square" lIns="274320" tIns="36576" rIns="182880" bIns="36576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Caption: one idea, one or two lines</a:t>
            </a:r>
          </a:p>
        </p:txBody>
      </p:sp>
      <p:sp>
        <p:nvSpPr>
          <p:cNvPr id="28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dits / source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aption rule"/>
          <p:cNvSpPr/>
          <p:nvPr/>
        </p:nvSpPr>
        <p:spPr>
          <a:xfrm>
            <a:off x="548640" y="5815584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73152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GB"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title</a:t>
            </a:r>
          </a:p>
        </p:txBody>
      </p:sp>
      <p:sp>
        <p:nvSpPr>
          <p:cNvPr id="5" name="Table"/>
          <p:cNvSpPr>
            <a:spLocks noGrp="1"/>
          </p:cNvSpPr>
          <p:nvPr>
            <p:ph type="tbl" sz="quarter" idx="20"/>
          </p:nvPr>
        </p:nvSpPr>
        <p:spPr>
          <a:xfrm>
            <a:off x="548640" y="1325880"/>
            <a:ext cx="11091672" cy="3520440"/>
          </a:xfr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None/>
              <a:defRPr lang="en-GB"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Click the icon to add the credits table</a:t>
            </a:r>
          </a:p>
        </p:txBody>
      </p:sp>
      <p:sp>
        <p:nvSpPr>
          <p:cNvPr id="6" name="Note"/>
          <p:cNvSpPr>
            <a:spLocks noGrp="1"/>
          </p:cNvSpPr>
          <p:nvPr>
            <p:ph type="body" sz="quarter" idx="17"/>
          </p:nvPr>
        </p:nvSpPr>
        <p:spPr>
          <a:xfrm>
            <a:off x="548640" y="4983480"/>
            <a:ext cx="11091672" cy="59436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Licence note, for example how images were changed</a:t>
            </a:r>
          </a:p>
        </p:txBody>
      </p:sp>
      <p:sp>
        <p:nvSpPr>
          <p:cNvPr id="7" name="Caption"/>
          <p:cNvSpPr>
            <a:spLocks noGrp="1"/>
          </p:cNvSpPr>
          <p:nvPr>
            <p:ph type="body" sz="quarter" idx="14"/>
          </p:nvPr>
        </p:nvSpPr>
        <p:spPr>
          <a:xfrm>
            <a:off x="548640" y="5760720"/>
            <a:ext cx="11091672" cy="731520"/>
          </a:xfrm>
        </p:spPr>
        <p:txBody>
          <a:bodyPr vert="horz" wrap="square" lIns="274320" tIns="36576" rIns="182880" bIns="36576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Caption: one idea, one or two lines</a:t>
            </a:r>
          </a:p>
        </p:txBody>
      </p:sp>
      <p:sp>
        <p:nvSpPr>
          <p:cNvPr id="8" name="Slide number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ctr">
            <a:noAutofit/>
          </a:bodyPr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/ what n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Track motif" descr="Decorative drawing of two rails and sleepers seen from above"/>
          <p:cNvGrpSpPr/>
          <p:nvPr/>
        </p:nvGrpSpPr>
        <p:grpSpPr>
          <a:xfrm>
            <a:off x="9464040" y="0"/>
            <a:ext cx="2103120" cy="6858000"/>
            <a:chOff x="9464040" y="0"/>
            <a:chExt cx="2103120" cy="6858000"/>
          </a:xfrm>
        </p:grpSpPr>
        <p:sp>
          <p:nvSpPr>
            <p:cNvPr id="3" name="sleeper"/>
            <p:cNvSpPr/>
            <p:nvPr/>
          </p:nvSpPr>
          <p:spPr>
            <a:xfrm>
              <a:off x="9464040" y="0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sleeper"/>
            <p:cNvSpPr/>
            <p:nvPr/>
          </p:nvSpPr>
          <p:spPr>
            <a:xfrm>
              <a:off x="9464040" y="384048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sleeper"/>
            <p:cNvSpPr/>
            <p:nvPr/>
          </p:nvSpPr>
          <p:spPr>
            <a:xfrm>
              <a:off x="9464040" y="768096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sleeper"/>
            <p:cNvSpPr/>
            <p:nvPr/>
          </p:nvSpPr>
          <p:spPr>
            <a:xfrm>
              <a:off x="9464040" y="1152144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sleeper"/>
            <p:cNvSpPr/>
            <p:nvPr/>
          </p:nvSpPr>
          <p:spPr>
            <a:xfrm>
              <a:off x="9464040" y="1536192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sleeper"/>
            <p:cNvSpPr/>
            <p:nvPr/>
          </p:nvSpPr>
          <p:spPr>
            <a:xfrm>
              <a:off x="9464040" y="1920240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sleeper"/>
            <p:cNvSpPr/>
            <p:nvPr/>
          </p:nvSpPr>
          <p:spPr>
            <a:xfrm>
              <a:off x="9464040" y="2304288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sleeper"/>
            <p:cNvSpPr/>
            <p:nvPr/>
          </p:nvSpPr>
          <p:spPr>
            <a:xfrm>
              <a:off x="9464040" y="2688336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sleeper"/>
            <p:cNvSpPr/>
            <p:nvPr/>
          </p:nvSpPr>
          <p:spPr>
            <a:xfrm>
              <a:off x="9464040" y="3072384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sleeper"/>
            <p:cNvSpPr/>
            <p:nvPr/>
          </p:nvSpPr>
          <p:spPr>
            <a:xfrm>
              <a:off x="9464040" y="3456432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sleeper"/>
            <p:cNvSpPr/>
            <p:nvPr/>
          </p:nvSpPr>
          <p:spPr>
            <a:xfrm>
              <a:off x="9464040" y="3840480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sleeper"/>
            <p:cNvSpPr/>
            <p:nvPr/>
          </p:nvSpPr>
          <p:spPr>
            <a:xfrm>
              <a:off x="9464040" y="4224528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sleeper"/>
            <p:cNvSpPr/>
            <p:nvPr/>
          </p:nvSpPr>
          <p:spPr>
            <a:xfrm>
              <a:off x="9464040" y="4608576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sleeper"/>
            <p:cNvSpPr/>
            <p:nvPr/>
          </p:nvSpPr>
          <p:spPr>
            <a:xfrm>
              <a:off x="9464040" y="4992624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sleeper"/>
            <p:cNvSpPr/>
            <p:nvPr/>
          </p:nvSpPr>
          <p:spPr>
            <a:xfrm>
              <a:off x="9464040" y="5376672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sleeper"/>
            <p:cNvSpPr/>
            <p:nvPr/>
          </p:nvSpPr>
          <p:spPr>
            <a:xfrm>
              <a:off x="9464040" y="5760720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sleeper"/>
            <p:cNvSpPr/>
            <p:nvPr/>
          </p:nvSpPr>
          <p:spPr>
            <a:xfrm>
              <a:off x="9464040" y="6144768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sleeper"/>
            <p:cNvSpPr/>
            <p:nvPr/>
          </p:nvSpPr>
          <p:spPr>
            <a:xfrm>
              <a:off x="9464040" y="6528816"/>
              <a:ext cx="2103120" cy="1280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ail"/>
            <p:cNvSpPr/>
            <p:nvPr/>
          </p:nvSpPr>
          <p:spPr>
            <a:xfrm>
              <a:off x="9885578" y="0"/>
              <a:ext cx="82296" cy="68580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ail"/>
            <p:cNvSpPr/>
            <p:nvPr/>
          </p:nvSpPr>
          <p:spPr>
            <a:xfrm>
              <a:off x="11063325" y="0"/>
              <a:ext cx="82296" cy="68580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" name="Closing rule"/>
          <p:cNvSpPr/>
          <p:nvPr/>
        </p:nvSpPr>
        <p:spPr>
          <a:xfrm>
            <a:off x="548640" y="2011680"/>
            <a:ext cx="1645920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itle"/>
          <p:cNvSpPr>
            <a:spLocks noGrp="1"/>
          </p:cNvSpPr>
          <p:nvPr>
            <p:ph type="title"/>
          </p:nvPr>
        </p:nvSpPr>
        <p:spPr>
          <a:xfrm>
            <a:off x="548640" y="731520"/>
            <a:ext cx="8229600" cy="118872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GB" sz="4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add the closing title</a:t>
            </a:r>
          </a:p>
        </p:txBody>
      </p:sp>
      <p:sp>
        <p:nvSpPr>
          <p:cNvPr id="25" name="Next steps"/>
          <p:cNvSpPr>
            <a:spLocks noGrp="1"/>
          </p:cNvSpPr>
          <p:nvPr>
            <p:ph type="body" sz="quarter" idx="17"/>
          </p:nvPr>
        </p:nvSpPr>
        <p:spPr>
          <a:xfrm>
            <a:off x="548640" y="2377440"/>
            <a:ext cx="8229600" cy="3108960"/>
          </a:xfrm>
        </p:spPr>
        <p:txBody>
          <a:bodyPr vert="horz" wrap="square" lIns="0" tIns="0" rIns="0" bIns="0" rtlCol="0" anchor="t">
            <a:noAutofit/>
          </a:bodyPr>
          <a:lstStyle>
            <a:lvl1pPr marL="457200" indent="-457200" algn="l" defTabSz="914400" rtl="0" eaLnBrk="1" latinLnBrk="0" hangingPunct="1">
              <a:spcBef>
                <a:spcPts val="1000"/>
              </a:spcBef>
              <a:buClr>
                <a:schemeClr val="accent1"/>
              </a:buClr>
              <a:buFont typeface="+mj-lt"/>
              <a:buAutoNum type="arabicPeriod"/>
              <a:defRPr lang="en-GB"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ts val="300"/>
              </a:spcBef>
              <a:buNone/>
              <a:defRPr lang="en-GB"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en-GB"/>
              <a:t>First next step</a:t>
            </a:r>
          </a:p>
          <a:p>
            <a:r>
              <a:rPr lang="en-GB"/>
              <a:t>Second next step</a:t>
            </a:r>
          </a:p>
          <a:p>
            <a:r>
              <a:rPr lang="en-GB"/>
              <a:t>Third next step</a:t>
            </a:r>
          </a:p>
        </p:txBody>
      </p:sp>
      <p:sp>
        <p:nvSpPr>
          <p:cNvPr id="26" name="Closing note"/>
          <p:cNvSpPr>
            <a:spLocks noGrp="1"/>
          </p:cNvSpPr>
          <p:nvPr>
            <p:ph type="body" sz="quarter" idx="18"/>
          </p:nvPr>
        </p:nvSpPr>
        <p:spPr>
          <a:xfrm>
            <a:off x="548640" y="5943600"/>
            <a:ext cx="8229600" cy="36576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Contact, date or version line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/>
              <a:t>Click to edit the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325880"/>
            <a:ext cx="11091672" cy="42976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/>
              <a:t>Click to edit the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0725912" y="6528816"/>
            <a:ext cx="91440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r" defTabSz="914400" rtl="0" eaLnBrk="1" latinLnBrk="0" hangingPunct="1">
              <a:spcBef>
                <a:spcPts val="0"/>
              </a:spcBef>
              <a:buNone/>
              <a:defRPr lang="en-GB"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"/>
    <p:sldLayoutId id="2147483660" r:id="rId13"/>
    <p:sldLayoutId id="2147483661" r:id="rId14"/>
  </p:sldLayoutIdLst>
  <p:txStyles>
    <p:titleStyle>
      <a:lvl1pPr marL="0" indent="0" algn="l" defTabSz="914400" rtl="0" eaLnBrk="1" latinLnBrk="0" hangingPunct="1">
        <a:spcBef>
          <a:spcPts val="0"/>
        </a:spcBef>
        <a:buNone/>
        <a:defRPr lang="en-GB" sz="3600" b="1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74320" indent="-274320" algn="l" defTabSz="914400" rtl="0" eaLnBrk="1" latinLnBrk="0" hangingPunct="1">
        <a:spcBef>
          <a:spcPts val="600"/>
        </a:spcBef>
        <a:buClr>
          <a:schemeClr val="accent1"/>
        </a:buClr>
        <a:buFont typeface="Arial"/>
        <a:buChar char="•"/>
        <a:defRPr lang="en-GB"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914400" rtl="0" eaLnBrk="1" latinLnBrk="0" hangingPunct="1">
        <a:spcBef>
          <a:spcPts val="300"/>
        </a:spcBef>
        <a:buClr>
          <a:schemeClr val="accent1"/>
        </a:buClr>
        <a:buFont typeface="Arial"/>
        <a:buChar char="•"/>
        <a:defRPr lang="en-GB"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74320" algn="l" defTabSz="914400" rtl="0" eaLnBrk="1" latinLnBrk="0" hangingPunct="1">
        <a:spcBef>
          <a:spcPts val="300"/>
        </a:spcBef>
        <a:buClr>
          <a:schemeClr val="accent1"/>
        </a:buClr>
        <a:buFont typeface="Arial"/>
        <a:buChar char="•"/>
        <a:defRPr lang="en-GB"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74320" algn="l" defTabSz="914400" rtl="0" eaLnBrk="1" latinLnBrk="0" hangingPunct="1">
        <a:spcBef>
          <a:spcPts val="300"/>
        </a:spcBef>
        <a:buClr>
          <a:schemeClr val="accent1"/>
        </a:buClr>
        <a:buFont typeface="Arial"/>
        <a:buChar char="•"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74320" algn="l" defTabSz="914400" rtl="0" eaLnBrk="1" latinLnBrk="0" hangingPunct="1">
        <a:spcBef>
          <a:spcPts val="300"/>
        </a:spcBef>
        <a:buClr>
          <a:schemeClr val="accent1"/>
        </a:buClr>
        <a:buFont typeface="Arial"/>
        <a:buChar char="•"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74320" algn="l" defTabSz="914400" rtl="0" eaLnBrk="1" latinLnBrk="0" hangingPunct="1">
        <a:spcBef>
          <a:spcPts val="300"/>
        </a:spcBef>
        <a:buClr>
          <a:schemeClr val="accent1"/>
        </a:buClr>
        <a:buFont typeface="Arial"/>
        <a:buChar char="•"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74320" algn="l" defTabSz="914400" rtl="0" eaLnBrk="1" latinLnBrk="0" hangingPunct="1">
        <a:spcBef>
          <a:spcPts val="300"/>
        </a:spcBef>
        <a:buClr>
          <a:schemeClr val="accent1"/>
        </a:buClr>
        <a:buFont typeface="Arial"/>
        <a:buChar char="•"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74320" algn="l" defTabSz="914400" rtl="0" eaLnBrk="1" latinLnBrk="0" hangingPunct="1">
        <a:spcBef>
          <a:spcPts val="300"/>
        </a:spcBef>
        <a:buClr>
          <a:schemeClr val="accent1"/>
        </a:buClr>
        <a:buFont typeface="Arial"/>
        <a:buChar char="•"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74320" algn="l" defTabSz="914400" rtl="0" eaLnBrk="1" latinLnBrk="0" hangingPunct="1">
        <a:spcBef>
          <a:spcPts val="300"/>
        </a:spcBef>
        <a:buClr>
          <a:schemeClr val="accent1"/>
        </a:buClr>
        <a:buFont typeface="Arial"/>
        <a:buChar char="•"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indent="0" algn="l" defTabSz="914400" rtl="0" eaLnBrk="1" latinLnBrk="0" hangingPunct="1">
        <a:spcBef>
          <a:spcPts val="0"/>
        </a:spcBef>
        <a:buNone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spcBef>
          <a:spcPts val="0"/>
        </a:spcBef>
        <a:buNone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spcBef>
          <a:spcPts val="0"/>
        </a:spcBef>
        <a:buNone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spcBef>
          <a:spcPts val="0"/>
        </a:spcBef>
        <a:buNone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spcBef>
          <a:spcPts val="0"/>
        </a:spcBef>
        <a:buNone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indent="0" algn="l" defTabSz="914400" rtl="0" eaLnBrk="1" latinLnBrk="0" hangingPunct="1">
        <a:spcBef>
          <a:spcPts val="0"/>
        </a:spcBef>
        <a:buNone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0" algn="l" defTabSz="914400" rtl="0" eaLnBrk="1" latinLnBrk="0" hangingPunct="1">
        <a:spcBef>
          <a:spcPts val="0"/>
        </a:spcBef>
        <a:buNone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indent="0" algn="l" defTabSz="914400" rtl="0" eaLnBrk="1" latinLnBrk="0" hangingPunct="1">
        <a:spcBef>
          <a:spcPts val="0"/>
        </a:spcBef>
        <a:buNone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0" algn="l" defTabSz="914400" rtl="0" eaLnBrk="1" latinLnBrk="0" hangingPunct="1">
        <a:spcBef>
          <a:spcPts val="0"/>
        </a:spcBef>
        <a:buNone/>
        <a:defRPr lang="en-GB" sz="1400" b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Early Locomotion Charcoal and Orange">
  <a:themeElements>
    <a:clrScheme name="Early Locomotion Charcoal and Orange">
      <a:dk1>
        <a:srgbClr val="1E2126"/>
      </a:dk1>
      <a:lt1>
        <a:srgbClr val="F2F2F2"/>
      </a:lt1>
      <a:dk2>
        <a:srgbClr val="2B2F36"/>
      </a:dk2>
      <a:lt2>
        <a:srgbClr val="A9B0B8"/>
      </a:lt2>
      <a:accent1>
        <a:srgbClr val="F28C28"/>
      </a:accent1>
      <a:accent2>
        <a:srgbClr val="3FB950"/>
      </a:accent2>
      <a:accent3>
        <a:srgbClr val="4DA3FF"/>
      </a:accent3>
      <a:accent4>
        <a:srgbClr val="B084F5"/>
      </a:accent4>
      <a:accent5>
        <a:srgbClr val="F2C14E"/>
      </a:accent5>
      <a:accent6>
        <a:srgbClr val="E5484D"/>
      </a:accent6>
      <a:hlink>
        <a:srgbClr val="8FC7FF"/>
      </a:hlink>
      <a:folHlink>
        <a:srgbClr val="C9B2F5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Early Locomotion kit (python-pptx)</Application>
  <PresentationFormat>Widescreen</PresentationFormat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Locomotion house style: Claude template (v001)</dc:title>
  <dc:subject>PowerPoint template: charcoal-and-orange theme, Arial, 13 custom layouts</dc:subject>
  <dc:creator>Claude (Early Locomotion project)</dc:creator>
  <cp:keywords>template; layouts; Early Locomotion; Claude Presents</cp:keywords>
  <dc:description/>
  <cp:lastModifiedBy>Claude (Early Locomotion project)</cp:lastModifiedBy>
  <cp:revision>1</cp:revision>
  <dcterms:created xsi:type="dcterms:W3CDTF">2026-10-22T20:47:30Z</dcterms:created>
  <dcterms:modified xsi:type="dcterms:W3CDTF">2026-10-22T20:47:30Z</dcterms:modified>
  <cp:category/>
  <dc:language>en-GB</dc:language>
</cp:coreProperties>
</file>