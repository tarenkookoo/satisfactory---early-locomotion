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GB"/>
    </a:defPPr>
    <a:lvl1pPr marL="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 rtl="0" eaLnBrk="1" latinLnBrk="0" hangingPunct="1">
      <a:spcBef>
        <a:spcPts val="0"/>
      </a:spcBef>
      <a:buNone/>
      <a:defRPr lang="en-GB" sz="1400" b="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Track motif" descr="Decorative drawing of two rails and sleepers seen from above"/>
          <p:cNvGrpSpPr/>
          <p:nvPr/>
        </p:nvGrpSpPr>
        <p:grpSpPr>
          <a:xfrm>
            <a:off x="9464040" y="0"/>
            <a:ext cx="2103120" cy="6858000"/>
            <a:chOff x="9464040" y="0"/>
            <a:chExt cx="2103120" cy="6858000"/>
          </a:xfrm>
        </p:grpSpPr>
        <p:sp>
          <p:nvSpPr>
            <p:cNvPr id="3" name="sleeper"/>
            <p:cNvSpPr/>
            <p:nvPr/>
          </p:nvSpPr>
          <p:spPr>
            <a:xfrm>
              <a:off x="9464040" y="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sleeper"/>
            <p:cNvSpPr/>
            <p:nvPr/>
          </p:nvSpPr>
          <p:spPr>
            <a:xfrm>
              <a:off x="9464040" y="38404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sleeper"/>
            <p:cNvSpPr/>
            <p:nvPr/>
          </p:nvSpPr>
          <p:spPr>
            <a:xfrm>
              <a:off x="9464040" y="76809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leeper"/>
            <p:cNvSpPr/>
            <p:nvPr/>
          </p:nvSpPr>
          <p:spPr>
            <a:xfrm>
              <a:off x="9464040" y="115214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>
              <a:off x="9464040" y="153619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9464040" y="192024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9464040" y="230428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9464040" y="268833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9464040" y="307238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9464040" y="345643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9464040" y="384048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9464040" y="422452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9464040" y="460857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9464040" y="499262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9464040" y="537667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9464040" y="576072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9464040" y="614476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9464040" y="652881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ail"/>
            <p:cNvSpPr/>
            <p:nvPr/>
          </p:nvSpPr>
          <p:spPr>
            <a:xfrm>
              <a:off x="9885578" y="0"/>
              <a:ext cx="82296" cy="68580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ail"/>
            <p:cNvSpPr/>
            <p:nvPr/>
          </p:nvSpPr>
          <p:spPr>
            <a:xfrm>
              <a:off x="11063325" y="0"/>
              <a:ext cx="82296" cy="68580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" name="Cover rule"/>
          <p:cNvSpPr/>
          <p:nvPr/>
        </p:nvSpPr>
        <p:spPr>
          <a:xfrm>
            <a:off x="548640" y="4114800"/>
            <a:ext cx="164592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itle"/>
          <p:cNvSpPr>
            <a:spLocks noGrp="1"/>
          </p:cNvSpPr>
          <p:nvPr>
            <p:ph type="ctrTitle"/>
          </p:nvPr>
        </p:nvSpPr>
        <p:spPr>
          <a:xfrm>
            <a:off x="548640" y="1005840"/>
            <a:ext cx="8138160" cy="288036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None/>
              <a:defRPr lang="en-GB" sz="54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deck title</a:t>
            </a:r>
          </a:p>
        </p:txBody>
      </p:sp>
      <p:sp>
        <p:nvSpPr>
          <p:cNvPr id="25" name="Subtitle"/>
          <p:cNvSpPr>
            <a:spLocks noGrp="1"/>
          </p:cNvSpPr>
          <p:nvPr>
            <p:ph type="subTitle" idx="1"/>
          </p:nvPr>
        </p:nvSpPr>
        <p:spPr>
          <a:xfrm>
            <a:off x="548640" y="4389120"/>
            <a:ext cx="8138160" cy="100584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to add the subtitle</a:t>
            </a:r>
          </a:p>
        </p:txBody>
      </p:sp>
      <p:sp>
        <p:nvSpPr>
          <p:cNvPr id="26" name="Cover note"/>
          <p:cNvSpPr>
            <a:spLocks noGrp="1"/>
          </p:cNvSpPr>
          <p:nvPr>
            <p:ph type="body" sz="quarter" idx="18"/>
          </p:nvPr>
        </p:nvSpPr>
        <p:spPr>
          <a:xfrm>
            <a:off x="548640" y="5943600"/>
            <a:ext cx="8138160" cy="36576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Version, date and author line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Track motif" descr="Decorative drawing of two rails and sleepers seen from above"/>
          <p:cNvGrpSpPr/>
          <p:nvPr/>
        </p:nvGrpSpPr>
        <p:grpSpPr>
          <a:xfrm>
            <a:off x="0" y="5897880"/>
            <a:ext cx="12191695" cy="566928"/>
            <a:chOff x="0" y="5897880"/>
            <a:chExt cx="12191695" cy="566928"/>
          </a:xfrm>
        </p:grpSpPr>
        <p:sp>
          <p:nvSpPr>
            <p:cNvPr id="3" name="sleeper"/>
            <p:cNvSpPr/>
            <p:nvPr/>
          </p:nvSpPr>
          <p:spPr>
            <a:xfrm>
              <a:off x="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sleeper"/>
            <p:cNvSpPr/>
            <p:nvPr/>
          </p:nvSpPr>
          <p:spPr>
            <a:xfrm>
              <a:off x="38404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sleeper"/>
            <p:cNvSpPr/>
            <p:nvPr/>
          </p:nvSpPr>
          <p:spPr>
            <a:xfrm>
              <a:off x="76809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leeper"/>
            <p:cNvSpPr/>
            <p:nvPr/>
          </p:nvSpPr>
          <p:spPr>
            <a:xfrm>
              <a:off x="115214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>
              <a:off x="153619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192024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230428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268833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307238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345643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384048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422452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460857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499262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537667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576072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614476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652881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leeper"/>
            <p:cNvSpPr/>
            <p:nvPr/>
          </p:nvSpPr>
          <p:spPr>
            <a:xfrm>
              <a:off x="691286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leeper"/>
            <p:cNvSpPr/>
            <p:nvPr/>
          </p:nvSpPr>
          <p:spPr>
            <a:xfrm>
              <a:off x="729691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leeper"/>
            <p:cNvSpPr/>
            <p:nvPr/>
          </p:nvSpPr>
          <p:spPr>
            <a:xfrm>
              <a:off x="768096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leeper"/>
            <p:cNvSpPr/>
            <p:nvPr/>
          </p:nvSpPr>
          <p:spPr>
            <a:xfrm>
              <a:off x="806500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leeper"/>
            <p:cNvSpPr/>
            <p:nvPr/>
          </p:nvSpPr>
          <p:spPr>
            <a:xfrm>
              <a:off x="844905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leeper"/>
            <p:cNvSpPr/>
            <p:nvPr/>
          </p:nvSpPr>
          <p:spPr>
            <a:xfrm>
              <a:off x="883310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leeper"/>
            <p:cNvSpPr/>
            <p:nvPr/>
          </p:nvSpPr>
          <p:spPr>
            <a:xfrm>
              <a:off x="921715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leeper"/>
            <p:cNvSpPr/>
            <p:nvPr/>
          </p:nvSpPr>
          <p:spPr>
            <a:xfrm>
              <a:off x="960120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leeper"/>
            <p:cNvSpPr/>
            <p:nvPr/>
          </p:nvSpPr>
          <p:spPr>
            <a:xfrm>
              <a:off x="998524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sleeper"/>
            <p:cNvSpPr/>
            <p:nvPr/>
          </p:nvSpPr>
          <p:spPr>
            <a:xfrm>
              <a:off x="10369296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leeper"/>
            <p:cNvSpPr/>
            <p:nvPr/>
          </p:nvSpPr>
          <p:spPr>
            <a:xfrm>
              <a:off x="10753344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sleeper"/>
            <p:cNvSpPr/>
            <p:nvPr/>
          </p:nvSpPr>
          <p:spPr>
            <a:xfrm>
              <a:off x="11137392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leeper"/>
            <p:cNvSpPr/>
            <p:nvPr/>
          </p:nvSpPr>
          <p:spPr>
            <a:xfrm>
              <a:off x="11521440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sleeper"/>
            <p:cNvSpPr/>
            <p:nvPr/>
          </p:nvSpPr>
          <p:spPr>
            <a:xfrm>
              <a:off x="11905488" y="5897880"/>
              <a:ext cx="128016" cy="5669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ail"/>
            <p:cNvSpPr/>
            <p:nvPr/>
          </p:nvSpPr>
          <p:spPr>
            <a:xfrm>
              <a:off x="0" y="5981456"/>
              <a:ext cx="12191695" cy="82296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ail"/>
            <p:cNvSpPr/>
            <p:nvPr/>
          </p:nvSpPr>
          <p:spPr>
            <a:xfrm>
              <a:off x="0" y="6298935"/>
              <a:ext cx="12191695" cy="82296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7" name="Chapter rule"/>
          <p:cNvSpPr/>
          <p:nvPr/>
        </p:nvSpPr>
        <p:spPr>
          <a:xfrm>
            <a:off x="548640" y="1874519"/>
            <a:ext cx="164592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itle"/>
          <p:cNvSpPr>
            <a:spLocks noGrp="1"/>
          </p:cNvSpPr>
          <p:nvPr>
            <p:ph type="title"/>
          </p:nvPr>
        </p:nvSpPr>
        <p:spPr>
          <a:xfrm>
            <a:off x="548640" y="2606040"/>
            <a:ext cx="10515600" cy="13716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None/>
              <a:defRPr lang="en-GB" sz="48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chapter title</a:t>
            </a:r>
          </a:p>
        </p:txBody>
      </p:sp>
      <p:sp>
        <p:nvSpPr>
          <p:cNvPr id="39" name="Chapter label"/>
          <p:cNvSpPr>
            <a:spLocks noGrp="1"/>
          </p:cNvSpPr>
          <p:nvPr>
            <p:ph type="body" sz="quarter" idx="19"/>
          </p:nvPr>
        </p:nvSpPr>
        <p:spPr>
          <a:xfrm>
            <a:off x="548640" y="2103120"/>
            <a:ext cx="9601200" cy="4572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400" b="1" cap="all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Part number or label</a:t>
            </a:r>
          </a:p>
        </p:txBody>
      </p:sp>
      <p:sp>
        <p:nvSpPr>
          <p:cNvPr id="40" name="Summary"/>
          <p:cNvSpPr>
            <a:spLocks noGrp="1"/>
          </p:cNvSpPr>
          <p:nvPr>
            <p:ph type="body" sz="quarter" idx="17"/>
          </p:nvPr>
        </p:nvSpPr>
        <p:spPr>
          <a:xfrm>
            <a:off x="548640" y="4114800"/>
            <a:ext cx="9601200" cy="10972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One line saying what this part covers</a:t>
            </a:r>
          </a:p>
        </p:txBody>
      </p:sp>
      <p:sp>
        <p:nvSpPr>
          <p:cNvPr id="41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visual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5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noFill/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6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+ caption + credit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Notes panel"/>
          <p:cNvSpPr/>
          <p:nvPr/>
        </p:nvSpPr>
        <p:spPr>
          <a:xfrm>
            <a:off x="8138160" y="1325880"/>
            <a:ext cx="3502152" cy="4114800"/>
          </a:xfrm>
          <a:prstGeom prst="roundRect">
            <a:avLst>
              <a:gd name="adj" fmla="val 2088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Notes rule"/>
          <p:cNvSpPr/>
          <p:nvPr/>
        </p:nvSpPr>
        <p:spPr>
          <a:xfrm>
            <a:off x="8193024" y="1435608"/>
            <a:ext cx="73152" cy="3895344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7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noFill/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8" name="Picture"/>
          <p:cNvSpPr>
            <a:spLocks noGrp="1"/>
          </p:cNvSpPr>
          <p:nvPr>
            <p:ph type="pic" sz="quarter" idx="16"/>
          </p:nvPr>
        </p:nvSpPr>
        <p:spPr>
          <a:xfrm>
            <a:off x="548640" y="1325880"/>
            <a:ext cx="7315200" cy="4114800"/>
          </a:xfrm>
          <a:prstGeom prst="roundRect">
            <a:avLst>
              <a:gd name="adj" fmla="val 1777"/>
            </a:avLst>
          </a:prstGeom>
          <a:solidFill>
            <a:schemeClr val="bg2"/>
          </a:solidFill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to add a picture</a:t>
            </a:r>
          </a:p>
        </p:txBody>
      </p:sp>
      <p:sp>
        <p:nvSpPr>
          <p:cNvPr id="9" name="Credit line"/>
          <p:cNvSpPr>
            <a:spLocks noGrp="1"/>
          </p:cNvSpPr>
          <p:nvPr>
            <p:ph type="body" sz="quarter" idx="15"/>
          </p:nvPr>
        </p:nvSpPr>
        <p:spPr>
          <a:xfrm>
            <a:off x="548640" y="5468112"/>
            <a:ext cx="7315200" cy="219456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Credit line: author, licence, source</a:t>
            </a:r>
          </a:p>
        </p:txBody>
      </p:sp>
      <p:sp>
        <p:nvSpPr>
          <p:cNvPr id="10" name="Notes"/>
          <p:cNvSpPr>
            <a:spLocks noGrp="1"/>
          </p:cNvSpPr>
          <p:nvPr>
            <p:ph type="body" sz="quarter" idx="17"/>
          </p:nvPr>
        </p:nvSpPr>
        <p:spPr>
          <a:xfrm>
            <a:off x="8503920" y="1508760"/>
            <a:ext cx="2971800" cy="3749040"/>
          </a:xfrm>
        </p:spPr>
        <p:txBody>
          <a:bodyPr vert="horz" wrap="square" lIns="0" tIns="0" rIns="0" bIns="0" rtlCol="0" anchor="t">
            <a:noAutofit/>
          </a:bodyPr>
          <a:lstStyle>
            <a:lvl1pPr marL="274320" indent="-27432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/>
              <a:buChar char="•"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spcBef>
                <a:spcPts val="300"/>
              </a:spcBef>
              <a:buClr>
                <a:schemeClr val="accent1"/>
              </a:buClr>
              <a:buFont typeface="Arial"/>
              <a:buChar char="•"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Short point to notice</a:t>
            </a:r>
          </a:p>
          <a:p>
            <a:r>
              <a:rPr lang="en-GB"/>
              <a:t>Another short point</a:t>
            </a:r>
          </a:p>
        </p:txBody>
      </p:sp>
      <p:sp>
        <p:nvSpPr>
          <p:cNvPr id="11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12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panel 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anel 1"/>
          <p:cNvSpPr/>
          <p:nvPr/>
        </p:nvSpPr>
        <p:spPr>
          <a:xfrm>
            <a:off x="548640" y="1325880"/>
            <a:ext cx="5458968" cy="4297680"/>
          </a:xfrm>
          <a:prstGeom prst="roundRect">
            <a:avLst>
              <a:gd name="adj" fmla="val 1702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anel 1 rule"/>
          <p:cNvSpPr/>
          <p:nvPr/>
        </p:nvSpPr>
        <p:spPr>
          <a:xfrm>
            <a:off x="777240" y="2103120"/>
            <a:ext cx="1097280" cy="54864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anel 2"/>
          <p:cNvSpPr/>
          <p:nvPr/>
        </p:nvSpPr>
        <p:spPr>
          <a:xfrm>
            <a:off x="6181344" y="1325880"/>
            <a:ext cx="5458968" cy="4297680"/>
          </a:xfrm>
          <a:prstGeom prst="roundRect">
            <a:avLst>
              <a:gd name="adj" fmla="val 1702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anel 2 rule"/>
          <p:cNvSpPr/>
          <p:nvPr/>
        </p:nvSpPr>
        <p:spPr>
          <a:xfrm>
            <a:off x="6409944" y="2103120"/>
            <a:ext cx="1097280" cy="54864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9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noFill/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10" name="Left heading"/>
          <p:cNvSpPr>
            <a:spLocks noGrp="1"/>
          </p:cNvSpPr>
          <p:nvPr>
            <p:ph type="body" sz="quarter" idx="21"/>
          </p:nvPr>
        </p:nvSpPr>
        <p:spPr>
          <a:xfrm>
            <a:off x="777240" y="1463040"/>
            <a:ext cx="5001768" cy="54864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Left heading</a:t>
            </a:r>
          </a:p>
        </p:txBody>
      </p:sp>
      <p:sp>
        <p:nvSpPr>
          <p:cNvPr id="11" name="Left body"/>
          <p:cNvSpPr>
            <a:spLocks noGrp="1"/>
          </p:cNvSpPr>
          <p:nvPr>
            <p:ph type="body" sz="quarter" idx="22"/>
          </p:nvPr>
        </p:nvSpPr>
        <p:spPr>
          <a:xfrm>
            <a:off x="777240" y="2331720"/>
            <a:ext cx="5001768" cy="3108960"/>
          </a:xfrm>
        </p:spPr>
        <p:txBody>
          <a:bodyPr vert="horz" wrap="square" lIns="0" tIns="0" rIns="0" bIns="0" rtlCol="0" anchor="t">
            <a:noAutofit/>
          </a:bodyPr>
          <a:lstStyle>
            <a:lvl1pPr marL="274320" indent="-27432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/>
              <a:buChar char="•"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spcBef>
                <a:spcPts val="300"/>
              </a:spcBef>
              <a:buClr>
                <a:schemeClr val="accent1"/>
              </a:buClr>
              <a:buFont typeface="Arial"/>
              <a:buChar char="•"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Short point</a:t>
            </a:r>
          </a:p>
          <a:p>
            <a:r>
              <a:rPr lang="en-GB"/>
              <a:t>Short point</a:t>
            </a:r>
          </a:p>
        </p:txBody>
      </p:sp>
      <p:sp>
        <p:nvSpPr>
          <p:cNvPr id="12" name="Right heading"/>
          <p:cNvSpPr>
            <a:spLocks noGrp="1"/>
          </p:cNvSpPr>
          <p:nvPr>
            <p:ph type="body" sz="quarter" idx="23"/>
          </p:nvPr>
        </p:nvSpPr>
        <p:spPr>
          <a:xfrm>
            <a:off x="6409944" y="1463040"/>
            <a:ext cx="5001768" cy="54864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Right heading</a:t>
            </a:r>
          </a:p>
        </p:txBody>
      </p:sp>
      <p:sp>
        <p:nvSpPr>
          <p:cNvPr id="13" name="Right body"/>
          <p:cNvSpPr>
            <a:spLocks noGrp="1"/>
          </p:cNvSpPr>
          <p:nvPr>
            <p:ph type="body" sz="quarter" idx="24"/>
          </p:nvPr>
        </p:nvSpPr>
        <p:spPr>
          <a:xfrm>
            <a:off x="6409944" y="2331720"/>
            <a:ext cx="5001768" cy="3108960"/>
          </a:xfrm>
        </p:spPr>
        <p:txBody>
          <a:bodyPr vert="horz" wrap="square" lIns="0" tIns="0" rIns="0" bIns="0" rtlCol="0" anchor="t">
            <a:noAutofit/>
          </a:bodyPr>
          <a:lstStyle>
            <a:lvl1pPr marL="274320" indent="-27432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/>
              <a:buChar char="•"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defTabSz="914400" rtl="0" eaLnBrk="1" latinLnBrk="0" hangingPunct="1">
              <a:spcBef>
                <a:spcPts val="300"/>
              </a:spcBef>
              <a:buClr>
                <a:schemeClr val="accent1"/>
              </a:buClr>
              <a:buFont typeface="Arial"/>
              <a:buChar char="•"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Short point</a:t>
            </a:r>
          </a:p>
          <a:p>
            <a:r>
              <a:rPr lang="en-GB"/>
              <a:t>Short point</a:t>
            </a:r>
          </a:p>
        </p:txBody>
      </p:sp>
      <p:sp>
        <p:nvSpPr>
          <p:cNvPr id="14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5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noFill/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6" name="Table"/>
          <p:cNvSpPr>
            <a:spLocks noGrp="1"/>
          </p:cNvSpPr>
          <p:nvPr>
            <p:ph type="tbl" sz="quarter" idx="20"/>
          </p:nvPr>
        </p:nvSpPr>
        <p:spPr>
          <a:xfrm>
            <a:off x="548640" y="1325880"/>
            <a:ext cx="11091672" cy="4206240"/>
          </a:xfrm>
          <a:solidFill>
            <a:schemeClr val="bg2"/>
          </a:solidFill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to add a table</a:t>
            </a:r>
          </a:p>
        </p:txBody>
      </p:sp>
      <p:sp>
        <p:nvSpPr>
          <p:cNvPr id="7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8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grid (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rd 1 panel"/>
          <p:cNvSpPr/>
          <p:nvPr/>
        </p:nvSpPr>
        <p:spPr>
          <a:xfrm>
            <a:off x="548640" y="1325880"/>
            <a:ext cx="5454396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rd 1 rule"/>
          <p:cNvSpPr/>
          <p:nvPr/>
        </p:nvSpPr>
        <p:spPr>
          <a:xfrm>
            <a:off x="603503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rd 2 panel"/>
          <p:cNvSpPr/>
          <p:nvPr/>
        </p:nvSpPr>
        <p:spPr>
          <a:xfrm>
            <a:off x="6185916" y="1325880"/>
            <a:ext cx="5454396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rd 2 rule"/>
          <p:cNvSpPr/>
          <p:nvPr/>
        </p:nvSpPr>
        <p:spPr>
          <a:xfrm>
            <a:off x="6240780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rd 3 panel"/>
          <p:cNvSpPr/>
          <p:nvPr/>
        </p:nvSpPr>
        <p:spPr>
          <a:xfrm>
            <a:off x="548640" y="3566160"/>
            <a:ext cx="5454396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ard 3 rule"/>
          <p:cNvSpPr/>
          <p:nvPr/>
        </p:nvSpPr>
        <p:spPr>
          <a:xfrm>
            <a:off x="603503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ard 4 panel"/>
          <p:cNvSpPr/>
          <p:nvPr/>
        </p:nvSpPr>
        <p:spPr>
          <a:xfrm>
            <a:off x="6185916" y="3566160"/>
            <a:ext cx="5454396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ard 4 rule"/>
          <p:cNvSpPr/>
          <p:nvPr/>
        </p:nvSpPr>
        <p:spPr>
          <a:xfrm>
            <a:off x="6240780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13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noFill/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14" name="Card 1"/>
          <p:cNvSpPr>
            <a:spLocks noGrp="1"/>
          </p:cNvSpPr>
          <p:nvPr>
            <p:ph type="body" sz="quarter" idx="21"/>
          </p:nvPr>
        </p:nvSpPr>
        <p:spPr>
          <a:xfrm>
            <a:off x="841248" y="1463040"/>
            <a:ext cx="4951476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1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15" name="Card 2"/>
          <p:cNvSpPr>
            <a:spLocks noGrp="1"/>
          </p:cNvSpPr>
          <p:nvPr>
            <p:ph type="body" sz="quarter" idx="22"/>
          </p:nvPr>
        </p:nvSpPr>
        <p:spPr>
          <a:xfrm>
            <a:off x="6478524" y="1463040"/>
            <a:ext cx="4951476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2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16" name="Card 3"/>
          <p:cNvSpPr>
            <a:spLocks noGrp="1"/>
          </p:cNvSpPr>
          <p:nvPr>
            <p:ph type="body" sz="quarter" idx="23"/>
          </p:nvPr>
        </p:nvSpPr>
        <p:spPr>
          <a:xfrm>
            <a:off x="841248" y="3703320"/>
            <a:ext cx="4951476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3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17" name="Card 4"/>
          <p:cNvSpPr>
            <a:spLocks noGrp="1"/>
          </p:cNvSpPr>
          <p:nvPr>
            <p:ph type="body" sz="quarter" idx="24"/>
          </p:nvPr>
        </p:nvSpPr>
        <p:spPr>
          <a:xfrm>
            <a:off x="6478524" y="3703320"/>
            <a:ext cx="4951476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4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18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19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grid (8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rd 1 panel"/>
          <p:cNvSpPr/>
          <p:nvPr/>
        </p:nvSpPr>
        <p:spPr>
          <a:xfrm>
            <a:off x="548640" y="132588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rd 1 rule"/>
          <p:cNvSpPr/>
          <p:nvPr/>
        </p:nvSpPr>
        <p:spPr>
          <a:xfrm>
            <a:off x="603503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rd 2 panel"/>
          <p:cNvSpPr/>
          <p:nvPr/>
        </p:nvSpPr>
        <p:spPr>
          <a:xfrm>
            <a:off x="3367278" y="132588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rd 2 rule"/>
          <p:cNvSpPr/>
          <p:nvPr/>
        </p:nvSpPr>
        <p:spPr>
          <a:xfrm>
            <a:off x="3422142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rd 3 panel"/>
          <p:cNvSpPr/>
          <p:nvPr/>
        </p:nvSpPr>
        <p:spPr>
          <a:xfrm>
            <a:off x="6185916" y="132588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ard 3 rule"/>
          <p:cNvSpPr/>
          <p:nvPr/>
        </p:nvSpPr>
        <p:spPr>
          <a:xfrm>
            <a:off x="6240780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ard 4 panel"/>
          <p:cNvSpPr/>
          <p:nvPr/>
        </p:nvSpPr>
        <p:spPr>
          <a:xfrm>
            <a:off x="9004554" y="132588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ard 4 rule"/>
          <p:cNvSpPr/>
          <p:nvPr/>
        </p:nvSpPr>
        <p:spPr>
          <a:xfrm>
            <a:off x="9059418" y="1435607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ard 5 panel"/>
          <p:cNvSpPr/>
          <p:nvPr/>
        </p:nvSpPr>
        <p:spPr>
          <a:xfrm>
            <a:off x="548640" y="356616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ard 5 rule"/>
          <p:cNvSpPr/>
          <p:nvPr/>
        </p:nvSpPr>
        <p:spPr>
          <a:xfrm>
            <a:off x="603503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ard 6 panel"/>
          <p:cNvSpPr/>
          <p:nvPr/>
        </p:nvSpPr>
        <p:spPr>
          <a:xfrm>
            <a:off x="3367278" y="356616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Card 6 rule"/>
          <p:cNvSpPr/>
          <p:nvPr/>
        </p:nvSpPr>
        <p:spPr>
          <a:xfrm>
            <a:off x="3422142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Card 7 panel"/>
          <p:cNvSpPr/>
          <p:nvPr/>
        </p:nvSpPr>
        <p:spPr>
          <a:xfrm>
            <a:off x="6185916" y="356616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Card 7 rule"/>
          <p:cNvSpPr/>
          <p:nvPr/>
        </p:nvSpPr>
        <p:spPr>
          <a:xfrm>
            <a:off x="6240780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Card 8 panel"/>
          <p:cNvSpPr/>
          <p:nvPr/>
        </p:nvSpPr>
        <p:spPr>
          <a:xfrm>
            <a:off x="9004554" y="3566160"/>
            <a:ext cx="2635758" cy="2057400"/>
          </a:xfrm>
          <a:prstGeom prst="roundRect">
            <a:avLst>
              <a:gd name="adj" fmla="val 355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rd 8 rule"/>
          <p:cNvSpPr/>
          <p:nvPr/>
        </p:nvSpPr>
        <p:spPr>
          <a:xfrm>
            <a:off x="9059418" y="3675888"/>
            <a:ext cx="73152" cy="1837943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21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noFill/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22" name="Card 1"/>
          <p:cNvSpPr>
            <a:spLocks noGrp="1"/>
          </p:cNvSpPr>
          <p:nvPr>
            <p:ph type="body" sz="quarter" idx="21"/>
          </p:nvPr>
        </p:nvSpPr>
        <p:spPr>
          <a:xfrm>
            <a:off x="841248" y="146304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1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3" name="Card 2"/>
          <p:cNvSpPr>
            <a:spLocks noGrp="1"/>
          </p:cNvSpPr>
          <p:nvPr>
            <p:ph type="body" sz="quarter" idx="22"/>
          </p:nvPr>
        </p:nvSpPr>
        <p:spPr>
          <a:xfrm>
            <a:off x="3659886" y="146304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2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4" name="Card 3"/>
          <p:cNvSpPr>
            <a:spLocks noGrp="1"/>
          </p:cNvSpPr>
          <p:nvPr>
            <p:ph type="body" sz="quarter" idx="23"/>
          </p:nvPr>
        </p:nvSpPr>
        <p:spPr>
          <a:xfrm>
            <a:off x="6478524" y="146304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3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5" name="Card 4"/>
          <p:cNvSpPr>
            <a:spLocks noGrp="1"/>
          </p:cNvSpPr>
          <p:nvPr>
            <p:ph type="body" sz="quarter" idx="24"/>
          </p:nvPr>
        </p:nvSpPr>
        <p:spPr>
          <a:xfrm>
            <a:off x="9297162" y="146304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4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6" name="Card 5"/>
          <p:cNvSpPr>
            <a:spLocks noGrp="1"/>
          </p:cNvSpPr>
          <p:nvPr>
            <p:ph type="body" sz="quarter" idx="25"/>
          </p:nvPr>
        </p:nvSpPr>
        <p:spPr>
          <a:xfrm>
            <a:off x="841248" y="370332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5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7" name="Card 6"/>
          <p:cNvSpPr>
            <a:spLocks noGrp="1"/>
          </p:cNvSpPr>
          <p:nvPr>
            <p:ph type="body" sz="quarter" idx="26"/>
          </p:nvPr>
        </p:nvSpPr>
        <p:spPr>
          <a:xfrm>
            <a:off x="3659886" y="370332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6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8" name="Card 7"/>
          <p:cNvSpPr>
            <a:spLocks noGrp="1"/>
          </p:cNvSpPr>
          <p:nvPr>
            <p:ph type="body" sz="quarter" idx="27"/>
          </p:nvPr>
        </p:nvSpPr>
        <p:spPr>
          <a:xfrm>
            <a:off x="6478524" y="370332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7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29" name="Card 8"/>
          <p:cNvSpPr>
            <a:spLocks noGrp="1"/>
          </p:cNvSpPr>
          <p:nvPr>
            <p:ph type="body" sz="quarter" idx="28"/>
          </p:nvPr>
        </p:nvSpPr>
        <p:spPr>
          <a:xfrm>
            <a:off x="9297162" y="3703320"/>
            <a:ext cx="2132838" cy="178308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6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Card 8 heading</a:t>
            </a:r>
          </a:p>
          <a:p>
            <a:pPr lvl="1"/>
            <a:r>
              <a:rPr lang="en-GB"/>
              <a:t>Detail line</a:t>
            </a:r>
          </a:p>
        </p:txBody>
      </p:sp>
      <p:sp>
        <p:nvSpPr>
          <p:cNvPr id="30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31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rizontal 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meline axis"/>
          <p:cNvSpPr/>
          <p:nvPr/>
        </p:nvSpPr>
        <p:spPr>
          <a:xfrm>
            <a:off x="548640" y="3401568"/>
            <a:ext cx="11091672" cy="54864"/>
          </a:xfrm>
          <a:prstGeom prst="rect">
            <a:avLst/>
          </a:prstGeom>
          <a:solidFill>
            <a:srgbClr val="9AA0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Stem 1"/>
          <p:cNvCxnSpPr/>
          <p:nvPr/>
        </p:nvCxnSpPr>
        <p:spPr>
          <a:xfrm flipV="1">
            <a:off x="1657807" y="301752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6" name="Node 1"/>
          <p:cNvSpPr/>
          <p:nvPr/>
        </p:nvSpPr>
        <p:spPr>
          <a:xfrm>
            <a:off x="1520647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Stem 2"/>
          <p:cNvCxnSpPr/>
          <p:nvPr/>
        </p:nvCxnSpPr>
        <p:spPr>
          <a:xfrm>
            <a:off x="3876141" y="356616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8" name="Node 2"/>
          <p:cNvSpPr/>
          <p:nvPr/>
        </p:nvSpPr>
        <p:spPr>
          <a:xfrm>
            <a:off x="3738981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Stem 3"/>
          <p:cNvCxnSpPr/>
          <p:nvPr/>
        </p:nvCxnSpPr>
        <p:spPr>
          <a:xfrm flipV="1">
            <a:off x="6094476" y="301752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10" name="Node 3"/>
          <p:cNvSpPr/>
          <p:nvPr/>
        </p:nvSpPr>
        <p:spPr>
          <a:xfrm>
            <a:off x="5957316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Stem 4"/>
          <p:cNvCxnSpPr/>
          <p:nvPr/>
        </p:nvCxnSpPr>
        <p:spPr>
          <a:xfrm>
            <a:off x="8312810" y="356616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12" name="Node 4"/>
          <p:cNvSpPr/>
          <p:nvPr/>
        </p:nvSpPr>
        <p:spPr>
          <a:xfrm>
            <a:off x="8175650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Stem 5"/>
          <p:cNvCxnSpPr/>
          <p:nvPr/>
        </p:nvCxnSpPr>
        <p:spPr>
          <a:xfrm flipV="1">
            <a:off x="10531144" y="3017520"/>
            <a:ext cx="0" cy="274320"/>
          </a:xfrm>
          <a:prstGeom prst="line">
            <a:avLst/>
          </a:prstGeom>
          <a:ln w="19050">
            <a:solidFill>
              <a:srgbClr val="4A515B"/>
            </a:solidFill>
          </a:ln>
        </p:spPr>
      </p:cxnSp>
      <p:sp>
        <p:nvSpPr>
          <p:cNvPr id="14" name="Node 5"/>
          <p:cNvSpPr/>
          <p:nvPr/>
        </p:nvSpPr>
        <p:spPr>
          <a:xfrm>
            <a:off x="10393984" y="3291840"/>
            <a:ext cx="274320" cy="27432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1E212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16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noFill/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17" name="Stop 1"/>
          <p:cNvSpPr>
            <a:spLocks noGrp="1"/>
          </p:cNvSpPr>
          <p:nvPr>
            <p:ph type="body" sz="quarter" idx="21"/>
          </p:nvPr>
        </p:nvSpPr>
        <p:spPr>
          <a:xfrm>
            <a:off x="560527" y="1417320"/>
            <a:ext cx="2194560" cy="16002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1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18" name="Stop 2"/>
          <p:cNvSpPr>
            <a:spLocks noGrp="1"/>
          </p:cNvSpPr>
          <p:nvPr>
            <p:ph type="body" sz="quarter" idx="22"/>
          </p:nvPr>
        </p:nvSpPr>
        <p:spPr>
          <a:xfrm>
            <a:off x="2778862" y="3840480"/>
            <a:ext cx="2194560" cy="16002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2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19" name="Stop 3"/>
          <p:cNvSpPr>
            <a:spLocks noGrp="1"/>
          </p:cNvSpPr>
          <p:nvPr>
            <p:ph type="body" sz="quarter" idx="23"/>
          </p:nvPr>
        </p:nvSpPr>
        <p:spPr>
          <a:xfrm>
            <a:off x="4997196" y="1417320"/>
            <a:ext cx="2194560" cy="16002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3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20" name="Stop 4"/>
          <p:cNvSpPr>
            <a:spLocks noGrp="1"/>
          </p:cNvSpPr>
          <p:nvPr>
            <p:ph type="body" sz="quarter" idx="24"/>
          </p:nvPr>
        </p:nvSpPr>
        <p:spPr>
          <a:xfrm>
            <a:off x="7215530" y="3840480"/>
            <a:ext cx="2194560" cy="16002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4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21" name="Stop 5"/>
          <p:cNvSpPr>
            <a:spLocks noGrp="1"/>
          </p:cNvSpPr>
          <p:nvPr>
            <p:ph type="body" sz="quarter" idx="25"/>
          </p:nvPr>
        </p:nvSpPr>
        <p:spPr>
          <a:xfrm>
            <a:off x="9433865" y="1417320"/>
            <a:ext cx="2194560" cy="16002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30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Stop 5</a:t>
            </a:r>
          </a:p>
          <a:p>
            <a:pPr lvl="1"/>
            <a:r>
              <a:rPr lang="en-GB"/>
              <a:t>Short detail</a:t>
            </a:r>
          </a:p>
        </p:txBody>
      </p:sp>
      <p:sp>
        <p:nvSpPr>
          <p:cNvPr id="22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23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-facts ti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le 1 panel"/>
          <p:cNvSpPr/>
          <p:nvPr/>
        </p:nvSpPr>
        <p:spPr>
          <a:xfrm>
            <a:off x="548640" y="1600200"/>
            <a:ext cx="2635758" cy="3566160"/>
          </a:xfrm>
          <a:prstGeom prst="roundRect">
            <a:avLst>
              <a:gd name="adj" fmla="val 277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ile 1 rule"/>
          <p:cNvSpPr/>
          <p:nvPr/>
        </p:nvSpPr>
        <p:spPr>
          <a:xfrm>
            <a:off x="777240" y="1600200"/>
            <a:ext cx="2178558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ile 2 panel"/>
          <p:cNvSpPr/>
          <p:nvPr/>
        </p:nvSpPr>
        <p:spPr>
          <a:xfrm>
            <a:off x="3367278" y="1600200"/>
            <a:ext cx="2635758" cy="3566160"/>
          </a:xfrm>
          <a:prstGeom prst="roundRect">
            <a:avLst>
              <a:gd name="adj" fmla="val 277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ile 2 rule"/>
          <p:cNvSpPr/>
          <p:nvPr/>
        </p:nvSpPr>
        <p:spPr>
          <a:xfrm>
            <a:off x="3595878" y="1600200"/>
            <a:ext cx="2178558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ile 3 panel"/>
          <p:cNvSpPr/>
          <p:nvPr/>
        </p:nvSpPr>
        <p:spPr>
          <a:xfrm>
            <a:off x="6185916" y="1600200"/>
            <a:ext cx="2635758" cy="3566160"/>
          </a:xfrm>
          <a:prstGeom prst="roundRect">
            <a:avLst>
              <a:gd name="adj" fmla="val 277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3 rule"/>
          <p:cNvSpPr/>
          <p:nvPr/>
        </p:nvSpPr>
        <p:spPr>
          <a:xfrm>
            <a:off x="6414516" y="1600200"/>
            <a:ext cx="2178558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le 4 panel"/>
          <p:cNvSpPr/>
          <p:nvPr/>
        </p:nvSpPr>
        <p:spPr>
          <a:xfrm>
            <a:off x="9004554" y="1600200"/>
            <a:ext cx="2635758" cy="3566160"/>
          </a:xfrm>
          <a:prstGeom prst="roundRect">
            <a:avLst>
              <a:gd name="adj" fmla="val 277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4 rule"/>
          <p:cNvSpPr/>
          <p:nvPr/>
        </p:nvSpPr>
        <p:spPr>
          <a:xfrm>
            <a:off x="9233154" y="1600200"/>
            <a:ext cx="2178558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13" name="Status chip"/>
          <p:cNvSpPr>
            <a:spLocks noGrp="1"/>
          </p:cNvSpPr>
          <p:nvPr>
            <p:ph type="body" sz="quarter" idx="13"/>
          </p:nvPr>
        </p:nvSpPr>
        <p:spPr>
          <a:xfrm>
            <a:off x="10085832" y="530352"/>
            <a:ext cx="1554480" cy="365760"/>
          </a:xfrm>
          <a:prstGeom prst="roundRect">
            <a:avLst>
              <a:gd name="adj" fmla="val 30000"/>
            </a:avLst>
          </a:prstGeom>
          <a:noFill/>
        </p:spPr>
        <p:txBody>
          <a:bodyPr vert="horz" wrap="square" lIns="54864" tIns="0" rIns="54864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STATUS</a:t>
            </a:r>
          </a:p>
        </p:txBody>
      </p:sp>
      <p:sp>
        <p:nvSpPr>
          <p:cNvPr id="14" name="Tile 1"/>
          <p:cNvSpPr>
            <a:spLocks noGrp="1"/>
          </p:cNvSpPr>
          <p:nvPr>
            <p:ph type="body" sz="quarter" idx="21"/>
          </p:nvPr>
        </p:nvSpPr>
        <p:spPr>
          <a:xfrm>
            <a:off x="685800" y="1920240"/>
            <a:ext cx="2361438" cy="3017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48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600"/>
              </a:spcBef>
              <a:buNone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00</a:t>
            </a:r>
          </a:p>
          <a:p>
            <a:pPr lvl="1"/>
            <a:r>
              <a:rPr lang="en-GB"/>
              <a:t>Short label</a:t>
            </a:r>
          </a:p>
        </p:txBody>
      </p:sp>
      <p:sp>
        <p:nvSpPr>
          <p:cNvPr id="15" name="Tile 2"/>
          <p:cNvSpPr>
            <a:spLocks noGrp="1"/>
          </p:cNvSpPr>
          <p:nvPr>
            <p:ph type="body" sz="quarter" idx="22"/>
          </p:nvPr>
        </p:nvSpPr>
        <p:spPr>
          <a:xfrm>
            <a:off x="3504438" y="1920240"/>
            <a:ext cx="2361438" cy="3017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48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600"/>
              </a:spcBef>
              <a:buNone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00</a:t>
            </a:r>
          </a:p>
          <a:p>
            <a:pPr lvl="1"/>
            <a:r>
              <a:rPr lang="en-GB"/>
              <a:t>Short label</a:t>
            </a:r>
          </a:p>
        </p:txBody>
      </p:sp>
      <p:sp>
        <p:nvSpPr>
          <p:cNvPr id="16" name="Tile 3"/>
          <p:cNvSpPr>
            <a:spLocks noGrp="1"/>
          </p:cNvSpPr>
          <p:nvPr>
            <p:ph type="body" sz="quarter" idx="23"/>
          </p:nvPr>
        </p:nvSpPr>
        <p:spPr>
          <a:xfrm>
            <a:off x="6323076" y="1920240"/>
            <a:ext cx="2361438" cy="3017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48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600"/>
              </a:spcBef>
              <a:buNone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00</a:t>
            </a:r>
          </a:p>
          <a:p>
            <a:pPr lvl="1"/>
            <a:r>
              <a:rPr lang="en-GB"/>
              <a:t>Short label</a:t>
            </a:r>
          </a:p>
        </p:txBody>
      </p:sp>
      <p:sp>
        <p:nvSpPr>
          <p:cNvPr id="17" name="Tile 4"/>
          <p:cNvSpPr>
            <a:spLocks noGrp="1"/>
          </p:cNvSpPr>
          <p:nvPr>
            <p:ph type="body" sz="quarter" idx="24"/>
          </p:nvPr>
        </p:nvSpPr>
        <p:spPr>
          <a:xfrm>
            <a:off x="9141714" y="1920240"/>
            <a:ext cx="2361438" cy="3017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48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914400" rtl="0" eaLnBrk="1" latinLnBrk="0" hangingPunct="1">
              <a:spcBef>
                <a:spcPts val="600"/>
              </a:spcBef>
              <a:buNone/>
              <a:defRPr lang="en-GB"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00</a:t>
            </a:r>
          </a:p>
          <a:p>
            <a:pPr lvl="1"/>
            <a:r>
              <a:rPr lang="en-GB"/>
              <a:t>Short label</a:t>
            </a:r>
          </a:p>
        </p:txBody>
      </p:sp>
      <p:sp>
        <p:nvSpPr>
          <p:cNvPr id="18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19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us leg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Legend row 1"/>
          <p:cNvSpPr/>
          <p:nvPr/>
        </p:nvSpPr>
        <p:spPr>
          <a:xfrm>
            <a:off x="548640" y="1325880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hip: Agreed"/>
          <p:cNvSpPr/>
          <p:nvPr/>
        </p:nvSpPr>
        <p:spPr>
          <a:xfrm>
            <a:off x="777240" y="1499616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sp>
        <p:nvSpPr>
          <p:cNvPr id="6" name="Legend meaning: Agreed"/>
          <p:cNvSpPr txBox="1"/>
          <p:nvPr/>
        </p:nvSpPr>
        <p:spPr>
          <a:xfrm>
            <a:off x="2606040" y="1325880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Decided.</a:t>
            </a:r>
          </a:p>
        </p:txBody>
      </p:sp>
      <p:sp>
        <p:nvSpPr>
          <p:cNvPr id="7" name="Legend row 2"/>
          <p:cNvSpPr/>
          <p:nvPr/>
        </p:nvSpPr>
        <p:spPr>
          <a:xfrm>
            <a:off x="548640" y="2221991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hip: Proposed"/>
          <p:cNvSpPr/>
          <p:nvPr/>
        </p:nvSpPr>
        <p:spPr>
          <a:xfrm>
            <a:off x="777240" y="2395727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sp>
        <p:nvSpPr>
          <p:cNvPr id="9" name="Legend meaning: Proposed"/>
          <p:cNvSpPr txBox="1"/>
          <p:nvPr/>
        </p:nvSpPr>
        <p:spPr>
          <a:xfrm>
            <a:off x="2606040" y="2221991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Suggested, not confirmed.</a:t>
            </a:r>
          </a:p>
        </p:txBody>
      </p:sp>
      <p:sp>
        <p:nvSpPr>
          <p:cNvPr id="10" name="Legend row 3"/>
          <p:cNvSpPr/>
          <p:nvPr/>
        </p:nvSpPr>
        <p:spPr>
          <a:xfrm>
            <a:off x="548640" y="3118104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hip: Provisional"/>
          <p:cNvSpPr/>
          <p:nvPr/>
        </p:nvSpPr>
        <p:spPr>
          <a:xfrm>
            <a:off x="777240" y="3291840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sp>
        <p:nvSpPr>
          <p:cNvPr id="12" name="Legend meaning: Provisional"/>
          <p:cNvSpPr txBox="1"/>
          <p:nvPr/>
        </p:nvSpPr>
        <p:spPr>
          <a:xfrm>
            <a:off x="2606040" y="3118104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A test number that may change.</a:t>
            </a:r>
          </a:p>
        </p:txBody>
      </p:sp>
      <p:sp>
        <p:nvSpPr>
          <p:cNvPr id="13" name="Legend row 4"/>
          <p:cNvSpPr/>
          <p:nvPr/>
        </p:nvSpPr>
        <p:spPr>
          <a:xfrm>
            <a:off x="548640" y="4014215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hip: Undecided"/>
          <p:cNvSpPr/>
          <p:nvPr/>
        </p:nvSpPr>
        <p:spPr>
          <a:xfrm>
            <a:off x="777240" y="4187952"/>
            <a:ext cx="1554480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sp>
        <p:nvSpPr>
          <p:cNvPr id="15" name="Legend meaning: Undecided"/>
          <p:cNvSpPr txBox="1"/>
          <p:nvPr/>
        </p:nvSpPr>
        <p:spPr>
          <a:xfrm>
            <a:off x="2606040" y="4014215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Still an open question.</a:t>
            </a:r>
          </a:p>
        </p:txBody>
      </p:sp>
      <p:sp>
        <p:nvSpPr>
          <p:cNvPr id="16" name="Legend row 5"/>
          <p:cNvSpPr/>
          <p:nvPr/>
        </p:nvSpPr>
        <p:spPr>
          <a:xfrm>
            <a:off x="548640" y="4910328"/>
            <a:ext cx="7315200" cy="713232"/>
          </a:xfrm>
          <a:prstGeom prst="roundRect">
            <a:avLst>
              <a:gd name="adj" fmla="val 10256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Chip: Background"/>
          <p:cNvSpPr/>
          <p:nvPr/>
        </p:nvSpPr>
        <p:spPr>
          <a:xfrm>
            <a:off x="777240" y="5084064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sp>
        <p:nvSpPr>
          <p:cNvPr id="18" name="Legend meaning: Background"/>
          <p:cNvSpPr txBox="1"/>
          <p:nvPr/>
        </p:nvSpPr>
        <p:spPr>
          <a:xfrm>
            <a:off x="2606040" y="4910328"/>
            <a:ext cx="5120640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/>
            <a:r>
              <a:rPr sz="2000" b="0" lang="en-GB">
                <a:solidFill>
                  <a:srgbClr val="F2F2F2"/>
                </a:solidFill>
                <a:latin typeface="Arial"/>
              </a:rPr>
              <a:t>A real-world fact.</a:t>
            </a:r>
          </a:p>
        </p:txBody>
      </p:sp>
      <p:grpSp>
        <p:nvGrpSpPr>
          <p:cNvPr id="19" name="Corner sketch" descr="Small drawing of a slide with a tag chip in its top-right corner"/>
          <p:cNvGrpSpPr/>
          <p:nvPr/>
        </p:nvGrpSpPr>
        <p:grpSpPr>
          <a:xfrm>
            <a:off x="8412480" y="1554480"/>
            <a:ext cx="3227832" cy="1819656"/>
            <a:chOff x="8412480" y="1554480"/>
            <a:chExt cx="3227832" cy="1819656"/>
          </a:xfrm>
        </p:grpSpPr>
        <p:sp>
          <p:nvSpPr>
            <p:cNvPr id="20" name="sketch slide"/>
            <p:cNvSpPr/>
            <p:nvPr/>
          </p:nvSpPr>
          <p:spPr>
            <a:xfrm>
              <a:off x="8412480" y="1554480"/>
              <a:ext cx="3227832" cy="1819656"/>
            </a:xfrm>
            <a:prstGeom prst="roundRect">
              <a:avLst>
                <a:gd name="adj" fmla="val 4020"/>
              </a:avLst>
            </a:prstGeom>
            <a:solidFill>
              <a:srgbClr val="1E2126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ketch title"/>
            <p:cNvSpPr/>
            <p:nvPr/>
          </p:nvSpPr>
          <p:spPr>
            <a:xfrm>
              <a:off x="8595360" y="1783080"/>
              <a:ext cx="1554480" cy="146304"/>
            </a:xfrm>
            <a:prstGeom prst="roundRect">
              <a:avLst>
                <a:gd name="adj" fmla="val 3125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ketch chip"/>
            <p:cNvSpPr/>
            <p:nvPr/>
          </p:nvSpPr>
          <p:spPr>
            <a:xfrm>
              <a:off x="10378440" y="1737360"/>
              <a:ext cx="1097280" cy="237744"/>
            </a:xfrm>
            <a:prstGeom prst="roundRect">
              <a:avLst>
                <a:gd name="adj" fmla="val 3846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ketch caption"/>
            <p:cNvSpPr/>
            <p:nvPr/>
          </p:nvSpPr>
          <p:spPr>
            <a:xfrm>
              <a:off x="8595360" y="3017520"/>
              <a:ext cx="2862072" cy="219456"/>
            </a:xfrm>
            <a:prstGeom prst="roundRect">
              <a:avLst>
                <a:gd name="adj" fmla="val 208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4" name="Legend note 1"/>
          <p:cNvSpPr txBox="1"/>
          <p:nvPr/>
        </p:nvSpPr>
        <p:spPr>
          <a:xfrm>
            <a:off x="8412480" y="3493008"/>
            <a:ext cx="3227832" cy="3200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0" lang="en-GB">
                <a:solidFill>
                  <a:srgbClr val="A9B0B8"/>
                </a:solidFill>
                <a:latin typeface="Arial"/>
              </a:rPr>
              <a:t>Top-right corner of every content slide</a:t>
            </a:r>
          </a:p>
        </p:txBody>
      </p:sp>
      <p:sp>
        <p:nvSpPr>
          <p:cNvPr id="25" name="Legend note 2"/>
          <p:cNvSpPr txBox="1"/>
          <p:nvPr/>
        </p:nvSpPr>
        <p:spPr>
          <a:xfrm>
            <a:off x="8412480" y="4160520"/>
            <a:ext cx="3227832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400" b="0" lang="en-GB">
                <a:solidFill>
                  <a:srgbClr val="A9B0B8"/>
                </a:solidFill>
                <a:latin typeface="Arial"/>
              </a:rPr>
              <a:t>A small chip beside a statement tags that statement.</a:t>
            </a:r>
          </a:p>
        </p:txBody>
      </p:sp>
      <p:sp>
        <p:nvSpPr>
          <p:cNvPr id="26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27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28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its / sources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Caption rule"/>
          <p:cNvSpPr/>
          <p:nvPr/>
        </p:nvSpPr>
        <p:spPr>
          <a:xfrm>
            <a:off x="548640" y="5815584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73152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lang="en-GB" sz="36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title</a:t>
            </a:r>
          </a:p>
        </p:txBody>
      </p:sp>
      <p:sp>
        <p:nvSpPr>
          <p:cNvPr id="5" name="Table"/>
          <p:cNvSpPr>
            <a:spLocks noGrp="1"/>
          </p:cNvSpPr>
          <p:nvPr>
            <p:ph type="tbl" sz="quarter" idx="20"/>
          </p:nvPr>
        </p:nvSpPr>
        <p:spPr>
          <a:xfrm>
            <a:off x="548640" y="1325880"/>
            <a:ext cx="11091672" cy="3520440"/>
          </a:xfrm>
          <a:solidFill>
            <a:schemeClr val="bg2"/>
          </a:solidFill>
        </p:spPr>
        <p:txBody>
          <a:bodyPr vert="horz" wrap="square" lIns="0" tIns="0" rIns="0" bIns="0" rtlCol="0" anchor="ctr">
            <a:no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buNone/>
              <a:defRPr lang="en-GB"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to add the credits table</a:t>
            </a:r>
          </a:p>
        </p:txBody>
      </p:sp>
      <p:sp>
        <p:nvSpPr>
          <p:cNvPr id="6" name="Note"/>
          <p:cNvSpPr>
            <a:spLocks noGrp="1"/>
          </p:cNvSpPr>
          <p:nvPr>
            <p:ph type="body" sz="quarter" idx="17"/>
          </p:nvPr>
        </p:nvSpPr>
        <p:spPr>
          <a:xfrm>
            <a:off x="548640" y="4983480"/>
            <a:ext cx="11091672" cy="59436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Licence note, for example how images were changed</a:t>
            </a:r>
          </a:p>
        </p:txBody>
      </p:sp>
      <p:sp>
        <p:nvSpPr>
          <p:cNvPr id="7" name="Caption"/>
          <p:cNvSpPr>
            <a:spLocks noGrp="1"/>
          </p:cNvSpPr>
          <p:nvPr>
            <p:ph type="body" sz="quarter" idx="14"/>
          </p:nvPr>
        </p:nvSpPr>
        <p:spPr>
          <a:xfrm>
            <a:off x="548640" y="5760720"/>
            <a:ext cx="11091672" cy="731520"/>
          </a:xfrm>
        </p:spPr>
        <p:txBody>
          <a:bodyPr vert="horz" wrap="square" lIns="274320" tIns="36576" rIns="182880" bIns="36576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Caption: one idea, one or two lines</a:t>
            </a:r>
          </a:p>
        </p:txBody>
      </p:sp>
      <p:sp>
        <p:nvSpPr>
          <p:cNvPr id="8" name="Slide number"/>
          <p:cNvSpPr>
            <a:spLocks noGrp="1"/>
          </p:cNvSpPr>
          <p:nvPr>
            <p:ph type="sldNum" sz="quarter" idx="12"/>
          </p:nvPr>
        </p:nvSpPr>
        <p:spPr/>
        <p:txBody>
          <a:bodyPr vert="horz" wrap="square" lIns="0" tIns="0" rIns="0" bIns="0" rtlCol="0" anchor="ctr">
            <a:noAutofit/>
          </a:bodyPr>
          <a:lstStyle/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/ what n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Track motif" descr="Decorative drawing of two rails and sleepers seen from above"/>
          <p:cNvGrpSpPr/>
          <p:nvPr/>
        </p:nvGrpSpPr>
        <p:grpSpPr>
          <a:xfrm>
            <a:off x="9464040" y="0"/>
            <a:ext cx="2103120" cy="6858000"/>
            <a:chOff x="9464040" y="0"/>
            <a:chExt cx="2103120" cy="6858000"/>
          </a:xfrm>
        </p:grpSpPr>
        <p:sp>
          <p:nvSpPr>
            <p:cNvPr id="3" name="sleeper"/>
            <p:cNvSpPr/>
            <p:nvPr/>
          </p:nvSpPr>
          <p:spPr>
            <a:xfrm>
              <a:off x="9464040" y="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sleeper"/>
            <p:cNvSpPr/>
            <p:nvPr/>
          </p:nvSpPr>
          <p:spPr>
            <a:xfrm>
              <a:off x="9464040" y="38404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sleeper"/>
            <p:cNvSpPr/>
            <p:nvPr/>
          </p:nvSpPr>
          <p:spPr>
            <a:xfrm>
              <a:off x="9464040" y="76809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leeper"/>
            <p:cNvSpPr/>
            <p:nvPr/>
          </p:nvSpPr>
          <p:spPr>
            <a:xfrm>
              <a:off x="9464040" y="115214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>
              <a:off x="9464040" y="153619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9464040" y="192024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9464040" y="230428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9464040" y="268833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9464040" y="307238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9464040" y="345643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9464040" y="384048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9464040" y="422452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9464040" y="460857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9464040" y="4992624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9464040" y="5376672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9464040" y="5760720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9464040" y="6144768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9464040" y="6528816"/>
              <a:ext cx="2103120" cy="1280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ail"/>
            <p:cNvSpPr/>
            <p:nvPr/>
          </p:nvSpPr>
          <p:spPr>
            <a:xfrm>
              <a:off x="9885578" y="0"/>
              <a:ext cx="82296" cy="68580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ail"/>
            <p:cNvSpPr/>
            <p:nvPr/>
          </p:nvSpPr>
          <p:spPr>
            <a:xfrm>
              <a:off x="11063325" y="0"/>
              <a:ext cx="82296" cy="685800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" name="Closing rule"/>
          <p:cNvSpPr/>
          <p:nvPr/>
        </p:nvSpPr>
        <p:spPr>
          <a:xfrm>
            <a:off x="548640" y="2011680"/>
            <a:ext cx="164592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itle"/>
          <p:cNvSpPr>
            <a:spLocks noGrp="1"/>
          </p:cNvSpPr>
          <p:nvPr>
            <p:ph type="title"/>
          </p:nvPr>
        </p:nvSpPr>
        <p:spPr>
          <a:xfrm>
            <a:off x="548640" y="731520"/>
            <a:ext cx="8229600" cy="118872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None/>
              <a:defRPr lang="en-GB" sz="44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Click to add the closing title</a:t>
            </a:r>
          </a:p>
        </p:txBody>
      </p:sp>
      <p:sp>
        <p:nvSpPr>
          <p:cNvPr id="25" name="Next steps"/>
          <p:cNvSpPr>
            <a:spLocks noGrp="1"/>
          </p:cNvSpPr>
          <p:nvPr>
            <p:ph type="body" sz="quarter" idx="17"/>
          </p:nvPr>
        </p:nvSpPr>
        <p:spPr>
          <a:xfrm>
            <a:off x="548640" y="2377440"/>
            <a:ext cx="8229600" cy="3108960"/>
          </a:xfrm>
        </p:spPr>
        <p:txBody>
          <a:bodyPr vert="horz" wrap="square" lIns="0" tIns="0" rIns="0" bIns="0" rtlCol="0" anchor="t">
            <a:noAutofit/>
          </a:bodyPr>
          <a:lstStyle>
            <a:lvl1pPr marL="457200" indent="-457200" algn="l" defTabSz="914400" rtl="0" eaLnBrk="1" latinLnBrk="0" hangingPunct="1">
              <a:spcBef>
                <a:spcPts val="1000"/>
              </a:spcBef>
              <a:buClr>
                <a:schemeClr val="accent1"/>
              </a:buClr>
              <a:buFont typeface="+mj-lt"/>
              <a:buAutoNum type="arabicPeriod"/>
              <a:defRPr lang="en-GB"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spcBef>
                <a:spcPts val="300"/>
              </a:spcBef>
              <a:buNone/>
              <a:defRPr lang="en-GB"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en-GB"/>
              <a:t>First next step</a:t>
            </a:r>
          </a:p>
          <a:p>
            <a:r>
              <a:rPr lang="en-GB"/>
              <a:t>Second next step</a:t>
            </a:r>
          </a:p>
          <a:p>
            <a:r>
              <a:rPr lang="en-GB"/>
              <a:t>Third next step</a:t>
            </a:r>
          </a:p>
        </p:txBody>
      </p:sp>
      <p:sp>
        <p:nvSpPr>
          <p:cNvPr id="26" name="Closing note"/>
          <p:cNvSpPr>
            <a:spLocks noGrp="1"/>
          </p:cNvSpPr>
          <p:nvPr>
            <p:ph type="body" sz="quarter" idx="18"/>
          </p:nvPr>
        </p:nvSpPr>
        <p:spPr>
          <a:xfrm>
            <a:off x="548640" y="5943600"/>
            <a:ext cx="8229600" cy="36576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Contact, date or version line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/>
              <a:t>Click to edit the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325880"/>
            <a:ext cx="11091672" cy="4297680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GB"/>
              <a:t>Click to edit the text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0725912" y="6528816"/>
            <a:ext cx="91440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r" defTabSz="914400" rtl="0" eaLnBrk="1" latinLnBrk="0" hangingPunct="1">
              <a:spcBef>
                <a:spcPts val="0"/>
              </a:spcBef>
              <a:buNone/>
              <a:defRPr lang="en-GB" sz="14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B6F15528-21DE-4FAA-801E-634DDDAF4B2B}" type="slidenum">
              <a:rPr lang="en-GB"/>
              <a:t>‹#›</a:t>
            </a:fld>
            <a:endParaRPr lang="en-GB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</p:sldLayoutIdLst>
  <p:txStyles>
    <p:titleStyle>
      <a:lvl1pPr marL="0" indent="0" algn="l" defTabSz="914400" rtl="0" eaLnBrk="1" latinLnBrk="0" hangingPunct="1">
        <a:spcBef>
          <a:spcPts val="0"/>
        </a:spcBef>
        <a:buNone/>
        <a:defRPr lang="en-GB" sz="3600" b="1" kern="1200">
          <a:solidFill>
            <a:schemeClr val="tx1"/>
          </a:solidFill>
          <a:latin typeface="+mj-lt"/>
          <a:ea typeface="+mn-ea"/>
          <a:cs typeface="+mn-cs"/>
        </a:defRPr>
      </a:lvl1pPr>
    </p:titleStyle>
    <p:bodyStyle>
      <a:lvl1pPr marL="274320" indent="-274320" algn="l" defTabSz="914400" rtl="0" eaLnBrk="1" latinLnBrk="0" hangingPunct="1">
        <a:spcBef>
          <a:spcPts val="600"/>
        </a:spcBef>
        <a:buClr>
          <a:schemeClr val="accent1"/>
        </a:buClr>
        <a:buFont typeface="Arial"/>
        <a:buChar char="•"/>
        <a:defRPr lang="en-GB"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8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6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274320" algn="l" defTabSz="914400" rtl="0" eaLnBrk="1" latinLnBrk="0" hangingPunct="1">
        <a:spcBef>
          <a:spcPts val="300"/>
        </a:spcBef>
        <a:buClr>
          <a:schemeClr val="accent1"/>
        </a:buClr>
        <a:buFont typeface="Arial"/>
        <a:buChar char="•"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0" algn="l" defTabSz="914400" rtl="0" eaLnBrk="1" latinLnBrk="0" hangingPunct="1">
        <a:spcBef>
          <a:spcPts val="0"/>
        </a:spcBef>
        <a:buNone/>
        <a:defRPr lang="en-GB" sz="1400" b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Early Locomotion Charcoal and Orange">
  <a:themeElements>
    <a:clrScheme name="Early Locomotion Charcoal and Orange">
      <a:dk1>
        <a:srgbClr val="1E2126"/>
      </a:dk1>
      <a:lt1>
        <a:srgbClr val="F2F2F2"/>
      </a:lt1>
      <a:dk2>
        <a:srgbClr val="2B2F36"/>
      </a:dk2>
      <a:lt2>
        <a:srgbClr val="A9B0B8"/>
      </a:lt2>
      <a:accent1>
        <a:srgbClr val="F28C28"/>
      </a:accent1>
      <a:accent2>
        <a:srgbClr val="3FB950"/>
      </a:accent2>
      <a:accent3>
        <a:srgbClr val="4DA3FF"/>
      </a:accent3>
      <a:accent4>
        <a:srgbClr val="B084F5"/>
      </a:accent4>
      <a:accent5>
        <a:srgbClr val="F2C14E"/>
      </a:accent5>
      <a:accent6>
        <a:srgbClr val="E5484D"/>
      </a:accent6>
      <a:hlink>
        <a:srgbClr val="8FC7FF"/>
      </a:hlink>
      <a:folHlink>
        <a:srgbClr val="C9B2F5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Fl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Early Locomotion kit (python-pptx)</Application>
  <PresentationFormat>Widescreen</PresentationFormat>
  <Company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Early Locomotion house style: Claude template (v001)</dc:title>
  <dc:subject>PowerPoint template: charcoal-and-orange theme, Arial, 13 custom layouts</dc:subject>
  <dc:creator>Claude (Early Locomotion project)</dc:creator>
  <cp:keywords>template; layouts; Early Locomotion; Claude Presents</cp:keywords>
  <dc:description/>
  <cp:lastModifiedBy>Claude (Early Locomotion project)</cp:lastModifiedBy>
  <cp:revision>1</cp:revision>
  <dcterms:created xsi:type="dcterms:W3CDTF">2026-10-22T20:37:27Z</dcterms:created>
  <dcterms:modified xsi:type="dcterms:W3CDTF">2026-10-22T20:37:27Z</dcterms:modified>
  <cp:category/>
  <dc:language>en-GB</dc:language>
</cp:coreProperties>
</file>